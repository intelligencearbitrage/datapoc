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ags/tag1.xml" ContentType="application/vnd.openxmlformats-officedocument.presentationml.tags+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theme/theme3.xml" ContentType="application/vnd.openxmlformats-officedocument.theme+xml"/>
  <Override PartName="/ppt/tags/tag7.xml" ContentType="application/vnd.openxmlformats-officedocument.presentationml.tags+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7" Type="http://schemas.microsoft.com/office/2020/02/relationships/classificationlabels" Target="docMetadata/LabelInfo.xml"/><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771" r:id="rId4"/>
    <p:sldMasterId id="2147484905" r:id="rId5"/>
    <p:sldMasterId id="2147484813" r:id="rId6"/>
  </p:sldMasterIdLst>
  <p:notesMasterIdLst>
    <p:notesMasterId r:id="rId19"/>
  </p:notesMasterIdLst>
  <p:handoutMasterIdLst>
    <p:handoutMasterId r:id="rId20"/>
  </p:handoutMasterIdLst>
  <p:sldIdLst>
    <p:sldId id="257" r:id="rId7"/>
    <p:sldId id="285" r:id="rId8"/>
    <p:sldId id="267" r:id="rId9"/>
    <p:sldId id="272" r:id="rId10"/>
    <p:sldId id="262" r:id="rId11"/>
    <p:sldId id="280" r:id="rId12"/>
    <p:sldId id="274" r:id="rId13"/>
    <p:sldId id="275" r:id="rId14"/>
    <p:sldId id="277" r:id="rId15"/>
    <p:sldId id="266" r:id="rId16"/>
    <p:sldId id="281" r:id="rId17"/>
    <p:sldId id="268"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3B33D900-0230-BF57-2A75-7BCC4D515CA4}" name="Mishra, Balram" initials="BM" userId="S::balmishra@deloitte.com::b2400205-9e33-4797-89ff-04fd3c4ff2e3" providerId="AD"/>
  <p188:author id="{DA6E5401-776D-62BF-0E70-EBB1CA431342}" name="V P, Athulya" initials="AV" userId="S::atvp@deloitte.com::583050e4-80db-4175-be84-517c81b213f2" providerId="AD"/>
  <p188:author id="{220BAE0E-770A-8A9D-8BEF-EA5C935D345D}" name="Katoch, ANJALI" initials="AK" userId="S::ankatoch@deloitte.com::d5a4d231-998e-44e9-b039-09a09416cfe2" providerId="AD"/>
  <p188:author id="{CBBC5114-B449-F1AA-9270-82AEF12B52C2}" name="Silfies, Barbara" initials="BS" userId="S::bsilfies@deloitte.com::5f419038-e6ba-493a-b28f-2b3014df8755" providerId="AD"/>
  <p188:author id="{EEC58616-F2E9-819B-FB68-752CEF86AD59}" name="Kumar, Deepak" initials="DK" userId="S::deepakkumar4@deloitte.com::f3db3bea-a47c-4dfb-9e6e-88587ec1210f" providerId="AD"/>
  <p188:author id="{69F5A218-62BE-E293-3FB4-C890C458A112}" name="Goel, Vikas" initials="VG" userId="S::vikgoel@deloitte.com::1debafa4-347d-491a-aa74-2e40ceb03861" providerId="AD"/>
  <p188:author id="{810FA71B-1851-9022-AD3C-95FD320DDD00}" name="Kundhurthi, Kalyani" initials="KK" userId="S::kkundhurthi@deloitte.com::27876636-2c02-435a-80fb-660d6cda5981" providerId="AD"/>
  <p188:author id="{6E38EC1F-2824-FC49-A9A3-C4AC50086765}" name="Gorai, Pradeep" initials="GP" userId="S::pgorai@deloitte.com::a7d5fdca-e321-48a3-af66-5ff11b87099f" providerId="AD"/>
  <p188:author id="{44036627-42E2-3A3C-904B-9F39563AFBDA}" name="Sen, Avirup" initials="AS" userId="S::avsen@deloitte.com::d70577fb-bd47-4e8c-af7b-033714757dcc" providerId="AD"/>
  <p188:author id="{701BF230-58CC-6AB9-36B9-4B8B381D03F7}" name="Muthukumaran, Kirthika" initials="MK" userId="S::kmuthukumaran@deloitte.com::aa2f2255-14b7-4cf9-9aa0-1eca477f5de5" providerId="AD"/>
  <p188:author id="{8366A431-30E3-0133-189E-F58AD86A367D}" name="Govindaraju, Shivakumar" initials="" userId="S::shgovindaraju@deloitte.com::6c928a31-9775-4a21-af71-5c96fa4b312a" providerId="AD"/>
  <p188:author id="{C944D734-2E90-886B-6DAB-E2544A4AEF96}" name="De, Utpal" initials="UD" userId="S::utpde@deloitte.com::06bf0318-f8bf-4c98-be9d-b8c85b7fdaad" providerId="AD"/>
  <p188:author id="{723E503C-4E9A-63F7-F63A-2B234EEFCC82}" name="Raval, Vishesh" initials="VR" userId="S::vraval@deloitte.com::a8526ce0-98cd-4467-8e3f-5044714e602f" providerId="AD"/>
  <p188:author id="{C0208C4C-2D31-0AD7-7BA5-013710A1791F}" name="Goel, Pulkit" initials="PG" userId="S::pulgoel@deloitte.com::7f26dfe2-5a8c-4198-9bd6-0cac8e793fc1" providerId="AD"/>
  <p188:author id="{85F1AE60-58F4-4A99-FD65-DCA01B447C5E}" name="Dandekar, Rupesh" initials="" userId="S::rudandekar@deloitte.com::2ec24d39-a403-47d2-b934-c6602cb48632" providerId="AD"/>
  <p188:author id="{CA55E877-25DD-FF19-4032-26ED8868929E}" name="Jana, Subrata" initials="SJ" userId="S::sjana@deloitte.com::1d18807e-9947-485d-ad09-2f9d66738cf4" providerId="AD"/>
  <p188:author id="{8E76C18D-ECCD-EB00-840D-834C88334A5D}" name="Gorantla, Deepti" initials="DG" userId="S::dgorantla@deloitte.com::7dd72ead-2c16-4d39-a130-d59e6a91b7e0" providerId="AD"/>
  <p188:author id="{F3C43392-E802-F28D-69F0-49601BB8223E}" name="R S, Arun" initials="AR" userId="S::arurs@deloitte.com::f2495171-9c3f-4e03-bee2-5509269abb5e" providerId="AD"/>
  <p188:author id="{00C80397-6BD6-D6A7-93FC-72FC1B9FB08C}" name="Patra, Ayusna" initials="" userId="S::aypatra@deloitte.com::340155bb-2aa1-4fcc-b856-b076cdd7886f" providerId="AD"/>
  <p188:author id="{DCA69EA4-54FC-33AB-EB2D-F11138A4A803}" name="Shukla, Abhishek" initials="AS" userId="S::abshukla@deloitte.com::857db490-a9f1-4bb7-b86c-7dc0f027661a" providerId="AD"/>
  <p188:author id="{F314CAA6-DD4C-7A48-3379-C277FBC6AD3E}" name="Ramachandran, Ganesh Mangal Ramachandra" initials="GR" userId="S::gramachandran@deloitte.com::3f7b1fb6-702b-4f8c-9368-ec1aace1756f" providerId="AD"/>
  <p188:author id="{081356C0-35EC-AA6F-2238-1BBB21DCBB72}" name="A S, SANDHYA" initials="SA" userId="S::saas1@deloitte.com::268a3914-9149-4b0d-980f-802bc5e5cf3b" providerId="AD"/>
  <p188:author id="{CE0B62C5-8A9D-DF30-50E6-C372040AA3C2}" name="Nagpal, Abhimanyu" initials="AN" userId="S::abhinagpal@deloitte.com::59d5cd48-c502-474c-b13a-1d8784b15eae" providerId="AD"/>
  <p188:author id="{6E0AC8E4-42FE-8A35-FA0F-D480B45B787C}" name="., Saravanan" initials="SL" userId="S::saravanan9@deloitte.com::21e5f5ca-d0d4-4c5e-8ca8-8e11fd810545" providerId="AD"/>
  <p188:author id="{45156BEB-005D-63E9-1C43-720E732DE2BB}" name="Hadawale, Sagar" initials="HS" userId="S::shadawale@deloitte.com::368d96f5-41fc-496f-9d90-b3d313445d64" providerId="AD"/>
  <p188:author id="{7B1402EF-0D2D-5639-1DDF-0F29EFD2ECDA}" name="Naik, Mahen" initials="MN" userId="S::mahnaik@deloitte.com::7cbe16d1-f9b8-49b4-8ac6-6da3ebcdf936" providerId="AD"/>
  <p188:author id="{D3DEE4EF-900B-1E0E-3832-1A4F0BB4863E}" name="Agarwal, Pankaj K" initials="PA" userId="S::pankaagarwal@deloitte.com::b167541b-d4ab-4088-9139-e00a6bf05b54" providerId="AD"/>
  <p188:author id="{A62E08F2-C16C-5A3F-F904-2082702D810B}" name="Binjola, Maheshanand" initials="" userId="S::mbinjola@deloitte.com::806fb103-24b0-4ff8-9981-00b8fa6898ba" providerId="AD"/>
  <p188:author id="{CF325AFC-BCCE-3274-5077-E17CA59F570D}" name="Chepuri, Hema" initials="HC" userId="S::hchepuri@deloitte.com::eafe4338-e8a1-4a2e-9c3f-48e58453683d"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0A3E0"/>
    <a:srgbClr val="F1FAFF"/>
    <a:srgbClr val="DEF3FF"/>
    <a:srgbClr val="005587"/>
    <a:srgbClr val="0076A8"/>
    <a:srgbClr val="041E42"/>
    <a:srgbClr val="E4E4E4"/>
    <a:srgbClr val="00B0F0"/>
    <a:srgbClr val="0070C0"/>
    <a:srgbClr val="0097A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F66742F-8BB9-467A-A6C9-A81ABB8932D2}" v="36" dt="2026-01-07T14:54:40.99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3" d="100"/>
          <a:sy n="93" d="100"/>
        </p:scale>
        <p:origin x="1152" y="30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theme" Target="theme/theme1.xml"/><Relationship Id="rId10" Type="http://schemas.openxmlformats.org/officeDocument/2006/relationships/slide" Target="slides/slide4.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viewProps" Target="viewProps.xml"/><Relationship Id="rId27"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ndekar, Rupesh" userId="2ec24d39-a403-47d2-b934-c6602cb48632" providerId="ADAL" clId="{9F712526-A561-4B46-984A-C5B41A41EC4C}"/>
    <pc:docChg chg="undo redo custSel addSld delSld modSld sldOrd delSection modSection">
      <pc:chgData name="Dandekar, Rupesh" userId="2ec24d39-a403-47d2-b934-c6602cb48632" providerId="ADAL" clId="{9F712526-A561-4B46-984A-C5B41A41EC4C}" dt="2026-01-07T17:33:01.412" v="3468" actId="20577"/>
      <pc:docMkLst>
        <pc:docMk/>
      </pc:docMkLst>
      <pc:sldChg chg="delSp modSp mod">
        <pc:chgData name="Dandekar, Rupesh" userId="2ec24d39-a403-47d2-b934-c6602cb48632" providerId="ADAL" clId="{9F712526-A561-4B46-984A-C5B41A41EC4C}" dt="2026-01-07T17:32:04.066" v="3440" actId="1036"/>
        <pc:sldMkLst>
          <pc:docMk/>
          <pc:sldMk cId="2135360735" sldId="257"/>
        </pc:sldMkLst>
        <pc:spChg chg="mod">
          <ac:chgData name="Dandekar, Rupesh" userId="2ec24d39-a403-47d2-b934-c6602cb48632" providerId="ADAL" clId="{9F712526-A561-4B46-984A-C5B41A41EC4C}" dt="2026-01-07T17:32:00.831" v="3436" actId="14100"/>
          <ac:spMkLst>
            <pc:docMk/>
            <pc:sldMk cId="2135360735" sldId="257"/>
            <ac:spMk id="2" creationId="{AF0A36B3-6F82-757E-6999-EE111D3F2F46}"/>
          </ac:spMkLst>
        </pc:spChg>
        <pc:spChg chg="del mod">
          <ac:chgData name="Dandekar, Rupesh" userId="2ec24d39-a403-47d2-b934-c6602cb48632" providerId="ADAL" clId="{9F712526-A561-4B46-984A-C5B41A41EC4C}" dt="2026-01-07T17:31:26.729" v="3371" actId="478"/>
          <ac:spMkLst>
            <pc:docMk/>
            <pc:sldMk cId="2135360735" sldId="257"/>
            <ac:spMk id="3" creationId="{71883F26-0803-3C6E-3EC2-A2C478204331}"/>
          </ac:spMkLst>
        </pc:spChg>
        <pc:spChg chg="mod">
          <ac:chgData name="Dandekar, Rupesh" userId="2ec24d39-a403-47d2-b934-c6602cb48632" providerId="ADAL" clId="{9F712526-A561-4B46-984A-C5B41A41EC4C}" dt="2026-01-07T17:32:04.066" v="3440" actId="1036"/>
          <ac:spMkLst>
            <pc:docMk/>
            <pc:sldMk cId="2135360735" sldId="257"/>
            <ac:spMk id="7" creationId="{BCFD4438-8853-E75C-EF11-51391C18C28A}"/>
          </ac:spMkLst>
        </pc:spChg>
      </pc:sldChg>
      <pc:sldChg chg="delSp modSp add del mod">
        <pc:chgData name="Dandekar, Rupesh" userId="2ec24d39-a403-47d2-b934-c6602cb48632" providerId="ADAL" clId="{9F712526-A561-4B46-984A-C5B41A41EC4C}" dt="2026-01-05T22:24:44.787" v="227" actId="113"/>
        <pc:sldMkLst>
          <pc:docMk/>
          <pc:sldMk cId="3561668077" sldId="262"/>
        </pc:sldMkLst>
        <pc:spChg chg="mod">
          <ac:chgData name="Dandekar, Rupesh" userId="2ec24d39-a403-47d2-b934-c6602cb48632" providerId="ADAL" clId="{9F712526-A561-4B46-984A-C5B41A41EC4C}" dt="2026-01-05T22:24:44.787" v="227" actId="113"/>
          <ac:spMkLst>
            <pc:docMk/>
            <pc:sldMk cId="3561668077" sldId="262"/>
            <ac:spMk id="3" creationId="{92DBC3EB-1AE8-68E9-DDE4-A48F2238CBE2}"/>
          </ac:spMkLst>
        </pc:spChg>
      </pc:sldChg>
      <pc:sldChg chg="addSp delSp modSp mod ord modClrScheme chgLayout">
        <pc:chgData name="Dandekar, Rupesh" userId="2ec24d39-a403-47d2-b934-c6602cb48632" providerId="ADAL" clId="{9F712526-A561-4B46-984A-C5B41A41EC4C}" dt="2026-01-07T14:56:23.040" v="3342"/>
        <pc:sldMkLst>
          <pc:docMk/>
          <pc:sldMk cId="2014571169" sldId="266"/>
        </pc:sldMkLst>
        <pc:spChg chg="mod ord">
          <ac:chgData name="Dandekar, Rupesh" userId="2ec24d39-a403-47d2-b934-c6602cb48632" providerId="ADAL" clId="{9F712526-A561-4B46-984A-C5B41A41EC4C}" dt="2026-01-05T22:16:16.354" v="79"/>
          <ac:spMkLst>
            <pc:docMk/>
            <pc:sldMk cId="2014571169" sldId="266"/>
            <ac:spMk id="5" creationId="{1C12AF56-8F19-A88A-E8E7-7E2D32D9DFD0}"/>
          </ac:spMkLst>
        </pc:spChg>
        <pc:spChg chg="mod ord">
          <ac:chgData name="Dandekar, Rupesh" userId="2ec24d39-a403-47d2-b934-c6602cb48632" providerId="ADAL" clId="{9F712526-A561-4B46-984A-C5B41A41EC4C}" dt="2026-01-05T22:18:06.129" v="107" actId="20577"/>
          <ac:spMkLst>
            <pc:docMk/>
            <pc:sldMk cId="2014571169" sldId="266"/>
            <ac:spMk id="8" creationId="{507F5DD1-BEAA-CE6C-CB3D-5D31786464F2}"/>
          </ac:spMkLst>
        </pc:spChg>
        <pc:spChg chg="add mod">
          <ac:chgData name="Dandekar, Rupesh" userId="2ec24d39-a403-47d2-b934-c6602cb48632" providerId="ADAL" clId="{9F712526-A561-4B46-984A-C5B41A41EC4C}" dt="2026-01-05T22:17:28.509" v="86"/>
          <ac:spMkLst>
            <pc:docMk/>
            <pc:sldMk cId="2014571169" sldId="266"/>
            <ac:spMk id="149" creationId="{16E449A7-6327-9397-0DB0-4E7B9588992C}"/>
          </ac:spMkLst>
        </pc:spChg>
        <pc:spChg chg="add mod">
          <ac:chgData name="Dandekar, Rupesh" userId="2ec24d39-a403-47d2-b934-c6602cb48632" providerId="ADAL" clId="{9F712526-A561-4B46-984A-C5B41A41EC4C}" dt="2026-01-05T22:17:28.509" v="86"/>
          <ac:spMkLst>
            <pc:docMk/>
            <pc:sldMk cId="2014571169" sldId="266"/>
            <ac:spMk id="150" creationId="{ED97CE6E-91F6-5750-A4A3-B5A6EB5C51AF}"/>
          </ac:spMkLst>
        </pc:spChg>
        <pc:spChg chg="mod">
          <ac:chgData name="Dandekar, Rupesh" userId="2ec24d39-a403-47d2-b934-c6602cb48632" providerId="ADAL" clId="{9F712526-A561-4B46-984A-C5B41A41EC4C}" dt="2026-01-05T22:17:28.509" v="86"/>
          <ac:spMkLst>
            <pc:docMk/>
            <pc:sldMk cId="2014571169" sldId="266"/>
            <ac:spMk id="168" creationId="{11E94CF4-B677-36E6-9183-3B13A246F734}"/>
          </ac:spMkLst>
        </pc:spChg>
        <pc:spChg chg="mod">
          <ac:chgData name="Dandekar, Rupesh" userId="2ec24d39-a403-47d2-b934-c6602cb48632" providerId="ADAL" clId="{9F712526-A561-4B46-984A-C5B41A41EC4C}" dt="2026-01-05T22:17:28.509" v="86"/>
          <ac:spMkLst>
            <pc:docMk/>
            <pc:sldMk cId="2014571169" sldId="266"/>
            <ac:spMk id="177" creationId="{ADBBEF1B-AA82-3F13-6964-05F9CD626842}"/>
          </ac:spMkLst>
        </pc:spChg>
        <pc:spChg chg="mod">
          <ac:chgData name="Dandekar, Rupesh" userId="2ec24d39-a403-47d2-b934-c6602cb48632" providerId="ADAL" clId="{9F712526-A561-4B46-984A-C5B41A41EC4C}" dt="2026-01-05T22:17:28.509" v="86"/>
          <ac:spMkLst>
            <pc:docMk/>
            <pc:sldMk cId="2014571169" sldId="266"/>
            <ac:spMk id="180" creationId="{5746014B-DAD6-9C39-463F-472071EEC3B1}"/>
          </ac:spMkLst>
        </pc:spChg>
        <pc:spChg chg="mod">
          <ac:chgData name="Dandekar, Rupesh" userId="2ec24d39-a403-47d2-b934-c6602cb48632" providerId="ADAL" clId="{9F712526-A561-4B46-984A-C5B41A41EC4C}" dt="2026-01-05T22:17:28.509" v="86"/>
          <ac:spMkLst>
            <pc:docMk/>
            <pc:sldMk cId="2014571169" sldId="266"/>
            <ac:spMk id="185" creationId="{03658AF8-A178-770A-150E-02A2C303F648}"/>
          </ac:spMkLst>
        </pc:spChg>
        <pc:spChg chg="mod">
          <ac:chgData name="Dandekar, Rupesh" userId="2ec24d39-a403-47d2-b934-c6602cb48632" providerId="ADAL" clId="{9F712526-A561-4B46-984A-C5B41A41EC4C}" dt="2026-01-05T22:17:28.509" v="86"/>
          <ac:spMkLst>
            <pc:docMk/>
            <pc:sldMk cId="2014571169" sldId="266"/>
            <ac:spMk id="194" creationId="{46DB48D3-1AB3-D9B7-C17E-81939E7CA21E}"/>
          </ac:spMkLst>
        </pc:spChg>
        <pc:spChg chg="mod">
          <ac:chgData name="Dandekar, Rupesh" userId="2ec24d39-a403-47d2-b934-c6602cb48632" providerId="ADAL" clId="{9F712526-A561-4B46-984A-C5B41A41EC4C}" dt="2026-01-05T22:17:28.509" v="86"/>
          <ac:spMkLst>
            <pc:docMk/>
            <pc:sldMk cId="2014571169" sldId="266"/>
            <ac:spMk id="198" creationId="{FCA4954E-5B8B-19EF-C22C-5968DE8489E1}"/>
          </ac:spMkLst>
        </pc:spChg>
        <pc:spChg chg="mod">
          <ac:chgData name="Dandekar, Rupesh" userId="2ec24d39-a403-47d2-b934-c6602cb48632" providerId="ADAL" clId="{9F712526-A561-4B46-984A-C5B41A41EC4C}" dt="2026-01-05T22:17:28.509" v="86"/>
          <ac:spMkLst>
            <pc:docMk/>
            <pc:sldMk cId="2014571169" sldId="266"/>
            <ac:spMk id="199" creationId="{262A3398-FE1A-BD51-3B12-C6EA5220A913}"/>
          </ac:spMkLst>
        </pc:spChg>
        <pc:spChg chg="mod">
          <ac:chgData name="Dandekar, Rupesh" userId="2ec24d39-a403-47d2-b934-c6602cb48632" providerId="ADAL" clId="{9F712526-A561-4B46-984A-C5B41A41EC4C}" dt="2026-01-05T22:17:28.509" v="86"/>
          <ac:spMkLst>
            <pc:docMk/>
            <pc:sldMk cId="2014571169" sldId="266"/>
            <ac:spMk id="201" creationId="{B4E7648A-CC8E-C80B-A52F-0A3A9BFE34AB}"/>
          </ac:spMkLst>
        </pc:spChg>
      </pc:sldChg>
      <pc:sldChg chg="modSp add mod ord">
        <pc:chgData name="Dandekar, Rupesh" userId="2ec24d39-a403-47d2-b934-c6602cb48632" providerId="ADAL" clId="{9F712526-A561-4B46-984A-C5B41A41EC4C}" dt="2026-01-07T14:50:14.028" v="3185" actId="6549"/>
        <pc:sldMkLst>
          <pc:docMk/>
          <pc:sldMk cId="630068544" sldId="267"/>
        </pc:sldMkLst>
        <pc:spChg chg="mod">
          <ac:chgData name="Dandekar, Rupesh" userId="2ec24d39-a403-47d2-b934-c6602cb48632" providerId="ADAL" clId="{9F712526-A561-4B46-984A-C5B41A41EC4C}" dt="2026-01-07T14:46:27.543" v="2821" actId="20577"/>
          <ac:spMkLst>
            <pc:docMk/>
            <pc:sldMk cId="630068544" sldId="267"/>
            <ac:spMk id="5" creationId="{680A4DDD-8B45-403A-11A3-E2395CD94FD3}"/>
          </ac:spMkLst>
        </pc:spChg>
        <pc:spChg chg="mod">
          <ac:chgData name="Dandekar, Rupesh" userId="2ec24d39-a403-47d2-b934-c6602cb48632" providerId="ADAL" clId="{9F712526-A561-4B46-984A-C5B41A41EC4C}" dt="2026-01-07T14:50:14.028" v="3185" actId="6549"/>
          <ac:spMkLst>
            <pc:docMk/>
            <pc:sldMk cId="630068544" sldId="267"/>
            <ac:spMk id="6" creationId="{E5A8756F-1417-D99A-09D1-C1E15B913AA2}"/>
          </ac:spMkLst>
        </pc:spChg>
        <pc:spChg chg="mod">
          <ac:chgData name="Dandekar, Rupesh" userId="2ec24d39-a403-47d2-b934-c6602cb48632" providerId="ADAL" clId="{9F712526-A561-4B46-984A-C5B41A41EC4C}" dt="2026-01-07T14:47:43.093" v="2952" actId="20577"/>
          <ac:spMkLst>
            <pc:docMk/>
            <pc:sldMk cId="630068544" sldId="267"/>
            <ac:spMk id="8" creationId="{A6141381-C753-D470-377F-A945F4D8980E}"/>
          </ac:spMkLst>
        </pc:spChg>
        <pc:picChg chg="mod">
          <ac:chgData name="Dandekar, Rupesh" userId="2ec24d39-a403-47d2-b934-c6602cb48632" providerId="ADAL" clId="{9F712526-A561-4B46-984A-C5B41A41EC4C}" dt="2026-01-07T14:29:34.698" v="1994" actId="14100"/>
          <ac:picMkLst>
            <pc:docMk/>
            <pc:sldMk cId="630068544" sldId="267"/>
            <ac:picMk id="9" creationId="{F42A0A13-E2DF-2D8F-299A-5BCB938128E0}"/>
          </ac:picMkLst>
        </pc:picChg>
      </pc:sldChg>
      <pc:sldChg chg="addSp delSp modSp add mod">
        <pc:chgData name="Dandekar, Rupesh" userId="2ec24d39-a403-47d2-b934-c6602cb48632" providerId="ADAL" clId="{9F712526-A561-4B46-984A-C5B41A41EC4C}" dt="2026-01-07T17:33:01.412" v="3468" actId="20577"/>
        <pc:sldMkLst>
          <pc:docMk/>
          <pc:sldMk cId="836278496" sldId="268"/>
        </pc:sldMkLst>
        <pc:spChg chg="mod">
          <ac:chgData name="Dandekar, Rupesh" userId="2ec24d39-a403-47d2-b934-c6602cb48632" providerId="ADAL" clId="{9F712526-A561-4B46-984A-C5B41A41EC4C}" dt="2026-01-05T22:25:17.229" v="245" actId="20577"/>
          <ac:spMkLst>
            <pc:docMk/>
            <pc:sldMk cId="836278496" sldId="268"/>
            <ac:spMk id="5" creationId="{12AE660F-264C-A4DE-458F-AB1761F849BD}"/>
          </ac:spMkLst>
        </pc:spChg>
        <pc:spChg chg="mod">
          <ac:chgData name="Dandekar, Rupesh" userId="2ec24d39-a403-47d2-b934-c6602cb48632" providerId="ADAL" clId="{9F712526-A561-4B46-984A-C5B41A41EC4C}" dt="2026-01-05T22:25:27.836" v="289" actId="20577"/>
          <ac:spMkLst>
            <pc:docMk/>
            <pc:sldMk cId="836278496" sldId="268"/>
            <ac:spMk id="8" creationId="{4ADBD13C-944D-32CB-8800-6AB2334F75E6}"/>
          </ac:spMkLst>
        </pc:spChg>
        <pc:graphicFrameChg chg="add mod modGraphic">
          <ac:chgData name="Dandekar, Rupesh" userId="2ec24d39-a403-47d2-b934-c6602cb48632" providerId="ADAL" clId="{9F712526-A561-4B46-984A-C5B41A41EC4C}" dt="2026-01-07T17:33:01.412" v="3468" actId="20577"/>
          <ac:graphicFrameMkLst>
            <pc:docMk/>
            <pc:sldMk cId="836278496" sldId="268"/>
            <ac:graphicFrameMk id="3" creationId="{43CFB720-BAD3-B4E5-8921-8C83AC407902}"/>
          </ac:graphicFrameMkLst>
        </pc:graphicFrameChg>
      </pc:sldChg>
      <pc:sldChg chg="delSp modSp add mod">
        <pc:chgData name="Dandekar, Rupesh" userId="2ec24d39-a403-47d2-b934-c6602cb48632" providerId="ADAL" clId="{9F712526-A561-4B46-984A-C5B41A41EC4C}" dt="2026-01-05T22:19:20.750" v="185" actId="113"/>
        <pc:sldMkLst>
          <pc:docMk/>
          <pc:sldMk cId="2285304414" sldId="272"/>
        </pc:sldMkLst>
        <pc:spChg chg="mod">
          <ac:chgData name="Dandekar, Rupesh" userId="2ec24d39-a403-47d2-b934-c6602cb48632" providerId="ADAL" clId="{9F712526-A561-4B46-984A-C5B41A41EC4C}" dt="2026-01-05T22:19:20.750" v="185" actId="113"/>
          <ac:spMkLst>
            <pc:docMk/>
            <pc:sldMk cId="2285304414" sldId="272"/>
            <ac:spMk id="2" creationId="{059B4621-9D0D-0EA6-26F0-8BB41EC3B569}"/>
          </ac:spMkLst>
        </pc:spChg>
      </pc:sldChg>
      <pc:sldChg chg="delSp modSp add mod">
        <pc:chgData name="Dandekar, Rupesh" userId="2ec24d39-a403-47d2-b934-c6602cb48632" providerId="ADAL" clId="{9F712526-A561-4B46-984A-C5B41A41EC4C}" dt="2026-01-05T22:19:41.102" v="192" actId="478"/>
        <pc:sldMkLst>
          <pc:docMk/>
          <pc:sldMk cId="866649248" sldId="274"/>
        </pc:sldMkLst>
        <pc:spChg chg="mod">
          <ac:chgData name="Dandekar, Rupesh" userId="2ec24d39-a403-47d2-b934-c6602cb48632" providerId="ADAL" clId="{9F712526-A561-4B46-984A-C5B41A41EC4C}" dt="2026-01-05T22:19:39.629" v="191" actId="113"/>
          <ac:spMkLst>
            <pc:docMk/>
            <pc:sldMk cId="866649248" sldId="274"/>
            <ac:spMk id="31" creationId="{3FF9D804-BA3F-21EE-0268-45BDEBB7C25E}"/>
          </ac:spMkLst>
        </pc:spChg>
      </pc:sldChg>
      <pc:sldChg chg="delSp modSp add mod">
        <pc:chgData name="Dandekar, Rupesh" userId="2ec24d39-a403-47d2-b934-c6602cb48632" providerId="ADAL" clId="{9F712526-A561-4B46-984A-C5B41A41EC4C}" dt="2026-01-05T22:19:48.523" v="194" actId="478"/>
        <pc:sldMkLst>
          <pc:docMk/>
          <pc:sldMk cId="1623351676" sldId="275"/>
        </pc:sldMkLst>
        <pc:spChg chg="mod">
          <ac:chgData name="Dandekar, Rupesh" userId="2ec24d39-a403-47d2-b934-c6602cb48632" providerId="ADAL" clId="{9F712526-A561-4B46-984A-C5B41A41EC4C}" dt="2026-01-05T22:19:46.025" v="193" actId="113"/>
          <ac:spMkLst>
            <pc:docMk/>
            <pc:sldMk cId="1623351676" sldId="275"/>
            <ac:spMk id="31" creationId="{02245E78-6518-4447-4F54-4389F67A96D6}"/>
          </ac:spMkLst>
        </pc:spChg>
      </pc:sldChg>
      <pc:sldChg chg="delSp modSp add mod">
        <pc:chgData name="Dandekar, Rupesh" userId="2ec24d39-a403-47d2-b934-c6602cb48632" providerId="ADAL" clId="{9F712526-A561-4B46-984A-C5B41A41EC4C}" dt="2026-01-05T22:19:57.480" v="196" actId="113"/>
        <pc:sldMkLst>
          <pc:docMk/>
          <pc:sldMk cId="3431232142" sldId="277"/>
        </pc:sldMkLst>
        <pc:spChg chg="mod">
          <ac:chgData name="Dandekar, Rupesh" userId="2ec24d39-a403-47d2-b934-c6602cb48632" providerId="ADAL" clId="{9F712526-A561-4B46-984A-C5B41A41EC4C}" dt="2026-01-05T22:19:57.480" v="196" actId="113"/>
          <ac:spMkLst>
            <pc:docMk/>
            <pc:sldMk cId="3431232142" sldId="277"/>
            <ac:spMk id="31" creationId="{1C6A704D-7BAE-40C5-B579-50FD17DB5F16}"/>
          </ac:spMkLst>
        </pc:spChg>
      </pc:sldChg>
      <pc:sldChg chg="delSp modSp add mod">
        <pc:chgData name="Dandekar, Rupesh" userId="2ec24d39-a403-47d2-b934-c6602cb48632" providerId="ADAL" clId="{9F712526-A561-4B46-984A-C5B41A41EC4C}" dt="2026-01-05T22:19:34.961" v="190" actId="113"/>
        <pc:sldMkLst>
          <pc:docMk/>
          <pc:sldMk cId="4004656231" sldId="280"/>
        </pc:sldMkLst>
        <pc:spChg chg="mod">
          <ac:chgData name="Dandekar, Rupesh" userId="2ec24d39-a403-47d2-b934-c6602cb48632" providerId="ADAL" clId="{9F712526-A561-4B46-984A-C5B41A41EC4C}" dt="2026-01-05T22:19:34.961" v="190" actId="113"/>
          <ac:spMkLst>
            <pc:docMk/>
            <pc:sldMk cId="4004656231" sldId="280"/>
            <ac:spMk id="31" creationId="{78F486E9-2C97-7B95-DEF1-8F978BA9506F}"/>
          </ac:spMkLst>
        </pc:spChg>
      </pc:sldChg>
      <pc:sldChg chg="delSp modSp add mod">
        <pc:chgData name="Dandekar, Rupesh" userId="2ec24d39-a403-47d2-b934-c6602cb48632" providerId="ADAL" clId="{9F712526-A561-4B46-984A-C5B41A41EC4C}" dt="2026-01-05T22:20:25.040" v="200" actId="6549"/>
        <pc:sldMkLst>
          <pc:docMk/>
          <pc:sldMk cId="3828098890" sldId="281"/>
        </pc:sldMkLst>
        <pc:spChg chg="mod">
          <ac:chgData name="Dandekar, Rupesh" userId="2ec24d39-a403-47d2-b934-c6602cb48632" providerId="ADAL" clId="{9F712526-A561-4B46-984A-C5B41A41EC4C}" dt="2026-01-05T22:20:25.040" v="200" actId="6549"/>
          <ac:spMkLst>
            <pc:docMk/>
            <pc:sldMk cId="3828098890" sldId="281"/>
            <ac:spMk id="2" creationId="{0AC06429-AC2B-E2B5-A62E-DE83EAD3CFF8}"/>
          </ac:spMkLst>
        </pc:spChg>
      </pc:sldChg>
      <pc:sldChg chg="add del">
        <pc:chgData name="Dandekar, Rupesh" userId="2ec24d39-a403-47d2-b934-c6602cb48632" providerId="ADAL" clId="{9F712526-A561-4B46-984A-C5B41A41EC4C}" dt="2026-01-07T14:56:27.531" v="3343" actId="47"/>
        <pc:sldMkLst>
          <pc:docMk/>
          <pc:sldMk cId="577185328" sldId="282"/>
        </pc:sldMkLst>
      </pc:sldChg>
      <pc:sldChg chg="addSp delSp modSp add del mod ord">
        <pc:chgData name="Dandekar, Rupesh" userId="2ec24d39-a403-47d2-b934-c6602cb48632" providerId="ADAL" clId="{9F712526-A561-4B46-984A-C5B41A41EC4C}" dt="2026-01-07T14:50:37.495" v="3186" actId="47"/>
        <pc:sldMkLst>
          <pc:docMk/>
          <pc:sldMk cId="98508470" sldId="283"/>
        </pc:sldMkLst>
        <pc:spChg chg="mod">
          <ac:chgData name="Dandekar, Rupesh" userId="2ec24d39-a403-47d2-b934-c6602cb48632" providerId="ADAL" clId="{9F712526-A561-4B46-984A-C5B41A41EC4C}" dt="2026-01-07T14:27:42.512" v="1980" actId="20577"/>
          <ac:spMkLst>
            <pc:docMk/>
            <pc:sldMk cId="98508470" sldId="283"/>
            <ac:spMk id="6" creationId="{442DC010-B047-6943-FB17-26D2FCF47616}"/>
          </ac:spMkLst>
        </pc:spChg>
        <pc:spChg chg="mod">
          <ac:chgData name="Dandekar, Rupesh" userId="2ec24d39-a403-47d2-b934-c6602cb48632" providerId="ADAL" clId="{9F712526-A561-4B46-984A-C5B41A41EC4C}" dt="2026-01-07T14:07:59.152" v="1145"/>
          <ac:spMkLst>
            <pc:docMk/>
            <pc:sldMk cId="98508470" sldId="283"/>
            <ac:spMk id="8" creationId="{A241935F-B348-1C50-6F10-625C724B1019}"/>
          </ac:spMkLst>
        </pc:spChg>
        <pc:picChg chg="add mod">
          <ac:chgData name="Dandekar, Rupesh" userId="2ec24d39-a403-47d2-b934-c6602cb48632" providerId="ADAL" clId="{9F712526-A561-4B46-984A-C5B41A41EC4C}" dt="2026-01-07T14:04:28.784" v="950"/>
          <ac:picMkLst>
            <pc:docMk/>
            <pc:sldMk cId="98508470" sldId="283"/>
            <ac:picMk id="3" creationId="{01C468A8-D140-7BCD-04AE-4EB82A72EC11}"/>
          </ac:picMkLst>
        </pc:picChg>
        <pc:picChg chg="del">
          <ac:chgData name="Dandekar, Rupesh" userId="2ec24d39-a403-47d2-b934-c6602cb48632" providerId="ADAL" clId="{9F712526-A561-4B46-984A-C5B41A41EC4C}" dt="2026-01-07T13:24:39.575" v="629" actId="478"/>
          <ac:picMkLst>
            <pc:docMk/>
            <pc:sldMk cId="98508470" sldId="283"/>
            <ac:picMk id="9" creationId="{6CB0B509-8954-A626-5850-3C5BEBCFDFA3}"/>
          </ac:picMkLst>
        </pc:picChg>
      </pc:sldChg>
      <pc:sldChg chg="delSp modSp add del mod">
        <pc:chgData name="Dandekar, Rupesh" userId="2ec24d39-a403-47d2-b934-c6602cb48632" providerId="ADAL" clId="{9F712526-A561-4B46-984A-C5B41A41EC4C}" dt="2026-01-07T14:38:26.902" v="2549" actId="47"/>
        <pc:sldMkLst>
          <pc:docMk/>
          <pc:sldMk cId="2486388325" sldId="284"/>
        </pc:sldMkLst>
        <pc:spChg chg="mod">
          <ac:chgData name="Dandekar, Rupesh" userId="2ec24d39-a403-47d2-b934-c6602cb48632" providerId="ADAL" clId="{9F712526-A561-4B46-984A-C5B41A41EC4C}" dt="2026-01-07T14:23:37.511" v="1883" actId="20577"/>
          <ac:spMkLst>
            <pc:docMk/>
            <pc:sldMk cId="2486388325" sldId="284"/>
            <ac:spMk id="6" creationId="{99B91DC5-C644-E2DC-775E-54066076490B}"/>
          </ac:spMkLst>
        </pc:spChg>
        <pc:picChg chg="del">
          <ac:chgData name="Dandekar, Rupesh" userId="2ec24d39-a403-47d2-b934-c6602cb48632" providerId="ADAL" clId="{9F712526-A561-4B46-984A-C5B41A41EC4C}" dt="2026-01-07T14:04:54.466" v="955" actId="478"/>
          <ac:picMkLst>
            <pc:docMk/>
            <pc:sldMk cId="2486388325" sldId="284"/>
            <ac:picMk id="9" creationId="{D44E84D1-5E68-26A4-C714-24B1F40C59DB}"/>
          </ac:picMkLst>
        </pc:picChg>
      </pc:sldChg>
      <pc:sldChg chg="addSp modSp add mod ord">
        <pc:chgData name="Dandekar, Rupesh" userId="2ec24d39-a403-47d2-b934-c6602cb48632" providerId="ADAL" clId="{9F712526-A561-4B46-984A-C5B41A41EC4C}" dt="2026-01-07T14:56:06.694" v="3340" actId="208"/>
        <pc:sldMkLst>
          <pc:docMk/>
          <pc:sldMk cId="4198388801" sldId="285"/>
        </pc:sldMkLst>
        <pc:spChg chg="add mod">
          <ac:chgData name="Dandekar, Rupesh" userId="2ec24d39-a403-47d2-b934-c6602cb48632" providerId="ADAL" clId="{9F712526-A561-4B46-984A-C5B41A41EC4C}" dt="2026-01-07T14:56:06.694" v="3340" actId="208"/>
          <ac:spMkLst>
            <pc:docMk/>
            <pc:sldMk cId="4198388801" sldId="285"/>
            <ac:spMk id="3" creationId="{27ED4527-08C6-DA32-3862-B3A6B4AFD924}"/>
          </ac:spMkLst>
        </pc:spChg>
        <pc:spChg chg="mod">
          <ac:chgData name="Dandekar, Rupesh" userId="2ec24d39-a403-47d2-b934-c6602cb48632" providerId="ADAL" clId="{9F712526-A561-4B46-984A-C5B41A41EC4C}" dt="2026-01-07T14:45:53.603" v="2803" actId="255"/>
          <ac:spMkLst>
            <pc:docMk/>
            <pc:sldMk cId="4198388801" sldId="285"/>
            <ac:spMk id="6" creationId="{26A292CE-E73A-2CE4-618B-EBC14D6A1A60}"/>
          </ac:spMkLst>
        </pc:spChg>
      </pc:sldChg>
      <pc:sldMasterChg chg="delSldLayout">
        <pc:chgData name="Dandekar, Rupesh" userId="2ec24d39-a403-47d2-b934-c6602cb48632" providerId="ADAL" clId="{9F712526-A561-4B46-984A-C5B41A41EC4C}" dt="2026-01-05T22:10:21.317" v="30" actId="47"/>
        <pc:sldMasterMkLst>
          <pc:docMk/>
          <pc:sldMasterMk cId="3564201735" sldId="2147484813"/>
        </pc:sldMasterMkLst>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8BF19CB-B842-8920-ACB7-6AADEE9AE03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93FF1599-558C-1042-FC85-A324E54D262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5D85AB7-9048-4E02-A9F9-095B714A9B69}" type="datetimeFigureOut">
              <a:rPr lang="en-US" smtClean="0"/>
              <a:t>1/7/2026</a:t>
            </a:fld>
            <a:endParaRPr lang="en-US"/>
          </a:p>
        </p:txBody>
      </p:sp>
      <p:sp>
        <p:nvSpPr>
          <p:cNvPr id="4" name="Footer Placeholder 3">
            <a:extLst>
              <a:ext uri="{FF2B5EF4-FFF2-40B4-BE49-F238E27FC236}">
                <a16:creationId xmlns:a16="http://schemas.microsoft.com/office/drawing/2014/main" id="{5AD09977-37D2-0587-A816-2DBADA7E80D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47F1835D-00E5-74FB-00AF-DA10369FAFD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56364F7-538E-4A35-99F1-FBAA0D0A00BE}" type="slidenum">
              <a:rPr lang="en-US" smtClean="0"/>
              <a:t>‹#›</a:t>
            </a:fld>
            <a:endParaRPr lang="en-US"/>
          </a:p>
        </p:txBody>
      </p:sp>
    </p:spTree>
    <p:extLst>
      <p:ext uri="{BB962C8B-B14F-4D97-AF65-F5344CB8AC3E}">
        <p14:creationId xmlns:p14="http://schemas.microsoft.com/office/powerpoint/2010/main" val="1143193202"/>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F51D237-3539-48C6-8882-28E2BC420C8E}" type="datetimeFigureOut">
              <a:rPr lang="en-US" smtClean="0"/>
              <a:t>1/7/2026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E583B1F-CBC4-4E9D-B76D-993EE0D08F3F}" type="slidenum">
              <a:rPr lang="en-US" smtClean="0"/>
              <a:t>‹#›</a:t>
            </a:fld>
            <a:endParaRPr lang="en-US"/>
          </a:p>
        </p:txBody>
      </p:sp>
    </p:spTree>
    <p:extLst>
      <p:ext uri="{BB962C8B-B14F-4D97-AF65-F5344CB8AC3E}">
        <p14:creationId xmlns:p14="http://schemas.microsoft.com/office/powerpoint/2010/main" val="5446637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5C777D-1DD5-F029-1013-F919DBD40F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C44C65-41E7-82F4-9034-A8C82B31F570}"/>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AB7CC7D7-6735-BD79-39CC-409096A0073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466C5D2-0BA4-025B-8018-E4A00D389E18}"/>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A6EB334-FCD2-4B56-BDE4-E29DD0D4E3E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882626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B2E050-B0F0-CD44-5874-CD7E04FEBB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FE25AB-57A9-D6E4-69E3-2573C8266AD6}"/>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C1A18A1F-2EA9-DBAD-06AF-CB159449DFC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B2033F2-7909-14AF-FCBA-EB0EED80C713}"/>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A6EB334-FCD2-4B56-BDE4-E29DD0D4E3E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594631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583B1F-CBC4-4E9D-B76D-993EE0D08F3F}" type="slidenum">
              <a:rPr lang="en-US" smtClean="0"/>
              <a:t>4</a:t>
            </a:fld>
            <a:endParaRPr lang="en-US"/>
          </a:p>
        </p:txBody>
      </p:sp>
    </p:spTree>
    <p:extLst>
      <p:ext uri="{BB962C8B-B14F-4D97-AF65-F5344CB8AC3E}">
        <p14:creationId xmlns:p14="http://schemas.microsoft.com/office/powerpoint/2010/main" val="40197816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583B1F-CBC4-4E9D-B76D-993EE0D08F3F}" type="slidenum">
              <a:rPr lang="en-US" smtClean="0"/>
              <a:t>5</a:t>
            </a:fld>
            <a:endParaRPr lang="en-US"/>
          </a:p>
        </p:txBody>
      </p:sp>
    </p:spTree>
    <p:extLst>
      <p:ext uri="{BB962C8B-B14F-4D97-AF65-F5344CB8AC3E}">
        <p14:creationId xmlns:p14="http://schemas.microsoft.com/office/powerpoint/2010/main" val="35436247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93B38D-0F8F-79AA-F618-68DD3F5640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7CA2B9-8E2A-2CDE-89AB-19E05B2E93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90531D-7F5D-01CC-0ED6-16BB2781411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6F158F5-F25D-6446-53F4-D20F3F21957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8A34052-12FB-4B01-8A2E-D87AD7371E9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569672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651F54-D12C-C06B-A9C8-9B2D7CAA58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359BDF-710D-66DA-B9EC-14E12D2F9D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BBF971-7A91-4906-A368-174D6147DC4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5D5D104-FB9A-EBA0-F9C2-86438A2BCEF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8A34052-12FB-4B01-8A2E-D87AD7371E9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311859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81F556-F07E-1ED8-95A4-99DECF773F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EFDA90-9194-08A6-EFF5-98CDF3B3BF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53D629B-CC0E-43D3-CF64-FC8695D2C4B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3A7AEFE-0917-1926-8244-1621DED032F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8A34052-12FB-4B01-8A2E-D87AD7371E9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776733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87B18F-7765-68C4-1DBB-13400C5BC0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C4B25F-5341-CA9F-6D32-3C6ADF822F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73BD18-8B93-62F3-98B7-08480D31E20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8A0B788-8791-7659-B123-EC4D1A1753C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8A34052-12FB-4B01-8A2E-D87AD7371E9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932443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DF9E1C-2569-4574-A139-3277396E5F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AD345D-E467-092E-402C-D5DD42AFD90C}"/>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0C4B2D2A-1529-4F1D-D3DD-1F14AF7E537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960F594-44A6-74F7-7A29-1598205D26E7}"/>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A6EB334-FCD2-4B56-BDE4-E29DD0D4E3E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6401959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30703F-1C4A-7391-8FAE-D95F788844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CB5DF4-461F-B8C2-F28E-B07CE1742D99}"/>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48A8F2B3-8153-8027-2762-7D01BD1AFA7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716A002-5652-2D7B-B205-3AA1E5DD46C7}"/>
              </a:ext>
            </a:extLst>
          </p:cNvPr>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4971630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44DBAF-CD53-7E86-6FC2-8DAEB4CC6F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D5893B-3C82-FD91-62A5-77A1264E8A74}"/>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CB7D6925-F6A9-5FFC-0577-E549EA40329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D7A6D53-1109-940C-8827-849C1C8733A9}"/>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A6EB334-FCD2-4B56-BDE4-E29DD0D4E3E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0583934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slideMaster" Target="../slideMasters/slideMaster2.xml"/><Relationship Id="rId1" Type="http://schemas.openxmlformats.org/officeDocument/2006/relationships/tags" Target="../tags/tag3.xml"/><Relationship Id="rId6" Type="http://schemas.openxmlformats.org/officeDocument/2006/relationships/image" Target="../media/image14.emf"/><Relationship Id="rId5" Type="http://schemas.openxmlformats.org/officeDocument/2006/relationships/oleObject" Target="../embeddings/oleObject3.bin"/><Relationship Id="rId4" Type="http://schemas.openxmlformats.org/officeDocument/2006/relationships/image" Target="../media/image13.png"/></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2.xml"/><Relationship Id="rId1" Type="http://schemas.openxmlformats.org/officeDocument/2006/relationships/tags" Target="../tags/tag4.xml"/><Relationship Id="rId5" Type="http://schemas.openxmlformats.org/officeDocument/2006/relationships/image" Target="../media/image14.emf"/><Relationship Id="rId4" Type="http://schemas.openxmlformats.org/officeDocument/2006/relationships/oleObject" Target="../embeddings/oleObject4.bin"/></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2.xml"/><Relationship Id="rId1" Type="http://schemas.openxmlformats.org/officeDocument/2006/relationships/tags" Target="../tags/tag5.xml"/><Relationship Id="rId4" Type="http://schemas.openxmlformats.org/officeDocument/2006/relationships/image" Target="../media/image16.emf"/></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slideMaster" Target="../slideMasters/slideMaster2.xml"/><Relationship Id="rId1" Type="http://schemas.openxmlformats.org/officeDocument/2006/relationships/tags" Target="../tags/tag6.xml"/><Relationship Id="rId6" Type="http://schemas.openxmlformats.org/officeDocument/2006/relationships/image" Target="../media/image14.emf"/><Relationship Id="rId5" Type="http://schemas.openxmlformats.org/officeDocument/2006/relationships/oleObject" Target="../embeddings/oleObject3.bin"/><Relationship Id="rId4" Type="http://schemas.openxmlformats.org/officeDocument/2006/relationships/image" Target="../media/image13.png"/></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Master" Target="../slideMasters/slideMaster2.xml"/><Relationship Id="rId6" Type="http://schemas.openxmlformats.org/officeDocument/2006/relationships/image" Target="../media/image21.svg"/><Relationship Id="rId5" Type="http://schemas.openxmlformats.org/officeDocument/2006/relationships/image" Target="../media/image20.png"/><Relationship Id="rId4" Type="http://schemas.openxmlformats.org/officeDocument/2006/relationships/image" Target="../media/image19.svg"/></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Master" Target="../slideMasters/slideMaster2.xml"/><Relationship Id="rId6" Type="http://schemas.openxmlformats.org/officeDocument/2006/relationships/image" Target="../media/image21.svg"/><Relationship Id="rId5" Type="http://schemas.openxmlformats.org/officeDocument/2006/relationships/image" Target="../media/image20.png"/><Relationship Id="rId4" Type="http://schemas.openxmlformats.org/officeDocument/2006/relationships/image" Target="../media/image19.svg"/></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Master" Target="../slideMasters/slideMaster3.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4.png"/></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 White">
    <p:spTree>
      <p:nvGrpSpPr>
        <p:cNvPr id="1" name=""/>
        <p:cNvGrpSpPr/>
        <p:nvPr/>
      </p:nvGrpSpPr>
      <p:grpSpPr>
        <a:xfrm>
          <a:off x="0" y="0"/>
          <a:ext cx="0" cy="0"/>
          <a:chOff x="0" y="0"/>
          <a:chExt cx="0" cy="0"/>
        </a:xfrm>
      </p:grpSpPr>
      <p:pic>
        <p:nvPicPr>
          <p:cNvPr id="4" name="Picture 3" descr="A white plate with blue and green circles&#10;&#10;Description automatically generated">
            <a:extLst>
              <a:ext uri="{FF2B5EF4-FFF2-40B4-BE49-F238E27FC236}">
                <a16:creationId xmlns:a16="http://schemas.microsoft.com/office/drawing/2014/main" id="{2F37E5D2-4578-4888-598C-EC0E2A3AE726}"/>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42" name="Title 1">
            <a:extLst>
              <a:ext uri="{FF2B5EF4-FFF2-40B4-BE49-F238E27FC236}">
                <a16:creationId xmlns:a16="http://schemas.microsoft.com/office/drawing/2014/main" id="{B345DB50-CB94-4421-9E14-33DABF973475}"/>
              </a:ext>
            </a:extLst>
          </p:cNvPr>
          <p:cNvSpPr>
            <a:spLocks noGrp="1"/>
          </p:cNvSpPr>
          <p:nvPr>
            <p:ph type="ctrTitle"/>
          </p:nvPr>
        </p:nvSpPr>
        <p:spPr bwMode="gray">
          <a:xfrm>
            <a:off x="457202" y="5186209"/>
            <a:ext cx="4195822" cy="895983"/>
          </a:xfrm>
          <a:prstGeom prst="rect">
            <a:avLst/>
          </a:prstGeom>
        </p:spPr>
        <p:txBody>
          <a:bodyPr anchor="b" anchorCtr="0">
            <a:noAutofit/>
          </a:bodyPr>
          <a:lstStyle>
            <a:lvl1pPr algn="l">
              <a:lnSpc>
                <a:spcPts val="3200"/>
              </a:lnSpc>
              <a:defRPr sz="3200" b="0">
                <a:solidFill>
                  <a:schemeClr val="accent3"/>
                </a:solidFill>
                <a:latin typeface="+mn-lt"/>
                <a:ea typeface="Open Sans" panose="020B0606030504020204" pitchFamily="34" charset="0"/>
                <a:cs typeface="Calibri Light" panose="020F0302020204030204" pitchFamily="34" charset="0"/>
              </a:defRPr>
            </a:lvl1pPr>
          </a:lstStyle>
          <a:p>
            <a:r>
              <a:rPr lang="en-US" noProof="0"/>
              <a:t>Click to edit Master title style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p:nvPr>
        </p:nvSpPr>
        <p:spPr>
          <a:xfrm>
            <a:off x="457201" y="6365848"/>
            <a:ext cx="4490721" cy="273050"/>
          </a:xfrm>
          <a:prstGeom prst="rect">
            <a:avLst/>
          </a:prstGeom>
        </p:spPr>
        <p:txBody>
          <a:bodyPr anchor="t">
            <a:noAutofit/>
          </a:bodyPr>
          <a:lstStyle>
            <a:lvl1pPr>
              <a:spcAft>
                <a:spcPts val="0"/>
              </a:spcAft>
              <a:defRPr sz="1400" b="1">
                <a:solidFill>
                  <a:schemeClr val="tx1"/>
                </a:solidFill>
                <a:latin typeface="+mn-lt"/>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27" name="Group 26">
            <a:extLst>
              <a:ext uri="{FF2B5EF4-FFF2-40B4-BE49-F238E27FC236}">
                <a16:creationId xmlns:a16="http://schemas.microsoft.com/office/drawing/2014/main" id="{A01EE57E-4C1B-4ECF-94C5-14A453751EA1}"/>
              </a:ext>
            </a:extLst>
          </p:cNvPr>
          <p:cNvGrpSpPr>
            <a:grpSpLocks noChangeAspect="1"/>
          </p:cNvGrpSpPr>
          <p:nvPr userDrawn="1"/>
        </p:nvGrpSpPr>
        <p:grpSpPr>
          <a:xfrm>
            <a:off x="460541" y="344137"/>
            <a:ext cx="1819109" cy="345828"/>
            <a:chOff x="398463" y="404813"/>
            <a:chExt cx="1627187" cy="307976"/>
          </a:xfrm>
          <a:solidFill>
            <a:schemeClr val="tx1"/>
          </a:solidFill>
        </p:grpSpPr>
        <p:sp>
          <p:nvSpPr>
            <p:cNvPr id="28" name="Oval 5">
              <a:extLst>
                <a:ext uri="{FF2B5EF4-FFF2-40B4-BE49-F238E27FC236}">
                  <a16:creationId xmlns:a16="http://schemas.microsoft.com/office/drawing/2014/main" id="{848B10DB-7BA0-47A6-A2BF-E43FDE325327}"/>
                </a:ext>
              </a:extLst>
            </p:cNvPr>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latin typeface="+mn-lt"/>
              </a:endParaRPr>
            </a:p>
          </p:txBody>
        </p:sp>
        <p:sp>
          <p:nvSpPr>
            <p:cNvPr id="29" name="Freeform 6">
              <a:extLst>
                <a:ext uri="{FF2B5EF4-FFF2-40B4-BE49-F238E27FC236}">
                  <a16:creationId xmlns:a16="http://schemas.microsoft.com/office/drawing/2014/main" id="{B690FCB5-02B0-42C1-A71D-2F5ABCA25FF7}"/>
                </a:ext>
              </a:extLst>
            </p:cNvPr>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latin typeface="+mn-lt"/>
              </a:endParaRPr>
            </a:p>
          </p:txBody>
        </p:sp>
        <p:sp>
          <p:nvSpPr>
            <p:cNvPr id="33" name="Rectangle 7">
              <a:extLst>
                <a:ext uri="{FF2B5EF4-FFF2-40B4-BE49-F238E27FC236}">
                  <a16:creationId xmlns:a16="http://schemas.microsoft.com/office/drawing/2014/main" id="{358223E3-2772-41EC-BDC5-F0327F14B288}"/>
                </a:ext>
              </a:extLst>
            </p:cNvPr>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latin typeface="+mn-lt"/>
              </a:endParaRPr>
            </a:p>
          </p:txBody>
        </p:sp>
        <p:sp>
          <p:nvSpPr>
            <p:cNvPr id="34" name="Freeform 8">
              <a:extLst>
                <a:ext uri="{FF2B5EF4-FFF2-40B4-BE49-F238E27FC236}">
                  <a16:creationId xmlns:a16="http://schemas.microsoft.com/office/drawing/2014/main" id="{60E75CE7-1268-47E9-A585-16E350CB0979}"/>
                </a:ext>
              </a:extLst>
            </p:cNvPr>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latin typeface="+mn-lt"/>
              </a:endParaRPr>
            </a:p>
          </p:txBody>
        </p:sp>
        <p:sp>
          <p:nvSpPr>
            <p:cNvPr id="35" name="Rectangle 9">
              <a:extLst>
                <a:ext uri="{FF2B5EF4-FFF2-40B4-BE49-F238E27FC236}">
                  <a16:creationId xmlns:a16="http://schemas.microsoft.com/office/drawing/2014/main" id="{BF8B8A80-FD9A-43B9-A936-A0BE1CAD8037}"/>
                </a:ext>
              </a:extLst>
            </p:cNvPr>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latin typeface="+mn-lt"/>
              </a:endParaRPr>
            </a:p>
          </p:txBody>
        </p:sp>
        <p:sp>
          <p:nvSpPr>
            <p:cNvPr id="36" name="Rectangle 10">
              <a:extLst>
                <a:ext uri="{FF2B5EF4-FFF2-40B4-BE49-F238E27FC236}">
                  <a16:creationId xmlns:a16="http://schemas.microsoft.com/office/drawing/2014/main" id="{5DA18E48-2689-422E-A84C-ECB5B61A0D29}"/>
                </a:ext>
              </a:extLst>
            </p:cNvPr>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latin typeface="+mn-lt"/>
              </a:endParaRPr>
            </a:p>
          </p:txBody>
        </p:sp>
        <p:sp>
          <p:nvSpPr>
            <p:cNvPr id="37" name="Freeform 11">
              <a:extLst>
                <a:ext uri="{FF2B5EF4-FFF2-40B4-BE49-F238E27FC236}">
                  <a16:creationId xmlns:a16="http://schemas.microsoft.com/office/drawing/2014/main" id="{D9316E24-7A8A-4FCF-B2C4-4EE40E3BA994}"/>
                </a:ext>
              </a:extLst>
            </p:cNvPr>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latin typeface="+mn-lt"/>
              </a:endParaRPr>
            </a:p>
          </p:txBody>
        </p:sp>
        <p:sp>
          <p:nvSpPr>
            <p:cNvPr id="38" name="Freeform 12">
              <a:extLst>
                <a:ext uri="{FF2B5EF4-FFF2-40B4-BE49-F238E27FC236}">
                  <a16:creationId xmlns:a16="http://schemas.microsoft.com/office/drawing/2014/main" id="{76354CE9-D577-46E8-886D-1BBB079BE4DC}"/>
                </a:ext>
              </a:extLst>
            </p:cNvPr>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latin typeface="+mn-lt"/>
              </a:endParaRPr>
            </a:p>
          </p:txBody>
        </p:sp>
        <p:sp>
          <p:nvSpPr>
            <p:cNvPr id="39" name="Freeform 13">
              <a:extLst>
                <a:ext uri="{FF2B5EF4-FFF2-40B4-BE49-F238E27FC236}">
                  <a16:creationId xmlns:a16="http://schemas.microsoft.com/office/drawing/2014/main" id="{2232419E-4011-4B15-A744-7F8FCDD1F558}"/>
                </a:ext>
              </a:extLst>
            </p:cNvPr>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latin typeface="+mn-lt"/>
              </a:endParaRPr>
            </a:p>
          </p:txBody>
        </p:sp>
        <p:sp>
          <p:nvSpPr>
            <p:cNvPr id="40" name="Freeform 14">
              <a:extLst>
                <a:ext uri="{FF2B5EF4-FFF2-40B4-BE49-F238E27FC236}">
                  <a16:creationId xmlns:a16="http://schemas.microsoft.com/office/drawing/2014/main" id="{2F957E66-C402-4A51-A806-6052AEAFC8F2}"/>
                </a:ext>
              </a:extLst>
            </p:cNvPr>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latin typeface="+mn-lt"/>
              </a:endParaRPr>
            </a:p>
          </p:txBody>
        </p:sp>
      </p:grpSp>
      <p:pic>
        <p:nvPicPr>
          <p:cNvPr id="2" name="Graphic 1">
            <a:extLst>
              <a:ext uri="{FF2B5EF4-FFF2-40B4-BE49-F238E27FC236}">
                <a16:creationId xmlns:a16="http://schemas.microsoft.com/office/drawing/2014/main" id="{16777FE2-86A8-491B-4C72-BEE1086C6E6C}"/>
              </a:ext>
            </a:extLst>
          </p:cNvPr>
          <p:cNvPicPr>
            <a:picLocks noChangeAspect="1"/>
          </p:cNvPicPr>
          <p:nvPr userDrawn="1"/>
        </p:nvPicPr>
        <p:blipFill rotWithShape="1">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rcRect l="23046" t="3489" r="21118" b="66790"/>
          <a:stretch/>
        </p:blipFill>
        <p:spPr>
          <a:xfrm>
            <a:off x="10358120" y="344137"/>
            <a:ext cx="1376680" cy="732823"/>
          </a:xfrm>
          <a:prstGeom prst="rect">
            <a:avLst/>
          </a:prstGeom>
        </p:spPr>
      </p:pic>
    </p:spTree>
    <p:extLst>
      <p:ext uri="{BB962C8B-B14F-4D97-AF65-F5344CB8AC3E}">
        <p14:creationId xmlns:p14="http://schemas.microsoft.com/office/powerpoint/2010/main" val="269260297"/>
      </p:ext>
    </p:extLst>
  </p:cSld>
  <p:clrMapOvr>
    <a:masterClrMapping/>
  </p:clrMapOvr>
  <p:transition>
    <p:fade/>
  </p:transition>
  <p:hf hdr="0" dt="0"/>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vider - Deloitte Accessible Blue">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EB06BA41-8699-B2F6-9527-F2C020D3BEF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246" y="1100584"/>
            <a:ext cx="12181753" cy="3898161"/>
          </a:xfrm>
          <a:prstGeom prst="rect">
            <a:avLst/>
          </a:prstGeom>
        </p:spPr>
      </p:pic>
      <p:sp>
        <p:nvSpPr>
          <p:cNvPr id="4" name="Rectangle 3">
            <a:extLst>
              <a:ext uri="{FF2B5EF4-FFF2-40B4-BE49-F238E27FC236}">
                <a16:creationId xmlns:a16="http://schemas.microsoft.com/office/drawing/2014/main" id="{9C1D34F1-99EB-F4E5-656A-A62C70A5010F}"/>
              </a:ext>
            </a:extLst>
          </p:cNvPr>
          <p:cNvSpPr/>
          <p:nvPr userDrawn="1"/>
        </p:nvSpPr>
        <p:spPr bwMode="gray">
          <a:xfrm>
            <a:off x="10246" y="1759352"/>
            <a:ext cx="12181754" cy="4603348"/>
          </a:xfrm>
          <a:prstGeom prst="rect">
            <a:avLst/>
          </a:prstGeom>
          <a:gradFill flip="none" rotWithShape="1">
            <a:gsLst>
              <a:gs pos="44000">
                <a:schemeClr val="bg1"/>
              </a:gs>
              <a:gs pos="100000">
                <a:schemeClr val="bg1">
                  <a:alpha val="0"/>
                </a:schemeClr>
              </a:gs>
            </a:gsLst>
            <a:lin ang="16200000" scaled="1"/>
            <a:tileRect/>
          </a:gra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18" name="Title 1"/>
          <p:cNvSpPr>
            <a:spLocks noGrp="1"/>
          </p:cNvSpPr>
          <p:nvPr>
            <p:ph type="title"/>
          </p:nvPr>
        </p:nvSpPr>
        <p:spPr bwMode="gray">
          <a:xfrm>
            <a:off x="2477387" y="4840108"/>
            <a:ext cx="4497573" cy="1052596"/>
          </a:xfrm>
          <a:prstGeom prst="rect">
            <a:avLst/>
          </a:prstGeom>
        </p:spPr>
        <p:txBody>
          <a:bodyPr wrap="square" anchor="t">
            <a:spAutoFit/>
          </a:bodyPr>
          <a:lstStyle>
            <a:lvl1pPr>
              <a:lnSpc>
                <a:spcPct val="95000"/>
              </a:lnSpc>
              <a:defRPr sz="3600" b="0">
                <a:solidFill>
                  <a:schemeClr val="tx1">
                    <a:lumMod val="50000"/>
                    <a:lumOff val="50000"/>
                  </a:schemeClr>
                </a:solidFill>
                <a:latin typeface="+mn-lt"/>
                <a:ea typeface="Open Sans" panose="020B0606030504020204" pitchFamily="34" charset="0"/>
                <a:cs typeface="Open Sans" panose="020B0606030504020204" pitchFamily="34" charset="0"/>
              </a:defRPr>
            </a:lvl1pPr>
          </a:lstStyle>
          <a:p>
            <a:r>
              <a:rPr lang="en-US" noProof="0"/>
              <a:t>Click to edit Master title style</a:t>
            </a:r>
          </a:p>
        </p:txBody>
      </p:sp>
      <p:sp>
        <p:nvSpPr>
          <p:cNvPr id="19" name="Text Placeholder 2"/>
          <p:cNvSpPr>
            <a:spLocks noGrp="1"/>
          </p:cNvSpPr>
          <p:nvPr>
            <p:ph type="body" idx="1" hasCustomPrompt="1"/>
          </p:nvPr>
        </p:nvSpPr>
        <p:spPr bwMode="gray">
          <a:xfrm>
            <a:off x="450113" y="4525792"/>
            <a:ext cx="2027274" cy="1681229"/>
          </a:xfrm>
        </p:spPr>
        <p:txBody>
          <a:bodyPr wrap="square" lIns="0" tIns="0" rIns="0" bIns="0">
            <a:spAutoFit/>
          </a:bodyPr>
          <a:lstStyle>
            <a:lvl1pPr marL="0" indent="0">
              <a:lnSpc>
                <a:spcPct val="95000"/>
              </a:lnSpc>
              <a:spcAft>
                <a:spcPts val="0"/>
              </a:spcAft>
              <a:buNone/>
              <a:defRPr sz="11500">
                <a:solidFill>
                  <a:srgbClr val="00BCEB"/>
                </a:solidFill>
                <a:latin typeface="Open Sans Light" panose="020B0306030504020204" pitchFamily="34" charset="0"/>
                <a:ea typeface="Open Sans Light" panose="020B0306030504020204" pitchFamily="34" charset="0"/>
                <a:cs typeface="Open Sans Light" panose="020B0306030504020204" pitchFamily="34" charset="0"/>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noProof="0"/>
              <a:t>00</a:t>
            </a:r>
          </a:p>
        </p:txBody>
      </p:sp>
    </p:spTree>
    <p:extLst>
      <p:ext uri="{BB962C8B-B14F-4D97-AF65-F5344CB8AC3E}">
        <p14:creationId xmlns:p14="http://schemas.microsoft.com/office/powerpoint/2010/main" val="3277722809"/>
      </p:ext>
    </p:extLst>
  </p:cSld>
  <p:clrMapOvr>
    <a:masterClrMapping/>
  </p:clrMapOvr>
  <p:transition>
    <p:fade/>
  </p:transition>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pic>
        <p:nvPicPr>
          <p:cNvPr id="2" name="Picture 1" descr="A picture containing background pattern&#10;&#10;Description automatically generated">
            <a:extLst>
              <a:ext uri="{FF2B5EF4-FFF2-40B4-BE49-F238E27FC236}">
                <a16:creationId xmlns:a16="http://schemas.microsoft.com/office/drawing/2014/main" id="{45A48CD4-F466-0EB7-CC6E-42224AD8A6B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flipH="1">
            <a:off x="0" y="0"/>
            <a:ext cx="12192000" cy="6858000"/>
          </a:xfrm>
          <a:prstGeom prst="rect">
            <a:avLst/>
          </a:prstGeom>
        </p:spPr>
      </p:pic>
      <p:sp>
        <p:nvSpPr>
          <p:cNvPr id="6" name="Title Placeholder 1">
            <a:extLst>
              <a:ext uri="{FF2B5EF4-FFF2-40B4-BE49-F238E27FC236}">
                <a16:creationId xmlns:a16="http://schemas.microsoft.com/office/drawing/2014/main" id="{96593EEB-1CDC-4080-8C11-602DEAE1026D}"/>
              </a:ext>
            </a:extLst>
          </p:cNvPr>
          <p:cNvSpPr>
            <a:spLocks noGrp="1"/>
          </p:cNvSpPr>
          <p:nvPr>
            <p:ph type="title" hasCustomPrompt="1"/>
          </p:nvPr>
        </p:nvSpPr>
        <p:spPr>
          <a:xfrm>
            <a:off x="463295" y="345992"/>
            <a:ext cx="11277600" cy="334099"/>
          </a:xfrm>
          <a:prstGeom prst="rect">
            <a:avLst/>
          </a:prstGeom>
        </p:spPr>
        <p:txBody>
          <a:bodyPr vert="horz" lIns="0" tIns="0" rIns="0" bIns="0" rtlCol="0" anchor="t" anchorCtr="0">
            <a:noAutofit/>
          </a:bodyPr>
          <a:lstStyle>
            <a:lvl1pPr>
              <a:defRPr sz="2100">
                <a:latin typeface="+mj-lt"/>
              </a:defRPr>
            </a:lvl1pPr>
          </a:lstStyle>
          <a:p>
            <a:r>
              <a:rPr lang="en-US"/>
              <a:t>Click to add title</a:t>
            </a:r>
          </a:p>
        </p:txBody>
      </p:sp>
    </p:spTree>
    <p:extLst>
      <p:ext uri="{BB962C8B-B14F-4D97-AF65-F5344CB8AC3E}">
        <p14:creationId xmlns:p14="http://schemas.microsoft.com/office/powerpoint/2010/main" val="2226014616"/>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ubtitle">
    <p:spTree>
      <p:nvGrpSpPr>
        <p:cNvPr id="1" name=""/>
        <p:cNvGrpSpPr/>
        <p:nvPr/>
      </p:nvGrpSpPr>
      <p:grpSpPr>
        <a:xfrm>
          <a:off x="0" y="0"/>
          <a:ext cx="0" cy="0"/>
          <a:chOff x="0" y="0"/>
          <a:chExt cx="0" cy="0"/>
        </a:xfrm>
      </p:grpSpPr>
      <p:sp>
        <p:nvSpPr>
          <p:cNvPr id="6" name="Text Placeholder 8">
            <a:extLst>
              <a:ext uri="{FF2B5EF4-FFF2-40B4-BE49-F238E27FC236}">
                <a16:creationId xmlns:a16="http://schemas.microsoft.com/office/drawing/2014/main" id="{8A9CD2DA-AA83-4DCB-8501-DE5878CC0B8A}"/>
              </a:ext>
            </a:extLst>
          </p:cNvPr>
          <p:cNvSpPr>
            <a:spLocks noGrp="1"/>
          </p:cNvSpPr>
          <p:nvPr>
            <p:ph type="body" sz="quarter" idx="13" hasCustomPrompt="1"/>
          </p:nvPr>
        </p:nvSpPr>
        <p:spPr>
          <a:xfrm>
            <a:off x="4930815" y="919145"/>
            <a:ext cx="5762263" cy="757255"/>
          </a:xfrm>
          <a:prstGeom prst="rect">
            <a:avLst/>
          </a:prstGeom>
        </p:spPr>
        <p:txBody>
          <a:bodyPr lIns="0" tIns="0" rIns="0" bIns="0">
            <a:noAutofit/>
          </a:bodyPr>
          <a:lstStyle>
            <a:lvl1pPr marL="0" indent="0">
              <a:buNone/>
              <a:defRPr sz="1600" b="0">
                <a:solidFill>
                  <a:schemeClr val="tx2"/>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pPr lvl="0"/>
            <a:r>
              <a:rPr lang="en-US"/>
              <a:t>Click to add subtitle</a:t>
            </a:r>
          </a:p>
        </p:txBody>
      </p:sp>
      <p:sp>
        <p:nvSpPr>
          <p:cNvPr id="7" name="Title Placeholder 1">
            <a:extLst>
              <a:ext uri="{FF2B5EF4-FFF2-40B4-BE49-F238E27FC236}">
                <a16:creationId xmlns:a16="http://schemas.microsoft.com/office/drawing/2014/main" id="{6559CC6F-6478-4902-A4D5-F8FB6538D285}"/>
              </a:ext>
            </a:extLst>
          </p:cNvPr>
          <p:cNvSpPr>
            <a:spLocks noGrp="1"/>
          </p:cNvSpPr>
          <p:nvPr>
            <p:ph type="title" hasCustomPrompt="1"/>
          </p:nvPr>
        </p:nvSpPr>
        <p:spPr>
          <a:xfrm>
            <a:off x="4930815" y="345992"/>
            <a:ext cx="5762263" cy="334099"/>
          </a:xfrm>
          <a:prstGeom prst="rect">
            <a:avLst/>
          </a:prstGeom>
        </p:spPr>
        <p:txBody>
          <a:bodyPr vert="horz" lIns="0" tIns="0" rIns="0" bIns="0" rtlCol="0" anchor="t" anchorCtr="0">
            <a:noAutofit/>
          </a:bodyPr>
          <a:lstStyle>
            <a:lvl1pPr>
              <a:defRPr sz="2100">
                <a:latin typeface="+mj-lt"/>
              </a:defRPr>
            </a:lvl1pPr>
          </a:lstStyle>
          <a:p>
            <a:r>
              <a:rPr lang="en-US"/>
              <a:t>Click to add title</a:t>
            </a:r>
          </a:p>
        </p:txBody>
      </p:sp>
      <p:cxnSp>
        <p:nvCxnSpPr>
          <p:cNvPr id="3" name="Straight Connector 2">
            <a:extLst>
              <a:ext uri="{FF2B5EF4-FFF2-40B4-BE49-F238E27FC236}">
                <a16:creationId xmlns:a16="http://schemas.microsoft.com/office/drawing/2014/main" id="{08340724-0198-6188-C8F7-CBE8FC5C019F}"/>
              </a:ext>
            </a:extLst>
          </p:cNvPr>
          <p:cNvCxnSpPr>
            <a:cxnSpLocks/>
          </p:cNvCxnSpPr>
          <p:nvPr userDrawn="1"/>
        </p:nvCxnSpPr>
        <p:spPr>
          <a:xfrm>
            <a:off x="4942521" y="768096"/>
            <a:ext cx="1185068" cy="0"/>
          </a:xfrm>
          <a:prstGeom prst="line">
            <a:avLst/>
          </a:prstGeom>
          <a:ln w="28575" cap="rnd"/>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D2D1034A-92D0-D76D-7A62-05A82D9F3B5A}"/>
              </a:ext>
            </a:extLst>
          </p:cNvPr>
          <p:cNvCxnSpPr>
            <a:cxnSpLocks/>
          </p:cNvCxnSpPr>
          <p:nvPr userDrawn="1"/>
        </p:nvCxnSpPr>
        <p:spPr>
          <a:xfrm>
            <a:off x="4930815" y="808101"/>
            <a:ext cx="1072314" cy="0"/>
          </a:xfrm>
          <a:prstGeom prst="line">
            <a:avLst/>
          </a:prstGeom>
          <a:ln w="19050" cap="rnd">
            <a:solidFill>
              <a:srgbClr val="00BCEB"/>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77170154"/>
      </p:ext>
    </p:extLst>
  </p:cSld>
  <p:clrMapOvr>
    <a:masterClrMapping/>
  </p:clrMapOvr>
  <p:transition>
    <p:fade/>
  </p:transition>
  <p:extLst>
    <p:ext uri="{DCECCB84-F9BA-43D5-87BE-67443E8EF086}">
      <p15:sldGuideLst xmlns:p15="http://schemas.microsoft.com/office/powerpoint/2012/main">
        <p15:guide id="1" pos="96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subtitle">
    <p:spTree>
      <p:nvGrpSpPr>
        <p:cNvPr id="1" name=""/>
        <p:cNvGrpSpPr/>
        <p:nvPr/>
      </p:nvGrpSpPr>
      <p:grpSpPr>
        <a:xfrm>
          <a:off x="0" y="0"/>
          <a:ext cx="0" cy="0"/>
          <a:chOff x="0" y="0"/>
          <a:chExt cx="0" cy="0"/>
        </a:xfrm>
      </p:grpSpPr>
      <p:sp>
        <p:nvSpPr>
          <p:cNvPr id="6" name="Text Placeholder 8">
            <a:extLst>
              <a:ext uri="{FF2B5EF4-FFF2-40B4-BE49-F238E27FC236}">
                <a16:creationId xmlns:a16="http://schemas.microsoft.com/office/drawing/2014/main" id="{8A9CD2DA-AA83-4DCB-8501-DE5878CC0B8A}"/>
              </a:ext>
            </a:extLst>
          </p:cNvPr>
          <p:cNvSpPr>
            <a:spLocks noGrp="1"/>
          </p:cNvSpPr>
          <p:nvPr>
            <p:ph type="body" sz="quarter" idx="13" hasCustomPrompt="1"/>
          </p:nvPr>
        </p:nvSpPr>
        <p:spPr>
          <a:xfrm>
            <a:off x="457200" y="919145"/>
            <a:ext cx="11277600" cy="757255"/>
          </a:xfrm>
          <a:prstGeom prst="rect">
            <a:avLst/>
          </a:prstGeom>
        </p:spPr>
        <p:txBody>
          <a:bodyPr lIns="0" tIns="0" rIns="0" bIns="0">
            <a:noAutofit/>
          </a:bodyPr>
          <a:lstStyle>
            <a:lvl1pPr marL="0" indent="0">
              <a:buNone/>
              <a:defRPr sz="1400" b="0">
                <a:solidFill>
                  <a:schemeClr val="tx2"/>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pPr lvl="0"/>
            <a:r>
              <a:rPr lang="en-US"/>
              <a:t>Click to add subtitle</a:t>
            </a:r>
          </a:p>
        </p:txBody>
      </p:sp>
      <p:sp>
        <p:nvSpPr>
          <p:cNvPr id="7" name="Title Placeholder 1">
            <a:extLst>
              <a:ext uri="{FF2B5EF4-FFF2-40B4-BE49-F238E27FC236}">
                <a16:creationId xmlns:a16="http://schemas.microsoft.com/office/drawing/2014/main" id="{6559CC6F-6478-4902-A4D5-F8FB6538D285}"/>
              </a:ext>
            </a:extLst>
          </p:cNvPr>
          <p:cNvSpPr>
            <a:spLocks noGrp="1"/>
          </p:cNvSpPr>
          <p:nvPr>
            <p:ph type="title" hasCustomPrompt="1"/>
          </p:nvPr>
        </p:nvSpPr>
        <p:spPr>
          <a:xfrm>
            <a:off x="457200" y="345992"/>
            <a:ext cx="11277600" cy="334099"/>
          </a:xfrm>
          <a:prstGeom prst="rect">
            <a:avLst/>
          </a:prstGeom>
        </p:spPr>
        <p:txBody>
          <a:bodyPr vert="horz" lIns="0" tIns="0" rIns="0" bIns="0" rtlCol="0" anchor="t" anchorCtr="0">
            <a:noAutofit/>
          </a:bodyPr>
          <a:lstStyle>
            <a:lvl1pPr>
              <a:defRPr sz="2100">
                <a:latin typeface="+mj-lt"/>
              </a:defRPr>
            </a:lvl1pPr>
          </a:lstStyle>
          <a:p>
            <a:r>
              <a:rPr lang="en-US"/>
              <a:t>Click to add title</a:t>
            </a:r>
          </a:p>
        </p:txBody>
      </p:sp>
      <p:cxnSp>
        <p:nvCxnSpPr>
          <p:cNvPr id="3" name="Straight Connector 2">
            <a:extLst>
              <a:ext uri="{FF2B5EF4-FFF2-40B4-BE49-F238E27FC236}">
                <a16:creationId xmlns:a16="http://schemas.microsoft.com/office/drawing/2014/main" id="{08340724-0198-6188-C8F7-CBE8FC5C019F}"/>
              </a:ext>
            </a:extLst>
          </p:cNvPr>
          <p:cNvCxnSpPr>
            <a:cxnSpLocks/>
          </p:cNvCxnSpPr>
          <p:nvPr userDrawn="1"/>
        </p:nvCxnSpPr>
        <p:spPr>
          <a:xfrm>
            <a:off x="468906" y="768096"/>
            <a:ext cx="1185068" cy="0"/>
          </a:xfrm>
          <a:prstGeom prst="line">
            <a:avLst/>
          </a:prstGeom>
          <a:ln w="28575" cap="rnd"/>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D2D1034A-92D0-D76D-7A62-05A82D9F3B5A}"/>
              </a:ext>
            </a:extLst>
          </p:cNvPr>
          <p:cNvCxnSpPr>
            <a:cxnSpLocks/>
          </p:cNvCxnSpPr>
          <p:nvPr userDrawn="1"/>
        </p:nvCxnSpPr>
        <p:spPr>
          <a:xfrm>
            <a:off x="457200" y="808101"/>
            <a:ext cx="1072314" cy="0"/>
          </a:xfrm>
          <a:prstGeom prst="line">
            <a:avLst/>
          </a:prstGeom>
          <a:ln w="19050" cap="rnd">
            <a:solidFill>
              <a:srgbClr val="00BCEB"/>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09351563"/>
      </p:ext>
    </p:extLst>
  </p:cSld>
  <p:clrMapOvr>
    <a:masterClrMapping/>
  </p:clrMapOvr>
  <p:transition>
    <p:fade/>
  </p:transition>
  <p:extLst>
    <p:ext uri="{DCECCB84-F9BA-43D5-87BE-67443E8EF086}">
      <p15:sldGuideLst xmlns:p15="http://schemas.microsoft.com/office/powerpoint/2012/main">
        <p15:guide id="1" pos="96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
        <p:cNvGrpSpPr/>
        <p:nvPr/>
      </p:nvGrpSpPr>
      <p:grpSpPr>
        <a:xfrm>
          <a:off x="0" y="0"/>
          <a:ext cx="0" cy="0"/>
          <a:chOff x="0" y="0"/>
          <a:chExt cx="0" cy="0"/>
        </a:xfrm>
      </p:grpSpPr>
      <p:sp>
        <p:nvSpPr>
          <p:cNvPr id="7" name="Title Placeholder 1">
            <a:extLst>
              <a:ext uri="{FF2B5EF4-FFF2-40B4-BE49-F238E27FC236}">
                <a16:creationId xmlns:a16="http://schemas.microsoft.com/office/drawing/2014/main" id="{6559CC6F-6478-4902-A4D5-F8FB6538D285}"/>
              </a:ext>
            </a:extLst>
          </p:cNvPr>
          <p:cNvSpPr>
            <a:spLocks noGrp="1"/>
          </p:cNvSpPr>
          <p:nvPr>
            <p:ph type="title" hasCustomPrompt="1"/>
          </p:nvPr>
        </p:nvSpPr>
        <p:spPr>
          <a:xfrm>
            <a:off x="463295" y="345992"/>
            <a:ext cx="11271505" cy="334099"/>
          </a:xfrm>
          <a:prstGeom prst="rect">
            <a:avLst/>
          </a:prstGeom>
        </p:spPr>
        <p:txBody>
          <a:bodyPr vert="horz" lIns="0" tIns="0" rIns="0" bIns="0" rtlCol="0" anchor="t" anchorCtr="0">
            <a:noAutofit/>
          </a:bodyPr>
          <a:lstStyle>
            <a:lvl1pPr>
              <a:defRPr sz="2100">
                <a:latin typeface="+mj-lt"/>
              </a:defRPr>
            </a:lvl1pPr>
          </a:lstStyle>
          <a:p>
            <a:r>
              <a:rPr lang="en-US"/>
              <a:t>Click to add title</a:t>
            </a:r>
          </a:p>
        </p:txBody>
      </p:sp>
    </p:spTree>
    <p:extLst>
      <p:ext uri="{BB962C8B-B14F-4D97-AF65-F5344CB8AC3E}">
        <p14:creationId xmlns:p14="http://schemas.microsoft.com/office/powerpoint/2010/main" val="643504151"/>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2_Title &amp; subtitle w/ breadcrumb">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490D5B12-85DC-0B93-5CB9-72BE987046D6}"/>
              </a:ext>
            </a:extLst>
          </p:cNvPr>
          <p:cNvSpPr/>
          <p:nvPr userDrawn="1"/>
        </p:nvSpPr>
        <p:spPr bwMode="gray">
          <a:xfrm>
            <a:off x="0" y="0"/>
            <a:ext cx="12192000" cy="6858000"/>
          </a:xfrm>
          <a:custGeom>
            <a:avLst/>
            <a:gdLst>
              <a:gd name="connsiteX0" fmla="*/ 78687 w 12192000"/>
              <a:gd name="connsiteY0" fmla="*/ 83976 h 6858000"/>
              <a:gd name="connsiteX1" fmla="*/ 78687 w 12192000"/>
              <a:gd name="connsiteY1" fmla="*/ 6783355 h 6858000"/>
              <a:gd name="connsiteX2" fmla="*/ 12111135 w 12192000"/>
              <a:gd name="connsiteY2" fmla="*/ 6783355 h 6858000"/>
              <a:gd name="connsiteX3" fmla="*/ 12111135 w 12192000"/>
              <a:gd name="connsiteY3" fmla="*/ 83976 h 6858000"/>
              <a:gd name="connsiteX4" fmla="*/ 0 w 12192000"/>
              <a:gd name="connsiteY4" fmla="*/ 0 h 6858000"/>
              <a:gd name="connsiteX5" fmla="*/ 12192000 w 12192000"/>
              <a:gd name="connsiteY5" fmla="*/ 0 h 6858000"/>
              <a:gd name="connsiteX6" fmla="*/ 12192000 w 12192000"/>
              <a:gd name="connsiteY6" fmla="*/ 6858000 h 6858000"/>
              <a:gd name="connsiteX7" fmla="*/ 0 w 121920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58000">
                <a:moveTo>
                  <a:pt x="78687" y="83976"/>
                </a:moveTo>
                <a:lnTo>
                  <a:pt x="78687" y="6783355"/>
                </a:lnTo>
                <a:lnTo>
                  <a:pt x="12111135" y="6783355"/>
                </a:lnTo>
                <a:lnTo>
                  <a:pt x="12111135" y="83976"/>
                </a:lnTo>
                <a:close/>
                <a:moveTo>
                  <a:pt x="0" y="0"/>
                </a:moveTo>
                <a:lnTo>
                  <a:pt x="12192000" y="0"/>
                </a:lnTo>
                <a:lnTo>
                  <a:pt x="12192000" y="6858000"/>
                </a:lnTo>
                <a:lnTo>
                  <a:pt x="0" y="6858000"/>
                </a:lnTo>
                <a:close/>
              </a:path>
            </a:pathLst>
          </a:custGeom>
          <a:gradFill>
            <a:gsLst>
              <a:gs pos="0">
                <a:schemeClr val="accent1"/>
              </a:gs>
              <a:gs pos="100000">
                <a:srgbClr val="00A3E0"/>
              </a:gs>
            </a:gsLst>
            <a:lin ang="2400000" scaled="0"/>
          </a:gradFill>
          <a:ln w="19050" algn="ctr">
            <a:noFill/>
            <a:miter lim="800000"/>
            <a:headEnd/>
            <a:tailEnd/>
          </a:ln>
          <a:effectLst/>
        </p:spPr>
        <p:txBody>
          <a:bodyPr wrap="square" lIns="88900" tIns="88900" rIns="88900" bIns="88900" rtlCol="0" anchor="ctr">
            <a:noAutofit/>
          </a:bodyPr>
          <a:lstStyle/>
          <a:p>
            <a:pPr algn="ctr">
              <a:lnSpc>
                <a:spcPct val="106000"/>
              </a:lnSpc>
              <a:buFont typeface="Wingdings 2" pitchFamily="18" charset="2"/>
              <a:buNone/>
            </a:pPr>
            <a:endParaRPr lang="en-US" sz="1600" b="1">
              <a:solidFill>
                <a:schemeClr val="bg1"/>
              </a:solidFill>
            </a:endParaRPr>
          </a:p>
        </p:txBody>
      </p:sp>
      <p:sp>
        <p:nvSpPr>
          <p:cNvPr id="4" name="Text Placeholder 5">
            <a:extLst>
              <a:ext uri="{FF2B5EF4-FFF2-40B4-BE49-F238E27FC236}">
                <a16:creationId xmlns:a16="http://schemas.microsoft.com/office/drawing/2014/main" id="{7413A53F-D287-8353-A4EA-B4E2CB9FD923}"/>
              </a:ext>
            </a:extLst>
          </p:cNvPr>
          <p:cNvSpPr>
            <a:spLocks noGrp="1"/>
          </p:cNvSpPr>
          <p:nvPr>
            <p:ph type="body" sz="quarter" idx="15" hasCustomPrompt="1"/>
          </p:nvPr>
        </p:nvSpPr>
        <p:spPr>
          <a:xfrm>
            <a:off x="465826" y="191728"/>
            <a:ext cx="11268974" cy="169834"/>
          </a:xfrm>
        </p:spPr>
        <p:txBody>
          <a:bodyPr vert="horz" lIns="0" tIns="0" rIns="0" bIns="0" rtlCol="0">
            <a:noAutofit/>
          </a:bodyPr>
          <a:lstStyle>
            <a:lvl1pPr marL="0" indent="0">
              <a:buNone/>
              <a:defRPr lang="en-US" sz="700" b="1" kern="0" cap="all" spc="250" baseline="0" dirty="0">
                <a:solidFill>
                  <a:schemeClr val="accent1"/>
                </a:solidFill>
                <a:latin typeface="Open Sans" panose="020B0606030504020204" pitchFamily="34" charset="0"/>
                <a:ea typeface="Open Sans" panose="020B0606030504020204" pitchFamily="34" charset="0"/>
                <a:cs typeface="Open Sans" panose="020B0606030504020204" pitchFamily="34" charset="0"/>
              </a:defRPr>
            </a:lvl1pPr>
          </a:lstStyle>
          <a:p>
            <a:pPr marL="228600" lvl="0" indent="-228600"/>
            <a:r>
              <a:rPr lang="en-US"/>
              <a:t>BREADCRUMBS</a:t>
            </a:r>
          </a:p>
        </p:txBody>
      </p:sp>
      <p:sp>
        <p:nvSpPr>
          <p:cNvPr id="6" name="Text Placeholder 8">
            <a:extLst>
              <a:ext uri="{FF2B5EF4-FFF2-40B4-BE49-F238E27FC236}">
                <a16:creationId xmlns:a16="http://schemas.microsoft.com/office/drawing/2014/main" id="{BE95C94B-2C99-0F7E-C11B-4516785FA2DA}"/>
              </a:ext>
            </a:extLst>
          </p:cNvPr>
          <p:cNvSpPr>
            <a:spLocks noGrp="1"/>
          </p:cNvSpPr>
          <p:nvPr>
            <p:ph type="body" sz="quarter" idx="13" hasCustomPrompt="1"/>
          </p:nvPr>
        </p:nvSpPr>
        <p:spPr>
          <a:xfrm>
            <a:off x="463295" y="682940"/>
            <a:ext cx="11271505" cy="291845"/>
          </a:xfrm>
          <a:prstGeom prst="rect">
            <a:avLst/>
          </a:prstGeom>
        </p:spPr>
        <p:txBody>
          <a:bodyPr lIns="0" tIns="0" rIns="0" bIns="0">
            <a:noAutofit/>
          </a:bodyPr>
          <a:lstStyle>
            <a:lvl1pPr marL="0" indent="0">
              <a:buNone/>
              <a:defRPr sz="1800" b="0">
                <a:solidFill>
                  <a:schemeClr val="tx2"/>
                </a:solidFill>
              </a:defRPr>
            </a:lvl1pPr>
          </a:lstStyle>
          <a:p>
            <a:pPr lvl="0"/>
            <a:r>
              <a:rPr lang="en-US"/>
              <a:t>Click to add subtitle</a:t>
            </a:r>
          </a:p>
        </p:txBody>
      </p:sp>
      <p:sp>
        <p:nvSpPr>
          <p:cNvPr id="12" name="Title Placeholder 1">
            <a:extLst>
              <a:ext uri="{FF2B5EF4-FFF2-40B4-BE49-F238E27FC236}">
                <a16:creationId xmlns:a16="http://schemas.microsoft.com/office/drawing/2014/main" id="{E95E8873-2AB6-A651-5150-BC31B0234C05}"/>
              </a:ext>
            </a:extLst>
          </p:cNvPr>
          <p:cNvSpPr>
            <a:spLocks noGrp="1"/>
          </p:cNvSpPr>
          <p:nvPr>
            <p:ph type="title" hasCustomPrompt="1"/>
          </p:nvPr>
        </p:nvSpPr>
        <p:spPr>
          <a:xfrm>
            <a:off x="463295" y="345992"/>
            <a:ext cx="11271505" cy="334099"/>
          </a:xfrm>
          <a:prstGeom prst="rect">
            <a:avLst/>
          </a:prstGeom>
        </p:spPr>
        <p:txBody>
          <a:bodyPr vert="horz" lIns="0" tIns="0" rIns="0" bIns="0" rtlCol="0" anchor="t" anchorCtr="0">
            <a:noAutofit/>
          </a:bodyPr>
          <a:lstStyle>
            <a:lvl1pPr>
              <a:defRPr sz="2100">
                <a:latin typeface="+mj-lt"/>
              </a:defRPr>
            </a:lvl1pPr>
          </a:lstStyle>
          <a:p>
            <a:r>
              <a:rPr lang="en-US"/>
              <a:t>Click to add title</a:t>
            </a:r>
          </a:p>
        </p:txBody>
      </p:sp>
    </p:spTree>
    <p:extLst>
      <p:ext uri="{BB962C8B-B14F-4D97-AF65-F5344CB8AC3E}">
        <p14:creationId xmlns:p14="http://schemas.microsoft.com/office/powerpoint/2010/main" val="3334415173"/>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Divider - Deloitte green accent 4">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1" y="1726936"/>
            <a:ext cx="11264900" cy="1592403"/>
          </a:xfrm>
          <a:prstGeom prst="rect">
            <a:avLst/>
          </a:prstGeom>
        </p:spPr>
        <p:txBody>
          <a:bodyPr anchor="b"/>
          <a:lstStyle>
            <a:lvl1pPr>
              <a:lnSpc>
                <a:spcPct val="95000"/>
              </a:lnSpc>
              <a:defRPr sz="360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19" name="Text Placeholder 2"/>
          <p:cNvSpPr>
            <a:spLocks noGrp="1"/>
          </p:cNvSpPr>
          <p:nvPr>
            <p:ph type="body" idx="1"/>
          </p:nvPr>
        </p:nvSpPr>
        <p:spPr bwMode="gray">
          <a:xfrm>
            <a:off x="469901" y="3474720"/>
            <a:ext cx="11264900" cy="1566532"/>
          </a:xfrm>
        </p:spPr>
        <p:txBody>
          <a:bodyPr lIns="0" tIns="0" rIns="0" bIns="0">
            <a:noAutofit/>
          </a:bodyPr>
          <a:lstStyle>
            <a:lvl1pPr marL="0" indent="0">
              <a:lnSpc>
                <a:spcPct val="95000"/>
              </a:lnSpc>
              <a:spcAft>
                <a:spcPts val="0"/>
              </a:spcAft>
              <a:buNone/>
              <a:defRPr sz="3600">
                <a:solidFill>
                  <a:schemeClr val="bg1"/>
                </a:solidFill>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noProof="0"/>
              <a:t>Click to edit Master text styles</a:t>
            </a:r>
          </a:p>
        </p:txBody>
      </p:sp>
      <p:sp>
        <p:nvSpPr>
          <p:cNvPr id="2" name="TextBox 1">
            <a:extLst>
              <a:ext uri="{FF2B5EF4-FFF2-40B4-BE49-F238E27FC236}">
                <a16:creationId xmlns:a16="http://schemas.microsoft.com/office/drawing/2014/main" id="{FDD2EA25-FB50-92D4-5A97-33B6F735EC31}"/>
              </a:ext>
            </a:extLst>
          </p:cNvPr>
          <p:cNvSpPr txBox="1"/>
          <p:nvPr userDrawn="1"/>
        </p:nvSpPr>
        <p:spPr>
          <a:xfrm>
            <a:off x="11426826" y="6519673"/>
            <a:ext cx="307975" cy="123111"/>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800" noProof="0" smtClean="0">
                <a:solidFill>
                  <a:schemeClr val="bg1"/>
                </a:solidFill>
                <a:latin typeface="Calibri Light" panose="020F0302020204030204" pitchFamily="34" charset="0"/>
                <a:cs typeface="Calibri Light" panose="020F0302020204030204" pitchFamily="34" charset="0"/>
              </a:rPr>
              <a:pPr marL="0" indent="0" algn="r">
                <a:spcBef>
                  <a:spcPts val="450"/>
                </a:spcBef>
                <a:buSzPct val="100000"/>
                <a:buFont typeface="Arial"/>
                <a:buNone/>
              </a:pPr>
              <a:t>‹#›</a:t>
            </a:fld>
            <a:endParaRPr lang="en-US" sz="800" noProof="0">
              <a:solidFill>
                <a:schemeClr val="bg1"/>
              </a:solidFill>
              <a:latin typeface="Calibri Light" panose="020F0302020204030204" pitchFamily="34" charset="0"/>
              <a:cs typeface="Calibri Light" panose="020F0302020204030204" pitchFamily="34" charset="0"/>
            </a:endParaRPr>
          </a:p>
        </p:txBody>
      </p:sp>
      <p:sp>
        <p:nvSpPr>
          <p:cNvPr id="3" name="CaseCode">
            <a:extLst>
              <a:ext uri="{FF2B5EF4-FFF2-40B4-BE49-F238E27FC236}">
                <a16:creationId xmlns:a16="http://schemas.microsoft.com/office/drawing/2014/main" id="{02AF8177-64E0-9C8E-E808-D221CFCD045C}"/>
              </a:ext>
            </a:extLst>
          </p:cNvPr>
          <p:cNvSpPr txBox="1"/>
          <p:nvPr userDrawn="1"/>
        </p:nvSpPr>
        <p:spPr>
          <a:xfrm>
            <a:off x="6636174" y="6519673"/>
            <a:ext cx="4896560" cy="107722"/>
          </a:xfrm>
          <a:prstGeom prst="rect">
            <a:avLst/>
          </a:prstGeom>
          <a:noFill/>
        </p:spPr>
        <p:txBody>
          <a:bodyPr wrap="square" lIns="0" tIns="0" rIns="0" bIns="0" rtlCol="0">
            <a:spAutoFit/>
          </a:bodyPr>
          <a:lstStyle/>
          <a:p>
            <a:pPr algn="r" defTabSz="1219170">
              <a:spcBef>
                <a:spcPts val="800"/>
              </a:spcBef>
              <a:buSzPct val="100000"/>
              <a:buFont typeface="Arial"/>
              <a:buNone/>
              <a:defRPr/>
            </a:pPr>
            <a:r>
              <a:rPr lang="en-US" sz="700">
                <a:solidFill>
                  <a:schemeClr val="bg1"/>
                </a:solidFill>
                <a:latin typeface="Open Sans"/>
              </a:rPr>
              <a:t>Copyright © 2024 Deloitte Development LLC. All rights reserved. | </a:t>
            </a:r>
          </a:p>
        </p:txBody>
      </p:sp>
      <p:sp>
        <p:nvSpPr>
          <p:cNvPr id="4" name="CaseCode">
            <a:extLst>
              <a:ext uri="{FF2B5EF4-FFF2-40B4-BE49-F238E27FC236}">
                <a16:creationId xmlns:a16="http://schemas.microsoft.com/office/drawing/2014/main" id="{BCBA981D-D3AA-DB10-7284-9B9B1FBE9522}"/>
              </a:ext>
            </a:extLst>
          </p:cNvPr>
          <p:cNvSpPr txBox="1"/>
          <p:nvPr userDrawn="1"/>
        </p:nvSpPr>
        <p:spPr>
          <a:xfrm>
            <a:off x="490017" y="6519673"/>
            <a:ext cx="4896560" cy="107722"/>
          </a:xfrm>
          <a:prstGeom prst="rect">
            <a:avLst/>
          </a:prstGeom>
          <a:noFill/>
        </p:spPr>
        <p:txBody>
          <a:bodyPr wrap="square" lIns="0" tIns="0" rIns="0" bIns="0" rtlCol="0">
            <a:spAutoFit/>
          </a:bodyPr>
          <a:lstStyle/>
          <a:p>
            <a:pPr marL="0" marR="0" indent="0" algn="l" defTabSz="1219170" rtl="0" eaLnBrk="1" fontAlgn="auto" latinLnBrk="0" hangingPunct="1">
              <a:lnSpc>
                <a:spcPct val="100000"/>
              </a:lnSpc>
              <a:spcBef>
                <a:spcPts val="800"/>
              </a:spcBef>
              <a:spcAft>
                <a:spcPts val="0"/>
              </a:spcAft>
              <a:buClrTx/>
              <a:buSzPct val="100000"/>
              <a:buFont typeface="Arial"/>
              <a:buNone/>
              <a:tabLst/>
              <a:defRPr/>
            </a:pPr>
            <a:r>
              <a:rPr lang="en-IN" sz="700" b="1" kern="1200">
                <a:solidFill>
                  <a:schemeClr val="bg1"/>
                </a:solidFill>
                <a:latin typeface="+mn-lt"/>
                <a:ea typeface="+mn-ea"/>
                <a:cs typeface="+mn-cs"/>
              </a:rPr>
              <a:t>Deloitte + Cisco </a:t>
            </a:r>
            <a:r>
              <a:rPr lang="en-IN" sz="700" kern="1200">
                <a:solidFill>
                  <a:schemeClr val="bg1"/>
                </a:solidFill>
                <a:latin typeface="+mn-lt"/>
                <a:ea typeface="+mn-ea"/>
                <a:cs typeface="+mn-cs"/>
              </a:rPr>
              <a:t>| Better Together</a:t>
            </a:r>
            <a:endParaRPr lang="en-US" sz="700" kern="1200" noProof="0">
              <a:solidFill>
                <a:schemeClr val="bg1"/>
              </a:solidFill>
              <a:latin typeface="+mn-lt"/>
              <a:ea typeface="+mn-ea"/>
              <a:cs typeface="+mn-cs"/>
            </a:endParaRPr>
          </a:p>
        </p:txBody>
      </p:sp>
    </p:spTree>
    <p:extLst>
      <p:ext uri="{BB962C8B-B14F-4D97-AF65-F5344CB8AC3E}">
        <p14:creationId xmlns:p14="http://schemas.microsoft.com/office/powerpoint/2010/main" val="2451630374"/>
      </p:ext>
    </p:extLst>
  </p:cSld>
  <p:clrMapOvr>
    <a:masterClrMapping/>
  </p:clrMapOvr>
  <p:transition>
    <p:fade/>
  </p:transition>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End slide">
    <p:spTree>
      <p:nvGrpSpPr>
        <p:cNvPr id="1" name=""/>
        <p:cNvGrpSpPr/>
        <p:nvPr/>
      </p:nvGrpSpPr>
      <p:grpSpPr>
        <a:xfrm>
          <a:off x="0" y="0"/>
          <a:ext cx="0" cy="0"/>
          <a:chOff x="0" y="0"/>
          <a:chExt cx="0" cy="0"/>
        </a:xfrm>
      </p:grpSpPr>
      <p:sp>
        <p:nvSpPr>
          <p:cNvPr id="6" name="Text Placeholder 5"/>
          <p:cNvSpPr>
            <a:spLocks noGrp="1"/>
          </p:cNvSpPr>
          <p:nvPr>
            <p:ph type="body" sz="quarter" idx="13"/>
          </p:nvPr>
        </p:nvSpPr>
        <p:spPr>
          <a:xfrm>
            <a:off x="464481" y="4189870"/>
            <a:ext cx="8566108" cy="2169796"/>
          </a:xfrm>
        </p:spPr>
        <p:txBody>
          <a:bodyPr anchor="b" anchorCtr="0">
            <a:normAutofit/>
          </a:bodyPr>
          <a:lstStyle>
            <a:lvl1pPr>
              <a:lnSpc>
                <a:spcPct val="100000"/>
              </a:lnSpc>
              <a:spcAft>
                <a:spcPts val="450"/>
              </a:spcAft>
              <a:defRPr sz="800"/>
            </a:lvl1pPr>
          </a:lstStyle>
          <a:p>
            <a:pPr lvl="0"/>
            <a:r>
              <a:rPr lang="en-US"/>
              <a:t>Click to edit Master text styles</a:t>
            </a:r>
          </a:p>
        </p:txBody>
      </p:sp>
      <p:sp>
        <p:nvSpPr>
          <p:cNvPr id="3" name="Picture Placeholder 2"/>
          <p:cNvSpPr>
            <a:spLocks noGrp="1"/>
          </p:cNvSpPr>
          <p:nvPr>
            <p:ph type="pic" sz="quarter" idx="14" hasCustomPrompt="1"/>
          </p:nvPr>
        </p:nvSpPr>
        <p:spPr>
          <a:xfrm>
            <a:off x="9406185" y="4189870"/>
            <a:ext cx="2319503" cy="1725448"/>
          </a:xfrm>
        </p:spPr>
        <p:txBody>
          <a:bodyPr anchor="ctr" anchorCtr="0">
            <a:normAutofit/>
          </a:bodyPr>
          <a:lstStyle>
            <a:lvl1pPr algn="ctr">
              <a:defRPr sz="800"/>
            </a:lvl1pPr>
          </a:lstStyle>
          <a:p>
            <a:r>
              <a:rPr lang="en-US" sz="675"/>
              <a:t>Insert sponsorship mark here</a:t>
            </a:r>
            <a:endParaRPr lang="en-US"/>
          </a:p>
        </p:txBody>
      </p:sp>
      <p:sp>
        <p:nvSpPr>
          <p:cNvPr id="8" name="Text Placeholder 7"/>
          <p:cNvSpPr>
            <a:spLocks noGrp="1"/>
          </p:cNvSpPr>
          <p:nvPr>
            <p:ph type="body" sz="quarter" idx="15"/>
          </p:nvPr>
        </p:nvSpPr>
        <p:spPr>
          <a:xfrm>
            <a:off x="9406187" y="5995943"/>
            <a:ext cx="2319501" cy="363722"/>
          </a:xfrm>
        </p:spPr>
        <p:txBody>
          <a:bodyPr anchor="b" anchorCtr="0">
            <a:normAutofit/>
          </a:bodyPr>
          <a:lstStyle>
            <a:lvl1pPr>
              <a:lnSpc>
                <a:spcPct val="100000"/>
              </a:lnSpc>
              <a:defRPr sz="800"/>
            </a:lvl1pPr>
          </a:lstStyle>
          <a:p>
            <a:pPr lvl="0"/>
            <a:r>
              <a:rPr lang="en-US"/>
              <a:t>Click to edit Master text styles</a:t>
            </a:r>
          </a:p>
        </p:txBody>
      </p:sp>
      <p:grpSp>
        <p:nvGrpSpPr>
          <p:cNvPr id="20" name="Group 19">
            <a:extLst>
              <a:ext uri="{FF2B5EF4-FFF2-40B4-BE49-F238E27FC236}">
                <a16:creationId xmlns:a16="http://schemas.microsoft.com/office/drawing/2014/main" id="{11FFF62A-78AC-4176-888C-7369D55740C5}"/>
              </a:ext>
            </a:extLst>
          </p:cNvPr>
          <p:cNvGrpSpPr>
            <a:grpSpLocks noChangeAspect="1"/>
          </p:cNvGrpSpPr>
          <p:nvPr userDrawn="1"/>
        </p:nvGrpSpPr>
        <p:grpSpPr>
          <a:xfrm>
            <a:off x="460541" y="344137"/>
            <a:ext cx="1819109" cy="345828"/>
            <a:chOff x="398463" y="404813"/>
            <a:chExt cx="1627187" cy="307976"/>
          </a:xfrm>
          <a:solidFill>
            <a:schemeClr val="tx1"/>
          </a:solidFill>
        </p:grpSpPr>
        <p:sp>
          <p:nvSpPr>
            <p:cNvPr id="21" name="Oval 5">
              <a:extLst>
                <a:ext uri="{FF2B5EF4-FFF2-40B4-BE49-F238E27FC236}">
                  <a16:creationId xmlns:a16="http://schemas.microsoft.com/office/drawing/2014/main" id="{FD77EF0A-6F9B-4CB4-BDFE-54901AC3BDEB}"/>
                </a:ext>
              </a:extLst>
            </p:cNvPr>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22" name="Freeform 6">
              <a:extLst>
                <a:ext uri="{FF2B5EF4-FFF2-40B4-BE49-F238E27FC236}">
                  <a16:creationId xmlns:a16="http://schemas.microsoft.com/office/drawing/2014/main" id="{CFBCB662-4DCB-4701-B5DB-617E9625AC37}"/>
                </a:ext>
              </a:extLst>
            </p:cNvPr>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23" name="Rectangle 7">
              <a:extLst>
                <a:ext uri="{FF2B5EF4-FFF2-40B4-BE49-F238E27FC236}">
                  <a16:creationId xmlns:a16="http://schemas.microsoft.com/office/drawing/2014/main" id="{3AA8F7EF-0FC0-4792-B4E2-516188FAADCC}"/>
                </a:ext>
              </a:extLst>
            </p:cNvPr>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24" name="Freeform 8">
              <a:extLst>
                <a:ext uri="{FF2B5EF4-FFF2-40B4-BE49-F238E27FC236}">
                  <a16:creationId xmlns:a16="http://schemas.microsoft.com/office/drawing/2014/main" id="{7180810E-179A-4B4D-992C-DB02F3F2AA73}"/>
                </a:ext>
              </a:extLst>
            </p:cNvPr>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25" name="Rectangle 9">
              <a:extLst>
                <a:ext uri="{FF2B5EF4-FFF2-40B4-BE49-F238E27FC236}">
                  <a16:creationId xmlns:a16="http://schemas.microsoft.com/office/drawing/2014/main" id="{931CFAC2-92E1-42CB-BB66-BD91AB6DB50D}"/>
                </a:ext>
              </a:extLst>
            </p:cNvPr>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26" name="Rectangle 10">
              <a:extLst>
                <a:ext uri="{FF2B5EF4-FFF2-40B4-BE49-F238E27FC236}">
                  <a16:creationId xmlns:a16="http://schemas.microsoft.com/office/drawing/2014/main" id="{6C92D323-CA87-4BD4-9F33-9346A18A6790}"/>
                </a:ext>
              </a:extLst>
            </p:cNvPr>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27" name="Freeform 11">
              <a:extLst>
                <a:ext uri="{FF2B5EF4-FFF2-40B4-BE49-F238E27FC236}">
                  <a16:creationId xmlns:a16="http://schemas.microsoft.com/office/drawing/2014/main" id="{D31146A3-7248-4F9C-8242-2B343E0BCE41}"/>
                </a:ext>
              </a:extLst>
            </p:cNvPr>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28" name="Freeform 12">
              <a:extLst>
                <a:ext uri="{FF2B5EF4-FFF2-40B4-BE49-F238E27FC236}">
                  <a16:creationId xmlns:a16="http://schemas.microsoft.com/office/drawing/2014/main" id="{4BFA0610-A333-4B16-A20C-3ADB78A32CF9}"/>
                </a:ext>
              </a:extLst>
            </p:cNvPr>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29" name="Freeform 13">
              <a:extLst>
                <a:ext uri="{FF2B5EF4-FFF2-40B4-BE49-F238E27FC236}">
                  <a16:creationId xmlns:a16="http://schemas.microsoft.com/office/drawing/2014/main" id="{D81528E3-7AAB-4FE3-96EB-0CA354538CA9}"/>
                </a:ext>
              </a:extLst>
            </p:cNvPr>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30" name="Freeform 14">
              <a:extLst>
                <a:ext uri="{FF2B5EF4-FFF2-40B4-BE49-F238E27FC236}">
                  <a16:creationId xmlns:a16="http://schemas.microsoft.com/office/drawing/2014/main" id="{7C686C02-5833-4DB0-8AD3-1E143B411A13}"/>
                </a:ext>
              </a:extLst>
            </p:cNvPr>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grpSp>
      <p:pic>
        <p:nvPicPr>
          <p:cNvPr id="4" name="Graphic 3">
            <a:extLst>
              <a:ext uri="{FF2B5EF4-FFF2-40B4-BE49-F238E27FC236}">
                <a16:creationId xmlns:a16="http://schemas.microsoft.com/office/drawing/2014/main" id="{ACFC8D7F-B245-4580-59BE-A2943C53256D}"/>
              </a:ext>
            </a:extLst>
          </p:cNvPr>
          <p:cNvPicPr>
            <a:picLocks noChangeAspect="1"/>
          </p:cNvPicPr>
          <p:nvPr userDrawn="1"/>
        </p:nvPicPr>
        <p:blipFill rotWithShape="1">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l="23046" t="3489" r="21118" b="66790"/>
          <a:stretch/>
        </p:blipFill>
        <p:spPr>
          <a:xfrm>
            <a:off x="10358120" y="344137"/>
            <a:ext cx="1376680" cy="732823"/>
          </a:xfrm>
          <a:prstGeom prst="rect">
            <a:avLst/>
          </a:prstGeom>
        </p:spPr>
      </p:pic>
    </p:spTree>
    <p:extLst>
      <p:ext uri="{BB962C8B-B14F-4D97-AF65-F5344CB8AC3E}">
        <p14:creationId xmlns:p14="http://schemas.microsoft.com/office/powerpoint/2010/main" val="12322676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2_Closin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435472A-0A6F-4C72-B8FD-DC675B4D216F}"/>
              </a:ext>
            </a:extLst>
          </p:cNvPr>
          <p:cNvSpPr txBox="1"/>
          <p:nvPr userDrawn="1"/>
        </p:nvSpPr>
        <p:spPr>
          <a:xfrm>
            <a:off x="6257731" y="4903871"/>
            <a:ext cx="5477070" cy="1461939"/>
          </a:xfrm>
          <a:prstGeom prst="rect">
            <a:avLst/>
          </a:prstGeom>
          <a:noFill/>
        </p:spPr>
        <p:txBody>
          <a:bodyPr wrap="square" lIns="0" tIns="0" rIns="0" bIns="0" rtlCol="0">
            <a:spAutoFit/>
          </a:bodyPr>
          <a:lstStyle/>
          <a:p>
            <a:pPr marL="0" marR="0" lvl="0" indent="0" algn="l" defTabSz="1219170" rtl="0" eaLnBrk="1" fontAlgn="auto" latinLnBrk="0" hangingPunct="1">
              <a:lnSpc>
                <a:spcPct val="100000"/>
              </a:lnSpc>
              <a:spcBef>
                <a:spcPts val="0"/>
              </a:spcBef>
              <a:spcAft>
                <a:spcPts val="600"/>
              </a:spcAft>
              <a:buClrTx/>
              <a:buSzPct val="100000"/>
              <a:buFont typeface="Arial" panose="020B0604020202020204" pitchFamily="34" charset="0"/>
              <a:buNone/>
              <a:tabLst/>
              <a:defRPr/>
            </a:pPr>
            <a:r>
              <a:rPr kumimoji="0" lang="en-US" sz="800" b="1" i="0" u="none" strike="noStrike" kern="1200" cap="none" spc="0" normalizeH="0" baseline="0" noProof="0">
                <a:ln>
                  <a:noFill/>
                </a:ln>
                <a:effectLst/>
                <a:uLnTx/>
                <a:uFillTx/>
                <a:latin typeface="+mn-lt"/>
                <a:ea typeface="+mn-ea"/>
                <a:cs typeface="+mn-cs"/>
              </a:rPr>
              <a:t>About Deloitte</a:t>
            </a:r>
          </a:p>
          <a:p>
            <a:pPr marL="0" marR="0" lvl="0" indent="0" algn="l" defTabSz="1219170" rtl="0" eaLnBrk="1" fontAlgn="auto" latinLnBrk="0" hangingPunct="1">
              <a:lnSpc>
                <a:spcPct val="100000"/>
              </a:lnSpc>
              <a:spcBef>
                <a:spcPts val="0"/>
              </a:spcBef>
              <a:spcAft>
                <a:spcPts val="600"/>
              </a:spcAft>
              <a:buClrTx/>
              <a:buSzPct val="100000"/>
              <a:buFont typeface="Arial" panose="020B0604020202020204" pitchFamily="34" charset="0"/>
              <a:buNone/>
              <a:tabLst/>
              <a:defRPr/>
            </a:pPr>
            <a:r>
              <a:rPr kumimoji="0" lang="en-US" sz="800" b="0" i="0" u="none" strike="noStrike" kern="1200" cap="none" spc="0" normalizeH="0" baseline="0" noProof="0">
                <a:ln>
                  <a:noFill/>
                </a:ln>
                <a:effectLst/>
                <a:uLnTx/>
                <a:uFillTx/>
                <a:latin typeface="+mn-lt"/>
                <a:ea typeface="+mn-ea"/>
                <a:cs typeface="+mn-cs"/>
              </a:rPr>
              <a:t>Deloitte refers to one or more of Deloitte Touche Tohmatsu Limited, a UK private company limited by guarantee (“DTTL”, its network of member firms, and their related entities. DTTL and each of its member firms are legally separate and independent entities. DTTL (also referred to as “Deloitte Global” does not provide services to clients. In the United States, Deloitte refers to one or more of the US member firms of DTTL, their related entities that operate using the “Deloitte” name in the United States and their respective affiliates. Certain services may not be available to attest clients under the rules and regulations of public accounting. Please see www.deloitte.com/about to learn more about our global network of member firms.</a:t>
            </a:r>
          </a:p>
          <a:p>
            <a:pPr marL="0" marR="0" lvl="0" indent="0" algn="l" defTabSz="1219170" rtl="0" eaLnBrk="1" fontAlgn="auto" latinLnBrk="0" hangingPunct="1">
              <a:lnSpc>
                <a:spcPct val="100000"/>
              </a:lnSpc>
              <a:spcBef>
                <a:spcPts val="0"/>
              </a:spcBef>
              <a:spcAft>
                <a:spcPts val="600"/>
              </a:spcAft>
              <a:buClrTx/>
              <a:buSzPct val="100000"/>
              <a:buFont typeface="Arial" panose="020B0604020202020204" pitchFamily="34" charset="0"/>
              <a:buNone/>
              <a:tabLst/>
              <a:defRPr/>
            </a:pPr>
            <a:r>
              <a:rPr kumimoji="0" lang="en-US" sz="800" b="0" i="0" u="none" strike="noStrike" kern="1200" cap="none" spc="0" normalizeH="0" baseline="0" noProof="0">
                <a:ln>
                  <a:noFill/>
                </a:ln>
                <a:effectLst/>
                <a:uLnTx/>
                <a:uFillTx/>
                <a:latin typeface="+mn-lt"/>
                <a:ea typeface="+mn-ea"/>
                <a:cs typeface="+mn-cs"/>
              </a:rPr>
              <a:t>Copyright © 2024 Deloitte Development LLC. All rights reserved.</a:t>
            </a:r>
          </a:p>
          <a:p>
            <a:pPr marL="0" marR="0" lvl="0" indent="0" algn="l" defTabSz="1219170" rtl="0" eaLnBrk="1" fontAlgn="auto" latinLnBrk="0" hangingPunct="1">
              <a:lnSpc>
                <a:spcPct val="100000"/>
              </a:lnSpc>
              <a:spcBef>
                <a:spcPts val="0"/>
              </a:spcBef>
              <a:spcAft>
                <a:spcPts val="600"/>
              </a:spcAft>
              <a:buClrTx/>
              <a:buSzPct val="100000"/>
              <a:buFont typeface="Arial" panose="020B0604020202020204" pitchFamily="34" charset="0"/>
              <a:buNone/>
              <a:tabLst/>
              <a:defRPr/>
            </a:pPr>
            <a:r>
              <a:rPr kumimoji="0" lang="en-US" sz="800" b="0" i="0" u="none" strike="noStrike" kern="1200" cap="none" spc="0" normalizeH="0" baseline="0" noProof="0">
                <a:ln>
                  <a:noFill/>
                </a:ln>
                <a:effectLst/>
                <a:uLnTx/>
                <a:uFillTx/>
                <a:latin typeface="+mn-lt"/>
                <a:ea typeface="+mn-ea"/>
                <a:cs typeface="+mn-cs"/>
              </a:rPr>
              <a:t>Designed by CoRe Creative Services. RITM1630773</a:t>
            </a:r>
          </a:p>
        </p:txBody>
      </p:sp>
      <p:sp>
        <p:nvSpPr>
          <p:cNvPr id="5" name="Text Placeholder 4">
            <a:extLst>
              <a:ext uri="{FF2B5EF4-FFF2-40B4-BE49-F238E27FC236}">
                <a16:creationId xmlns:a16="http://schemas.microsoft.com/office/drawing/2014/main" id="{94812ECC-7C16-4002-BA8A-A367D2A6B62F}"/>
              </a:ext>
            </a:extLst>
          </p:cNvPr>
          <p:cNvSpPr>
            <a:spLocks noGrp="1"/>
          </p:cNvSpPr>
          <p:nvPr>
            <p:ph type="body" sz="quarter" idx="10" hasCustomPrompt="1"/>
          </p:nvPr>
        </p:nvSpPr>
        <p:spPr>
          <a:xfrm>
            <a:off x="6257730" y="3429000"/>
            <a:ext cx="4459287" cy="866587"/>
          </a:xfrm>
        </p:spPr>
        <p:txBody>
          <a:bodyPr anchor="b"/>
          <a:lstStyle>
            <a:lvl1pPr>
              <a:defRPr sz="7200" b="0" i="0" spc="-150">
                <a:solidFill>
                  <a:srgbClr val="046A38"/>
                </a:solidFill>
                <a:latin typeface="Open Sans Light" panose="020B0306030504020204" pitchFamily="34" charset="0"/>
                <a:ea typeface="Open Sans Light" panose="020B0306030504020204" pitchFamily="34" charset="0"/>
                <a:cs typeface="Open Sans Light" panose="020B0306030504020204" pitchFamily="34" charset="0"/>
              </a:defRPr>
            </a:lvl1pPr>
            <a:lvl2pPr>
              <a:defRPr sz="2800">
                <a:solidFill>
                  <a:schemeClr val="bg1"/>
                </a:solidFill>
              </a:defRPr>
            </a:lvl2pPr>
            <a:lvl3pPr>
              <a:defRPr sz="2800">
                <a:solidFill>
                  <a:schemeClr val="bg1"/>
                </a:solidFill>
              </a:defRPr>
            </a:lvl3pPr>
            <a:lvl4pPr>
              <a:defRPr sz="2800">
                <a:solidFill>
                  <a:schemeClr val="bg1"/>
                </a:solidFill>
              </a:defRPr>
            </a:lvl4pPr>
            <a:lvl5pPr>
              <a:defRPr sz="2800">
                <a:solidFill>
                  <a:schemeClr val="bg1"/>
                </a:solidFill>
              </a:defRPr>
            </a:lvl5pPr>
          </a:lstStyle>
          <a:p>
            <a:pPr lvl="0"/>
            <a:r>
              <a:rPr lang="en-US"/>
              <a:t>Thank you.</a:t>
            </a:r>
          </a:p>
        </p:txBody>
      </p:sp>
      <p:grpSp>
        <p:nvGrpSpPr>
          <p:cNvPr id="7" name="Group 6">
            <a:extLst>
              <a:ext uri="{FF2B5EF4-FFF2-40B4-BE49-F238E27FC236}">
                <a16:creationId xmlns:a16="http://schemas.microsoft.com/office/drawing/2014/main" id="{6EB84DF3-4B00-71B3-FC6D-501DB0CE6CA7}"/>
              </a:ext>
            </a:extLst>
          </p:cNvPr>
          <p:cNvGrpSpPr>
            <a:grpSpLocks noChangeAspect="1"/>
          </p:cNvGrpSpPr>
          <p:nvPr userDrawn="1"/>
        </p:nvGrpSpPr>
        <p:grpSpPr>
          <a:xfrm>
            <a:off x="460541" y="344137"/>
            <a:ext cx="1819109" cy="345828"/>
            <a:chOff x="398463" y="404813"/>
            <a:chExt cx="1627187" cy="307976"/>
          </a:xfrm>
          <a:solidFill>
            <a:schemeClr val="tx1"/>
          </a:solidFill>
        </p:grpSpPr>
        <p:sp>
          <p:nvSpPr>
            <p:cNvPr id="17" name="Oval 5">
              <a:extLst>
                <a:ext uri="{FF2B5EF4-FFF2-40B4-BE49-F238E27FC236}">
                  <a16:creationId xmlns:a16="http://schemas.microsoft.com/office/drawing/2014/main" id="{E98DEDD1-1743-AC0A-8FFD-6E8B9F27C719}"/>
                </a:ext>
              </a:extLst>
            </p:cNvPr>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latin typeface="+mn-lt"/>
              </a:endParaRPr>
            </a:p>
          </p:txBody>
        </p:sp>
        <p:sp>
          <p:nvSpPr>
            <p:cNvPr id="18" name="Freeform 6">
              <a:extLst>
                <a:ext uri="{FF2B5EF4-FFF2-40B4-BE49-F238E27FC236}">
                  <a16:creationId xmlns:a16="http://schemas.microsoft.com/office/drawing/2014/main" id="{9B1599FB-75E6-19B9-D8FE-1C0F692229DB}"/>
                </a:ext>
              </a:extLst>
            </p:cNvPr>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latin typeface="+mn-lt"/>
              </a:endParaRPr>
            </a:p>
          </p:txBody>
        </p:sp>
        <p:sp>
          <p:nvSpPr>
            <p:cNvPr id="19" name="Rectangle 7">
              <a:extLst>
                <a:ext uri="{FF2B5EF4-FFF2-40B4-BE49-F238E27FC236}">
                  <a16:creationId xmlns:a16="http://schemas.microsoft.com/office/drawing/2014/main" id="{180DBF32-6CA8-7AC2-C7F9-3B69FBA1326B}"/>
                </a:ext>
              </a:extLst>
            </p:cNvPr>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latin typeface="+mn-lt"/>
              </a:endParaRPr>
            </a:p>
          </p:txBody>
        </p:sp>
        <p:sp>
          <p:nvSpPr>
            <p:cNvPr id="20" name="Freeform 8">
              <a:extLst>
                <a:ext uri="{FF2B5EF4-FFF2-40B4-BE49-F238E27FC236}">
                  <a16:creationId xmlns:a16="http://schemas.microsoft.com/office/drawing/2014/main" id="{05F96E0B-A3A3-F845-F2D6-41AAC27CA1A3}"/>
                </a:ext>
              </a:extLst>
            </p:cNvPr>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latin typeface="+mn-lt"/>
              </a:endParaRPr>
            </a:p>
          </p:txBody>
        </p:sp>
        <p:sp>
          <p:nvSpPr>
            <p:cNvPr id="21" name="Rectangle 9">
              <a:extLst>
                <a:ext uri="{FF2B5EF4-FFF2-40B4-BE49-F238E27FC236}">
                  <a16:creationId xmlns:a16="http://schemas.microsoft.com/office/drawing/2014/main" id="{2C0BB324-0240-25D0-07E3-198229D46BA8}"/>
                </a:ext>
              </a:extLst>
            </p:cNvPr>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latin typeface="+mn-lt"/>
              </a:endParaRPr>
            </a:p>
          </p:txBody>
        </p:sp>
        <p:sp>
          <p:nvSpPr>
            <p:cNvPr id="22" name="Rectangle 10">
              <a:extLst>
                <a:ext uri="{FF2B5EF4-FFF2-40B4-BE49-F238E27FC236}">
                  <a16:creationId xmlns:a16="http://schemas.microsoft.com/office/drawing/2014/main" id="{C2991C13-50FC-7102-B8C9-22B5E226A400}"/>
                </a:ext>
              </a:extLst>
            </p:cNvPr>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latin typeface="+mn-lt"/>
              </a:endParaRPr>
            </a:p>
          </p:txBody>
        </p:sp>
        <p:sp>
          <p:nvSpPr>
            <p:cNvPr id="23" name="Freeform 11">
              <a:extLst>
                <a:ext uri="{FF2B5EF4-FFF2-40B4-BE49-F238E27FC236}">
                  <a16:creationId xmlns:a16="http://schemas.microsoft.com/office/drawing/2014/main" id="{F00281B8-6282-0FF6-AD1F-3EBBFBE80EDC}"/>
                </a:ext>
              </a:extLst>
            </p:cNvPr>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latin typeface="+mn-lt"/>
              </a:endParaRPr>
            </a:p>
          </p:txBody>
        </p:sp>
        <p:sp>
          <p:nvSpPr>
            <p:cNvPr id="24" name="Freeform 12">
              <a:extLst>
                <a:ext uri="{FF2B5EF4-FFF2-40B4-BE49-F238E27FC236}">
                  <a16:creationId xmlns:a16="http://schemas.microsoft.com/office/drawing/2014/main" id="{E049229A-B990-91F7-B20B-52329FDCADE3}"/>
                </a:ext>
              </a:extLst>
            </p:cNvPr>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latin typeface="+mn-lt"/>
              </a:endParaRPr>
            </a:p>
          </p:txBody>
        </p:sp>
        <p:sp>
          <p:nvSpPr>
            <p:cNvPr id="25" name="Freeform 13">
              <a:extLst>
                <a:ext uri="{FF2B5EF4-FFF2-40B4-BE49-F238E27FC236}">
                  <a16:creationId xmlns:a16="http://schemas.microsoft.com/office/drawing/2014/main" id="{018960CF-3A16-07D6-55E8-2DFA9372371A}"/>
                </a:ext>
              </a:extLst>
            </p:cNvPr>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latin typeface="+mn-lt"/>
              </a:endParaRPr>
            </a:p>
          </p:txBody>
        </p:sp>
        <p:sp>
          <p:nvSpPr>
            <p:cNvPr id="26" name="Freeform 14">
              <a:extLst>
                <a:ext uri="{FF2B5EF4-FFF2-40B4-BE49-F238E27FC236}">
                  <a16:creationId xmlns:a16="http://schemas.microsoft.com/office/drawing/2014/main" id="{0D6ED84F-CCA9-2ED2-933B-68246083AFDD}"/>
                </a:ext>
              </a:extLst>
            </p:cNvPr>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latin typeface="+mn-lt"/>
              </a:endParaRPr>
            </a:p>
          </p:txBody>
        </p:sp>
      </p:grpSp>
    </p:spTree>
    <p:extLst>
      <p:ext uri="{BB962C8B-B14F-4D97-AF65-F5344CB8AC3E}">
        <p14:creationId xmlns:p14="http://schemas.microsoft.com/office/powerpoint/2010/main" val="2633169024"/>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Title Slide - White">
    <p:spTree>
      <p:nvGrpSpPr>
        <p:cNvPr id="1" name=""/>
        <p:cNvGrpSpPr/>
        <p:nvPr/>
      </p:nvGrpSpPr>
      <p:grpSpPr>
        <a:xfrm>
          <a:off x="0" y="0"/>
          <a:ext cx="0" cy="0"/>
          <a:chOff x="0" y="0"/>
          <a:chExt cx="0" cy="0"/>
        </a:xfrm>
      </p:grpSpPr>
      <p:sp>
        <p:nvSpPr>
          <p:cNvPr id="42" name="Title 1">
            <a:extLst>
              <a:ext uri="{FF2B5EF4-FFF2-40B4-BE49-F238E27FC236}">
                <a16:creationId xmlns:a16="http://schemas.microsoft.com/office/drawing/2014/main" id="{B345DB50-CB94-4421-9E14-33DABF973475}"/>
              </a:ext>
            </a:extLst>
          </p:cNvPr>
          <p:cNvSpPr>
            <a:spLocks noGrp="1"/>
          </p:cNvSpPr>
          <p:nvPr>
            <p:ph type="ctrTitle"/>
          </p:nvPr>
        </p:nvSpPr>
        <p:spPr bwMode="gray">
          <a:xfrm>
            <a:off x="457201" y="5186209"/>
            <a:ext cx="4490721" cy="895983"/>
          </a:xfrm>
          <a:prstGeom prst="rect">
            <a:avLst/>
          </a:prstGeom>
        </p:spPr>
        <p:txBody>
          <a:bodyPr anchor="b" anchorCtr="0">
            <a:noAutofit/>
          </a:bodyPr>
          <a:lstStyle>
            <a:lvl1pPr algn="l">
              <a:lnSpc>
                <a:spcPts val="3200"/>
              </a:lnSpc>
              <a:defRPr sz="3200" b="0">
                <a:solidFill>
                  <a:schemeClr val="accent1"/>
                </a:solidFill>
                <a:latin typeface="Calibri Light" panose="020F0302020204030204" pitchFamily="34" charset="0"/>
                <a:ea typeface="Open Sans" panose="020B0606030504020204" pitchFamily="34" charset="0"/>
                <a:cs typeface="Calibri Light" panose="020F0302020204030204" pitchFamily="34" charset="0"/>
              </a:defRPr>
            </a:lvl1pPr>
          </a:lstStyle>
          <a:p>
            <a:r>
              <a:rPr lang="en-US" noProof="0"/>
              <a:t>Click to edit Master title style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p:nvPr>
        </p:nvSpPr>
        <p:spPr>
          <a:xfrm>
            <a:off x="457201" y="6365848"/>
            <a:ext cx="4490721" cy="273050"/>
          </a:xfrm>
          <a:prstGeom prst="rect">
            <a:avLst/>
          </a:prstGeom>
        </p:spPr>
        <p:txBody>
          <a:bodyPr anchor="t">
            <a:noAutofit/>
          </a:bodyPr>
          <a:lstStyle>
            <a:lvl1pPr>
              <a:spcAft>
                <a:spcPts val="0"/>
              </a:spcAft>
              <a:defRPr sz="1400" b="1">
                <a:solidFill>
                  <a:schemeClr val="tx1"/>
                </a:solidFill>
                <a:latin typeface="Calibri" panose="020F050202020403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27" name="Group 26">
            <a:extLst>
              <a:ext uri="{FF2B5EF4-FFF2-40B4-BE49-F238E27FC236}">
                <a16:creationId xmlns:a16="http://schemas.microsoft.com/office/drawing/2014/main" id="{A01EE57E-4C1B-4ECF-94C5-14A453751EA1}"/>
              </a:ext>
            </a:extLst>
          </p:cNvPr>
          <p:cNvGrpSpPr>
            <a:grpSpLocks noChangeAspect="1"/>
          </p:cNvGrpSpPr>
          <p:nvPr userDrawn="1"/>
        </p:nvGrpSpPr>
        <p:grpSpPr>
          <a:xfrm>
            <a:off x="460541" y="344137"/>
            <a:ext cx="1819109" cy="345828"/>
            <a:chOff x="398463" y="404813"/>
            <a:chExt cx="1627187" cy="307976"/>
          </a:xfrm>
          <a:solidFill>
            <a:schemeClr val="tx1"/>
          </a:solidFill>
        </p:grpSpPr>
        <p:sp>
          <p:nvSpPr>
            <p:cNvPr id="28" name="Oval 5">
              <a:extLst>
                <a:ext uri="{FF2B5EF4-FFF2-40B4-BE49-F238E27FC236}">
                  <a16:creationId xmlns:a16="http://schemas.microsoft.com/office/drawing/2014/main" id="{848B10DB-7BA0-47A6-A2BF-E43FDE325327}"/>
                </a:ext>
              </a:extLst>
            </p:cNvPr>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29" name="Freeform 6">
              <a:extLst>
                <a:ext uri="{FF2B5EF4-FFF2-40B4-BE49-F238E27FC236}">
                  <a16:creationId xmlns:a16="http://schemas.microsoft.com/office/drawing/2014/main" id="{B690FCB5-02B0-42C1-A71D-2F5ABCA25FF7}"/>
                </a:ext>
              </a:extLst>
            </p:cNvPr>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33" name="Rectangle 7">
              <a:extLst>
                <a:ext uri="{FF2B5EF4-FFF2-40B4-BE49-F238E27FC236}">
                  <a16:creationId xmlns:a16="http://schemas.microsoft.com/office/drawing/2014/main" id="{358223E3-2772-41EC-BDC5-F0327F14B288}"/>
                </a:ext>
              </a:extLst>
            </p:cNvPr>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34" name="Freeform 8">
              <a:extLst>
                <a:ext uri="{FF2B5EF4-FFF2-40B4-BE49-F238E27FC236}">
                  <a16:creationId xmlns:a16="http://schemas.microsoft.com/office/drawing/2014/main" id="{60E75CE7-1268-47E9-A585-16E350CB0979}"/>
                </a:ext>
              </a:extLst>
            </p:cNvPr>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35" name="Rectangle 9">
              <a:extLst>
                <a:ext uri="{FF2B5EF4-FFF2-40B4-BE49-F238E27FC236}">
                  <a16:creationId xmlns:a16="http://schemas.microsoft.com/office/drawing/2014/main" id="{BF8B8A80-FD9A-43B9-A936-A0BE1CAD8037}"/>
                </a:ext>
              </a:extLst>
            </p:cNvPr>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36" name="Rectangle 10">
              <a:extLst>
                <a:ext uri="{FF2B5EF4-FFF2-40B4-BE49-F238E27FC236}">
                  <a16:creationId xmlns:a16="http://schemas.microsoft.com/office/drawing/2014/main" id="{5DA18E48-2689-422E-A84C-ECB5B61A0D29}"/>
                </a:ext>
              </a:extLst>
            </p:cNvPr>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37" name="Freeform 11">
              <a:extLst>
                <a:ext uri="{FF2B5EF4-FFF2-40B4-BE49-F238E27FC236}">
                  <a16:creationId xmlns:a16="http://schemas.microsoft.com/office/drawing/2014/main" id="{D9316E24-7A8A-4FCF-B2C4-4EE40E3BA994}"/>
                </a:ext>
              </a:extLst>
            </p:cNvPr>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38" name="Freeform 12">
              <a:extLst>
                <a:ext uri="{FF2B5EF4-FFF2-40B4-BE49-F238E27FC236}">
                  <a16:creationId xmlns:a16="http://schemas.microsoft.com/office/drawing/2014/main" id="{76354CE9-D577-46E8-886D-1BBB079BE4DC}"/>
                </a:ext>
              </a:extLst>
            </p:cNvPr>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39" name="Freeform 13">
              <a:extLst>
                <a:ext uri="{FF2B5EF4-FFF2-40B4-BE49-F238E27FC236}">
                  <a16:creationId xmlns:a16="http://schemas.microsoft.com/office/drawing/2014/main" id="{2232419E-4011-4B15-A744-7F8FCDD1F558}"/>
                </a:ext>
              </a:extLst>
            </p:cNvPr>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40" name="Freeform 14">
              <a:extLst>
                <a:ext uri="{FF2B5EF4-FFF2-40B4-BE49-F238E27FC236}">
                  <a16:creationId xmlns:a16="http://schemas.microsoft.com/office/drawing/2014/main" id="{2F957E66-C402-4A51-A806-6052AEAFC8F2}"/>
                </a:ext>
              </a:extLst>
            </p:cNvPr>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grpSp>
      <p:sp>
        <p:nvSpPr>
          <p:cNvPr id="44" name="Picture Placeholder 8">
            <a:extLst>
              <a:ext uri="{FF2B5EF4-FFF2-40B4-BE49-F238E27FC236}">
                <a16:creationId xmlns:a16="http://schemas.microsoft.com/office/drawing/2014/main" id="{932C736B-20BB-4603-9DD1-FEB85AD9DC39}"/>
              </a:ext>
            </a:extLst>
          </p:cNvPr>
          <p:cNvSpPr>
            <a:spLocks noGrp="1"/>
          </p:cNvSpPr>
          <p:nvPr>
            <p:ph type="pic" sz="quarter" idx="11"/>
          </p:nvPr>
        </p:nvSpPr>
        <p:spPr>
          <a:xfrm>
            <a:off x="3319272" y="688848"/>
            <a:ext cx="5562600" cy="5556504"/>
          </a:xfrm>
          <a:prstGeom prst="rect">
            <a:avLst/>
          </a:prstGeom>
        </p:spPr>
        <p:txBody>
          <a:bodyPr/>
          <a:lstStyle/>
          <a:p>
            <a:r>
              <a:rPr lang="en-US" noProof="0"/>
              <a:t>Click icon to add picture</a:t>
            </a:r>
          </a:p>
        </p:txBody>
      </p:sp>
    </p:spTree>
    <p:extLst>
      <p:ext uri="{BB962C8B-B14F-4D97-AF65-F5344CB8AC3E}">
        <p14:creationId xmlns:p14="http://schemas.microsoft.com/office/powerpoint/2010/main" val="2939986277"/>
      </p:ext>
    </p:extLst>
  </p:cSld>
  <p:clrMapOvr>
    <a:masterClrMapping/>
  </p:clrMapOvr>
  <p:transition>
    <p:fade/>
  </p:transition>
  <p:hf hdr="0" dt="0"/>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Slide - Black">
    <p:spTree>
      <p:nvGrpSpPr>
        <p:cNvPr id="1" name=""/>
        <p:cNvGrpSpPr/>
        <p:nvPr/>
      </p:nvGrpSpPr>
      <p:grpSpPr>
        <a:xfrm>
          <a:off x="0" y="0"/>
          <a:ext cx="0" cy="0"/>
          <a:chOff x="0" y="0"/>
          <a:chExt cx="0" cy="0"/>
        </a:xfrm>
      </p:grpSpPr>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p:nvPr>
        </p:nvSpPr>
        <p:spPr>
          <a:xfrm>
            <a:off x="463296" y="6365848"/>
            <a:ext cx="4446269" cy="273050"/>
          </a:xfrm>
          <a:prstGeom prst="rect">
            <a:avLst/>
          </a:prstGeom>
        </p:spPr>
        <p:txBody>
          <a:bodyPr anchor="t">
            <a:noAutofit/>
          </a:bodyPr>
          <a:lstStyle>
            <a:lvl1pPr>
              <a:spcAft>
                <a:spcPts val="0"/>
              </a:spcAft>
              <a:defRPr sz="1400" b="1">
                <a:solidFill>
                  <a:schemeClr val="bg1"/>
                </a:solidFill>
                <a:latin typeface="Calibri" panose="020F050202020403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27" name="Group 26">
            <a:extLst>
              <a:ext uri="{FF2B5EF4-FFF2-40B4-BE49-F238E27FC236}">
                <a16:creationId xmlns:a16="http://schemas.microsoft.com/office/drawing/2014/main" id="{B6F50CF5-77BF-459B-9A79-3C4CC22A0F3A}"/>
              </a:ext>
            </a:extLst>
          </p:cNvPr>
          <p:cNvGrpSpPr/>
          <p:nvPr userDrawn="1"/>
        </p:nvGrpSpPr>
        <p:grpSpPr>
          <a:xfrm>
            <a:off x="463296" y="341312"/>
            <a:ext cx="1819656" cy="347472"/>
            <a:chOff x="398463" y="404813"/>
            <a:chExt cx="1627187" cy="307976"/>
          </a:xfrm>
          <a:solidFill>
            <a:schemeClr val="bg1"/>
          </a:solidFill>
        </p:grpSpPr>
        <p:sp>
          <p:nvSpPr>
            <p:cNvPr id="28" name="Oval 5">
              <a:extLst>
                <a:ext uri="{FF2B5EF4-FFF2-40B4-BE49-F238E27FC236}">
                  <a16:creationId xmlns:a16="http://schemas.microsoft.com/office/drawing/2014/main" id="{E9128BED-07B9-451E-B858-7CC1141471B6}"/>
                </a:ext>
              </a:extLst>
            </p:cNvPr>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29" name="Freeform 6">
              <a:extLst>
                <a:ext uri="{FF2B5EF4-FFF2-40B4-BE49-F238E27FC236}">
                  <a16:creationId xmlns:a16="http://schemas.microsoft.com/office/drawing/2014/main" id="{C68196BA-7D11-4539-BDF9-983E22D34232}"/>
                </a:ext>
              </a:extLst>
            </p:cNvPr>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44" name="Rectangle 7">
              <a:extLst>
                <a:ext uri="{FF2B5EF4-FFF2-40B4-BE49-F238E27FC236}">
                  <a16:creationId xmlns:a16="http://schemas.microsoft.com/office/drawing/2014/main" id="{42AF1C77-6287-4499-B04A-87B27165DE90}"/>
                </a:ext>
              </a:extLst>
            </p:cNvPr>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45" name="Freeform 8">
              <a:extLst>
                <a:ext uri="{FF2B5EF4-FFF2-40B4-BE49-F238E27FC236}">
                  <a16:creationId xmlns:a16="http://schemas.microsoft.com/office/drawing/2014/main" id="{25579AED-BEB3-43B3-8ED1-4F00DD4BD00F}"/>
                </a:ext>
              </a:extLst>
            </p:cNvPr>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46" name="Rectangle 9">
              <a:extLst>
                <a:ext uri="{FF2B5EF4-FFF2-40B4-BE49-F238E27FC236}">
                  <a16:creationId xmlns:a16="http://schemas.microsoft.com/office/drawing/2014/main" id="{E45E9D0B-F5C0-4893-92F0-D69A666C1B0B}"/>
                </a:ext>
              </a:extLst>
            </p:cNvPr>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47" name="Rectangle 10">
              <a:extLst>
                <a:ext uri="{FF2B5EF4-FFF2-40B4-BE49-F238E27FC236}">
                  <a16:creationId xmlns:a16="http://schemas.microsoft.com/office/drawing/2014/main" id="{DE5C210F-0B06-4949-8E4D-64301D93E9D9}"/>
                </a:ext>
              </a:extLst>
            </p:cNvPr>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48" name="Freeform 11">
              <a:extLst>
                <a:ext uri="{FF2B5EF4-FFF2-40B4-BE49-F238E27FC236}">
                  <a16:creationId xmlns:a16="http://schemas.microsoft.com/office/drawing/2014/main" id="{F24B8B3C-D0AE-4485-8A30-2C7813EFDEE1}"/>
                </a:ext>
              </a:extLst>
            </p:cNvPr>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49" name="Freeform 12">
              <a:extLst>
                <a:ext uri="{FF2B5EF4-FFF2-40B4-BE49-F238E27FC236}">
                  <a16:creationId xmlns:a16="http://schemas.microsoft.com/office/drawing/2014/main" id="{0DD172EE-B893-46D5-9A64-6715E431296D}"/>
                </a:ext>
              </a:extLst>
            </p:cNvPr>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50" name="Freeform 13">
              <a:extLst>
                <a:ext uri="{FF2B5EF4-FFF2-40B4-BE49-F238E27FC236}">
                  <a16:creationId xmlns:a16="http://schemas.microsoft.com/office/drawing/2014/main" id="{41641FDD-35E1-4F42-B99C-FFA6812569B0}"/>
                </a:ext>
              </a:extLst>
            </p:cNvPr>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51" name="Freeform 14">
              <a:extLst>
                <a:ext uri="{FF2B5EF4-FFF2-40B4-BE49-F238E27FC236}">
                  <a16:creationId xmlns:a16="http://schemas.microsoft.com/office/drawing/2014/main" id="{DFE30DEA-FA20-4812-875C-D70A3CA3F5F2}"/>
                </a:ext>
              </a:extLst>
            </p:cNvPr>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grpSp>
      <p:sp>
        <p:nvSpPr>
          <p:cNvPr id="53" name="Title 1">
            <a:extLst>
              <a:ext uri="{FF2B5EF4-FFF2-40B4-BE49-F238E27FC236}">
                <a16:creationId xmlns:a16="http://schemas.microsoft.com/office/drawing/2014/main" id="{647FBB06-57A1-478F-8BCE-57D05265516A}"/>
              </a:ext>
            </a:extLst>
          </p:cNvPr>
          <p:cNvSpPr>
            <a:spLocks noGrp="1"/>
          </p:cNvSpPr>
          <p:nvPr>
            <p:ph type="ctrTitle"/>
          </p:nvPr>
        </p:nvSpPr>
        <p:spPr bwMode="gray">
          <a:xfrm>
            <a:off x="463296" y="5186209"/>
            <a:ext cx="4446269" cy="895983"/>
          </a:xfrm>
          <a:prstGeom prst="rect">
            <a:avLst/>
          </a:prstGeom>
        </p:spPr>
        <p:txBody>
          <a:bodyPr anchor="b" anchorCtr="0">
            <a:noAutofit/>
          </a:bodyPr>
          <a:lstStyle>
            <a:lvl1pPr algn="l">
              <a:lnSpc>
                <a:spcPts val="2600"/>
              </a:lnSpc>
              <a:defRPr sz="2600" b="0">
                <a:solidFill>
                  <a:schemeClr val="accent1"/>
                </a:solidFill>
                <a:latin typeface="Calibri Light" panose="020F0302020204030204" pitchFamily="34" charset="0"/>
                <a:ea typeface="Open Sans" panose="020B0606030504020204" pitchFamily="34" charset="0"/>
                <a:cs typeface="Calibri Light" panose="020F0302020204030204" pitchFamily="34" charset="0"/>
              </a:defRPr>
            </a:lvl1pPr>
          </a:lstStyle>
          <a:p>
            <a:r>
              <a:rPr lang="en-US" noProof="0"/>
              <a:t>Click to edit Master title style</a:t>
            </a:r>
          </a:p>
        </p:txBody>
      </p:sp>
      <p:sp>
        <p:nvSpPr>
          <p:cNvPr id="17" name="Picture Placeholder 8">
            <a:extLst>
              <a:ext uri="{FF2B5EF4-FFF2-40B4-BE49-F238E27FC236}">
                <a16:creationId xmlns:a16="http://schemas.microsoft.com/office/drawing/2014/main" id="{AA5D9D6B-8AE5-40BD-B06B-DB5F7F3841FC}"/>
              </a:ext>
            </a:extLst>
          </p:cNvPr>
          <p:cNvSpPr>
            <a:spLocks noGrp="1"/>
          </p:cNvSpPr>
          <p:nvPr>
            <p:ph type="pic" sz="quarter" idx="11"/>
          </p:nvPr>
        </p:nvSpPr>
        <p:spPr>
          <a:xfrm>
            <a:off x="3316942" y="688848"/>
            <a:ext cx="5562600" cy="5556504"/>
          </a:xfrm>
          <a:prstGeom prst="rect">
            <a:avLst/>
          </a:prstGeom>
        </p:spPr>
        <p:txBody>
          <a:bodyPr/>
          <a:lstStyle/>
          <a:p>
            <a:r>
              <a:rPr lang="en-US" noProof="0"/>
              <a:t>Click icon to add picture</a:t>
            </a:r>
          </a:p>
        </p:txBody>
      </p:sp>
    </p:spTree>
    <p:extLst>
      <p:ext uri="{BB962C8B-B14F-4D97-AF65-F5344CB8AC3E}">
        <p14:creationId xmlns:p14="http://schemas.microsoft.com/office/powerpoint/2010/main" val="3178671709"/>
      </p:ext>
    </p:extLst>
  </p:cSld>
  <p:clrMapOvr>
    <a:masterClrMapping/>
  </p:clrMapOvr>
  <p:transition>
    <p:fade/>
  </p:transition>
  <p:hf hdr="0" dt="0"/>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Slide - Black Page Image">
    <p:spTree>
      <p:nvGrpSpPr>
        <p:cNvPr id="1" name=""/>
        <p:cNvGrpSpPr/>
        <p:nvPr/>
      </p:nvGrpSpPr>
      <p:grpSpPr>
        <a:xfrm>
          <a:off x="0" y="0"/>
          <a:ext cx="0" cy="0"/>
          <a:chOff x="0" y="0"/>
          <a:chExt cx="0" cy="0"/>
        </a:xfrm>
      </p:grpSpPr>
      <p:sp>
        <p:nvSpPr>
          <p:cNvPr id="17" name="Picture Placeholder 8">
            <a:extLst>
              <a:ext uri="{FF2B5EF4-FFF2-40B4-BE49-F238E27FC236}">
                <a16:creationId xmlns:a16="http://schemas.microsoft.com/office/drawing/2014/main" id="{DEF77F0F-DE6A-48C9-92BD-013174DD643C}"/>
              </a:ext>
            </a:extLst>
          </p:cNvPr>
          <p:cNvSpPr>
            <a:spLocks noGrp="1"/>
          </p:cNvSpPr>
          <p:nvPr>
            <p:ph type="pic" sz="quarter" idx="11"/>
          </p:nvPr>
        </p:nvSpPr>
        <p:spPr>
          <a:xfrm>
            <a:off x="0" y="0"/>
            <a:ext cx="12192000" cy="6858000"/>
          </a:xfrm>
          <a:prstGeom prst="rect">
            <a:avLst/>
          </a:prstGeom>
        </p:spPr>
        <p:txBody>
          <a:bodyPr/>
          <a:lstStyle>
            <a:lvl1pPr>
              <a:defRPr>
                <a:solidFill>
                  <a:schemeClr val="bg1"/>
                </a:solidFill>
              </a:defRPr>
            </a:lvl1pPr>
          </a:lstStyle>
          <a:p>
            <a:r>
              <a:rPr lang="en-US" noProof="0"/>
              <a:t>Click icon to add picture</a:t>
            </a:r>
          </a:p>
        </p:txBody>
      </p:sp>
      <p:sp>
        <p:nvSpPr>
          <p:cNvPr id="28" name="Text Placeholder 4">
            <a:extLst>
              <a:ext uri="{FF2B5EF4-FFF2-40B4-BE49-F238E27FC236}">
                <a16:creationId xmlns:a16="http://schemas.microsoft.com/office/drawing/2014/main" id="{7843742C-26CB-411F-8564-50309241988E}"/>
              </a:ext>
            </a:extLst>
          </p:cNvPr>
          <p:cNvSpPr>
            <a:spLocks noGrp="1"/>
          </p:cNvSpPr>
          <p:nvPr>
            <p:ph type="body" sz="quarter" idx="10"/>
          </p:nvPr>
        </p:nvSpPr>
        <p:spPr>
          <a:xfrm>
            <a:off x="463296" y="6364224"/>
            <a:ext cx="4446269" cy="273050"/>
          </a:xfrm>
          <a:prstGeom prst="rect">
            <a:avLst/>
          </a:prstGeom>
        </p:spPr>
        <p:txBody>
          <a:bodyPr anchor="t">
            <a:noAutofit/>
          </a:bodyPr>
          <a:lstStyle>
            <a:lvl1pPr>
              <a:spcAft>
                <a:spcPts val="0"/>
              </a:spcAft>
              <a:defRPr sz="1400" b="1">
                <a:solidFill>
                  <a:schemeClr val="bg1"/>
                </a:solidFill>
                <a:latin typeface="Calibri" panose="020F050202020403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29" name="Title 1">
            <a:extLst>
              <a:ext uri="{FF2B5EF4-FFF2-40B4-BE49-F238E27FC236}">
                <a16:creationId xmlns:a16="http://schemas.microsoft.com/office/drawing/2014/main" id="{A7C729B7-24CD-4887-BCB2-9B9E69736AAE}"/>
              </a:ext>
            </a:extLst>
          </p:cNvPr>
          <p:cNvSpPr>
            <a:spLocks noGrp="1"/>
          </p:cNvSpPr>
          <p:nvPr>
            <p:ph type="ctrTitle"/>
          </p:nvPr>
        </p:nvSpPr>
        <p:spPr bwMode="gray">
          <a:xfrm>
            <a:off x="463296" y="5186209"/>
            <a:ext cx="4446269" cy="895983"/>
          </a:xfrm>
          <a:prstGeom prst="rect">
            <a:avLst/>
          </a:prstGeom>
        </p:spPr>
        <p:txBody>
          <a:bodyPr anchor="b" anchorCtr="0">
            <a:noAutofit/>
          </a:bodyPr>
          <a:lstStyle>
            <a:lvl1pPr algn="l">
              <a:lnSpc>
                <a:spcPts val="3200"/>
              </a:lnSpc>
              <a:defRPr sz="3200" b="0">
                <a:solidFill>
                  <a:schemeClr val="accent1"/>
                </a:solidFill>
                <a:latin typeface="Calibri Light" panose="020F0302020204030204" pitchFamily="34" charset="0"/>
                <a:ea typeface="Open Sans" panose="020B0606030504020204" pitchFamily="34" charset="0"/>
                <a:cs typeface="Calibri Light" panose="020F0302020204030204" pitchFamily="34" charset="0"/>
              </a:defRPr>
            </a:lvl1pPr>
          </a:lstStyle>
          <a:p>
            <a:r>
              <a:rPr lang="en-US" noProof="0"/>
              <a:t>Click to edit Master title style</a:t>
            </a:r>
          </a:p>
        </p:txBody>
      </p:sp>
      <p:cxnSp>
        <p:nvCxnSpPr>
          <p:cNvPr id="5" name="Straight Connector 4">
            <a:extLst>
              <a:ext uri="{FF2B5EF4-FFF2-40B4-BE49-F238E27FC236}">
                <a16:creationId xmlns:a16="http://schemas.microsoft.com/office/drawing/2014/main" id="{CB5451A9-3E6A-4737-92D0-C9DAA534DA04}"/>
              </a:ext>
            </a:extLst>
          </p:cNvPr>
          <p:cNvCxnSpPr/>
          <p:nvPr userDrawn="1"/>
        </p:nvCxnSpPr>
        <p:spPr>
          <a:xfrm flipV="1">
            <a:off x="0" y="0"/>
            <a:ext cx="12192000" cy="68580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nvGrpSpPr>
          <p:cNvPr id="18" name="Group 17">
            <a:extLst>
              <a:ext uri="{FF2B5EF4-FFF2-40B4-BE49-F238E27FC236}">
                <a16:creationId xmlns:a16="http://schemas.microsoft.com/office/drawing/2014/main" id="{A2ADDA35-0590-4771-9879-88CE0238551F}"/>
              </a:ext>
            </a:extLst>
          </p:cNvPr>
          <p:cNvGrpSpPr/>
          <p:nvPr userDrawn="1"/>
        </p:nvGrpSpPr>
        <p:grpSpPr>
          <a:xfrm>
            <a:off x="463296" y="341312"/>
            <a:ext cx="1819656" cy="347472"/>
            <a:chOff x="398463" y="404813"/>
            <a:chExt cx="1627187" cy="307976"/>
          </a:xfrm>
          <a:solidFill>
            <a:schemeClr val="bg1"/>
          </a:solidFill>
        </p:grpSpPr>
        <p:sp>
          <p:nvSpPr>
            <p:cNvPr id="19" name="Oval 5">
              <a:extLst>
                <a:ext uri="{FF2B5EF4-FFF2-40B4-BE49-F238E27FC236}">
                  <a16:creationId xmlns:a16="http://schemas.microsoft.com/office/drawing/2014/main" id="{3FD17B1A-A918-439D-AFAD-ECE9421735FC}"/>
                </a:ext>
              </a:extLst>
            </p:cNvPr>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20" name="Freeform 6">
              <a:extLst>
                <a:ext uri="{FF2B5EF4-FFF2-40B4-BE49-F238E27FC236}">
                  <a16:creationId xmlns:a16="http://schemas.microsoft.com/office/drawing/2014/main" id="{79359716-9ACF-4041-A7F0-2E04E36D8614}"/>
                </a:ext>
              </a:extLst>
            </p:cNvPr>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21" name="Rectangle 7">
              <a:extLst>
                <a:ext uri="{FF2B5EF4-FFF2-40B4-BE49-F238E27FC236}">
                  <a16:creationId xmlns:a16="http://schemas.microsoft.com/office/drawing/2014/main" id="{EE3C6AB2-FF26-4D74-983F-E8C9540B703E}"/>
                </a:ext>
              </a:extLst>
            </p:cNvPr>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22" name="Freeform 8">
              <a:extLst>
                <a:ext uri="{FF2B5EF4-FFF2-40B4-BE49-F238E27FC236}">
                  <a16:creationId xmlns:a16="http://schemas.microsoft.com/office/drawing/2014/main" id="{B600C838-AB18-404F-AF64-5BE6309AC231}"/>
                </a:ext>
              </a:extLst>
            </p:cNvPr>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23" name="Rectangle 9">
              <a:extLst>
                <a:ext uri="{FF2B5EF4-FFF2-40B4-BE49-F238E27FC236}">
                  <a16:creationId xmlns:a16="http://schemas.microsoft.com/office/drawing/2014/main" id="{37EF79B8-3321-4A68-A438-F7CA9AB20D0A}"/>
                </a:ext>
              </a:extLst>
            </p:cNvPr>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24" name="Rectangle 10">
              <a:extLst>
                <a:ext uri="{FF2B5EF4-FFF2-40B4-BE49-F238E27FC236}">
                  <a16:creationId xmlns:a16="http://schemas.microsoft.com/office/drawing/2014/main" id="{9EB266B0-2723-40E9-BD24-9B88F113710A}"/>
                </a:ext>
              </a:extLst>
            </p:cNvPr>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25" name="Freeform 11">
              <a:extLst>
                <a:ext uri="{FF2B5EF4-FFF2-40B4-BE49-F238E27FC236}">
                  <a16:creationId xmlns:a16="http://schemas.microsoft.com/office/drawing/2014/main" id="{90C5C28F-BB95-44AD-9700-55D9AE2BE2B7}"/>
                </a:ext>
              </a:extLst>
            </p:cNvPr>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26" name="Freeform 12">
              <a:extLst>
                <a:ext uri="{FF2B5EF4-FFF2-40B4-BE49-F238E27FC236}">
                  <a16:creationId xmlns:a16="http://schemas.microsoft.com/office/drawing/2014/main" id="{42500885-66FF-4752-A3E1-7C0FA9778A82}"/>
                </a:ext>
              </a:extLst>
            </p:cNvPr>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27" name="Freeform 13">
              <a:extLst>
                <a:ext uri="{FF2B5EF4-FFF2-40B4-BE49-F238E27FC236}">
                  <a16:creationId xmlns:a16="http://schemas.microsoft.com/office/drawing/2014/main" id="{165DB8AE-A24F-4086-963B-1C7F379D2166}"/>
                </a:ext>
              </a:extLst>
            </p:cNvPr>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41" name="Freeform 14">
              <a:extLst>
                <a:ext uri="{FF2B5EF4-FFF2-40B4-BE49-F238E27FC236}">
                  <a16:creationId xmlns:a16="http://schemas.microsoft.com/office/drawing/2014/main" id="{282083A4-2C11-43E4-9516-9622E1E74D98}"/>
                </a:ext>
              </a:extLst>
            </p:cNvPr>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grpSp>
    </p:spTree>
    <p:extLst>
      <p:ext uri="{BB962C8B-B14F-4D97-AF65-F5344CB8AC3E}">
        <p14:creationId xmlns:p14="http://schemas.microsoft.com/office/powerpoint/2010/main" val="3488288056"/>
      </p:ext>
    </p:extLst>
  </p:cSld>
  <p:clrMapOvr>
    <a:masterClrMapping/>
  </p:clrMapOvr>
  <p:transition>
    <p:fade/>
  </p:transition>
  <p:hf hdr="0" dt="0"/>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lide - Circle with text">
    <p:spTree>
      <p:nvGrpSpPr>
        <p:cNvPr id="1" name=""/>
        <p:cNvGrpSpPr/>
        <p:nvPr/>
      </p:nvGrpSpPr>
      <p:grpSpPr>
        <a:xfrm>
          <a:off x="0" y="0"/>
          <a:ext cx="0" cy="0"/>
          <a:chOff x="0" y="0"/>
          <a:chExt cx="0" cy="0"/>
        </a:xfrm>
      </p:grpSpPr>
      <p:sp>
        <p:nvSpPr>
          <p:cNvPr id="17" name="Picture Placeholder 8">
            <a:extLst>
              <a:ext uri="{FF2B5EF4-FFF2-40B4-BE49-F238E27FC236}">
                <a16:creationId xmlns:a16="http://schemas.microsoft.com/office/drawing/2014/main" id="{8B9DDECB-90E6-4132-BCD8-24EBC3764DB9}"/>
              </a:ext>
            </a:extLst>
          </p:cNvPr>
          <p:cNvSpPr>
            <a:spLocks noGrp="1"/>
          </p:cNvSpPr>
          <p:nvPr>
            <p:ph type="pic" sz="quarter" idx="11"/>
          </p:nvPr>
        </p:nvSpPr>
        <p:spPr>
          <a:xfrm>
            <a:off x="3724289" y="688848"/>
            <a:ext cx="5562600" cy="5556504"/>
          </a:xfrm>
          <a:prstGeom prst="rect">
            <a:avLst/>
          </a:prstGeom>
        </p:spPr>
        <p:txBody>
          <a:bodyPr/>
          <a:lstStyle/>
          <a:p>
            <a:r>
              <a:rPr lang="en-US" noProof="0"/>
              <a:t>Click icon to add picture</a:t>
            </a:r>
          </a:p>
        </p:txBody>
      </p:sp>
      <p:grpSp>
        <p:nvGrpSpPr>
          <p:cNvPr id="18" name="Group 17">
            <a:extLst>
              <a:ext uri="{FF2B5EF4-FFF2-40B4-BE49-F238E27FC236}">
                <a16:creationId xmlns:a16="http://schemas.microsoft.com/office/drawing/2014/main" id="{C68220B9-53D3-434F-999D-90F07DAA2325}"/>
              </a:ext>
            </a:extLst>
          </p:cNvPr>
          <p:cNvGrpSpPr>
            <a:grpSpLocks noChangeAspect="1"/>
          </p:cNvGrpSpPr>
          <p:nvPr userDrawn="1"/>
        </p:nvGrpSpPr>
        <p:grpSpPr>
          <a:xfrm>
            <a:off x="460541" y="344137"/>
            <a:ext cx="1819109" cy="345828"/>
            <a:chOff x="398463" y="404813"/>
            <a:chExt cx="1627187" cy="307976"/>
          </a:xfrm>
          <a:solidFill>
            <a:schemeClr val="tx1"/>
          </a:solidFill>
        </p:grpSpPr>
        <p:sp>
          <p:nvSpPr>
            <p:cNvPr id="19" name="Oval 5">
              <a:extLst>
                <a:ext uri="{FF2B5EF4-FFF2-40B4-BE49-F238E27FC236}">
                  <a16:creationId xmlns:a16="http://schemas.microsoft.com/office/drawing/2014/main" id="{8B229135-140E-4C82-9088-DB80D93F74F4}"/>
                </a:ext>
              </a:extLst>
            </p:cNvPr>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20" name="Freeform 6">
              <a:extLst>
                <a:ext uri="{FF2B5EF4-FFF2-40B4-BE49-F238E27FC236}">
                  <a16:creationId xmlns:a16="http://schemas.microsoft.com/office/drawing/2014/main" id="{C0B69BD4-36A4-4DB1-B5FD-89FB06A52E69}"/>
                </a:ext>
              </a:extLst>
            </p:cNvPr>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21" name="Rectangle 7">
              <a:extLst>
                <a:ext uri="{FF2B5EF4-FFF2-40B4-BE49-F238E27FC236}">
                  <a16:creationId xmlns:a16="http://schemas.microsoft.com/office/drawing/2014/main" id="{49F4DC4F-9DBA-44B7-B892-0083CA88927E}"/>
                </a:ext>
              </a:extLst>
            </p:cNvPr>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22" name="Freeform 8">
              <a:extLst>
                <a:ext uri="{FF2B5EF4-FFF2-40B4-BE49-F238E27FC236}">
                  <a16:creationId xmlns:a16="http://schemas.microsoft.com/office/drawing/2014/main" id="{67D5F0A5-5E6C-4963-9090-4DAF5F01D2A3}"/>
                </a:ext>
              </a:extLst>
            </p:cNvPr>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23" name="Rectangle 9">
              <a:extLst>
                <a:ext uri="{FF2B5EF4-FFF2-40B4-BE49-F238E27FC236}">
                  <a16:creationId xmlns:a16="http://schemas.microsoft.com/office/drawing/2014/main" id="{22C7545E-5780-4586-9808-699BCCFD7CE9}"/>
                </a:ext>
              </a:extLst>
            </p:cNvPr>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24" name="Rectangle 10">
              <a:extLst>
                <a:ext uri="{FF2B5EF4-FFF2-40B4-BE49-F238E27FC236}">
                  <a16:creationId xmlns:a16="http://schemas.microsoft.com/office/drawing/2014/main" id="{489CD93F-3551-40B6-A00B-6CC2A8F5F4EE}"/>
                </a:ext>
              </a:extLst>
            </p:cNvPr>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25" name="Freeform 11">
              <a:extLst>
                <a:ext uri="{FF2B5EF4-FFF2-40B4-BE49-F238E27FC236}">
                  <a16:creationId xmlns:a16="http://schemas.microsoft.com/office/drawing/2014/main" id="{B6557C16-D6D6-4B71-81E6-ADCF6CEB19B7}"/>
                </a:ext>
              </a:extLst>
            </p:cNvPr>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26" name="Freeform 12">
              <a:extLst>
                <a:ext uri="{FF2B5EF4-FFF2-40B4-BE49-F238E27FC236}">
                  <a16:creationId xmlns:a16="http://schemas.microsoft.com/office/drawing/2014/main" id="{E187CACC-821A-4265-91F5-84823A98F3C5}"/>
                </a:ext>
              </a:extLst>
            </p:cNvPr>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29" name="Freeform 13">
              <a:extLst>
                <a:ext uri="{FF2B5EF4-FFF2-40B4-BE49-F238E27FC236}">
                  <a16:creationId xmlns:a16="http://schemas.microsoft.com/office/drawing/2014/main" id="{31AAFBBA-1DE2-4D95-9B71-B343B1065043}"/>
                </a:ext>
              </a:extLst>
            </p:cNvPr>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40" name="Freeform 14">
              <a:extLst>
                <a:ext uri="{FF2B5EF4-FFF2-40B4-BE49-F238E27FC236}">
                  <a16:creationId xmlns:a16="http://schemas.microsoft.com/office/drawing/2014/main" id="{D7679E8F-E1FF-41C4-93DF-F6A97D92D117}"/>
                </a:ext>
              </a:extLst>
            </p:cNvPr>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grpSp>
      <p:sp>
        <p:nvSpPr>
          <p:cNvPr id="41" name="Title 1">
            <a:extLst>
              <a:ext uri="{FF2B5EF4-FFF2-40B4-BE49-F238E27FC236}">
                <a16:creationId xmlns:a16="http://schemas.microsoft.com/office/drawing/2014/main" id="{70F15D73-40F4-4F95-9E2A-7A67F615DB4A}"/>
              </a:ext>
            </a:extLst>
          </p:cNvPr>
          <p:cNvSpPr>
            <a:spLocks noGrp="1"/>
          </p:cNvSpPr>
          <p:nvPr>
            <p:ph type="ctrTitle"/>
          </p:nvPr>
        </p:nvSpPr>
        <p:spPr bwMode="gray">
          <a:xfrm>
            <a:off x="457201" y="5186209"/>
            <a:ext cx="4490721" cy="895983"/>
          </a:xfrm>
          <a:prstGeom prst="rect">
            <a:avLst/>
          </a:prstGeom>
        </p:spPr>
        <p:txBody>
          <a:bodyPr anchor="b" anchorCtr="0">
            <a:noAutofit/>
          </a:bodyPr>
          <a:lstStyle>
            <a:lvl1pPr algn="l">
              <a:lnSpc>
                <a:spcPts val="3200"/>
              </a:lnSpc>
              <a:defRPr sz="3200" b="0">
                <a:solidFill>
                  <a:schemeClr val="accent1"/>
                </a:solidFill>
                <a:latin typeface="Calibri Light" panose="020F0302020204030204" pitchFamily="34" charset="0"/>
                <a:ea typeface="Open Sans" panose="020B0606030504020204" pitchFamily="34" charset="0"/>
                <a:cs typeface="Calibri Light" panose="020F0302020204030204" pitchFamily="34" charset="0"/>
              </a:defRPr>
            </a:lvl1pPr>
          </a:lstStyle>
          <a:p>
            <a:r>
              <a:rPr lang="en-US" noProof="0"/>
              <a:t>Click to edit Master title style</a:t>
            </a:r>
          </a:p>
        </p:txBody>
      </p:sp>
      <p:sp>
        <p:nvSpPr>
          <p:cNvPr id="44" name="Text Placeholder 4">
            <a:extLst>
              <a:ext uri="{FF2B5EF4-FFF2-40B4-BE49-F238E27FC236}">
                <a16:creationId xmlns:a16="http://schemas.microsoft.com/office/drawing/2014/main" id="{E65ED79E-D6FD-4D90-9073-C8776CB6AD10}"/>
              </a:ext>
            </a:extLst>
          </p:cNvPr>
          <p:cNvSpPr>
            <a:spLocks noGrp="1"/>
          </p:cNvSpPr>
          <p:nvPr>
            <p:ph type="body" sz="quarter" idx="10"/>
          </p:nvPr>
        </p:nvSpPr>
        <p:spPr>
          <a:xfrm>
            <a:off x="457201" y="6365848"/>
            <a:ext cx="4490721" cy="273050"/>
          </a:xfrm>
          <a:prstGeom prst="rect">
            <a:avLst/>
          </a:prstGeom>
        </p:spPr>
        <p:txBody>
          <a:bodyPr anchor="t">
            <a:noAutofit/>
          </a:bodyPr>
          <a:lstStyle>
            <a:lvl1pPr>
              <a:spcAft>
                <a:spcPts val="0"/>
              </a:spcAft>
              <a:defRPr sz="1400" b="1">
                <a:solidFill>
                  <a:schemeClr val="tx1"/>
                </a:solidFill>
                <a:latin typeface="Calibri" panose="020F050202020403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Tree>
    <p:extLst>
      <p:ext uri="{BB962C8B-B14F-4D97-AF65-F5344CB8AC3E}">
        <p14:creationId xmlns:p14="http://schemas.microsoft.com/office/powerpoint/2010/main" val="2782296995"/>
      </p:ext>
    </p:extLst>
  </p:cSld>
  <p:clrMapOvr>
    <a:masterClrMapping/>
  </p:clrMapOvr>
  <p:transition>
    <p:fade/>
  </p:transition>
  <p:hf hdr="0" dt="0"/>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177668560"/>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3 column green line">
    <p:spTree>
      <p:nvGrpSpPr>
        <p:cNvPr id="1" name=""/>
        <p:cNvGrpSpPr/>
        <p:nvPr/>
      </p:nvGrpSpPr>
      <p:grpSpPr>
        <a:xfrm>
          <a:off x="0" y="0"/>
          <a:ext cx="0" cy="0"/>
          <a:chOff x="0" y="0"/>
          <a:chExt cx="0" cy="0"/>
        </a:xfrm>
      </p:grpSpPr>
      <p:sp>
        <p:nvSpPr>
          <p:cNvPr id="10" name="Text Placeholder 8">
            <a:extLst>
              <a:ext uri="{FF2B5EF4-FFF2-40B4-BE49-F238E27FC236}">
                <a16:creationId xmlns:a16="http://schemas.microsoft.com/office/drawing/2014/main" id="{09891263-8779-41FC-9383-3693CA16CB1D}"/>
              </a:ext>
            </a:extLst>
          </p:cNvPr>
          <p:cNvSpPr>
            <a:spLocks noGrp="1"/>
          </p:cNvSpPr>
          <p:nvPr>
            <p:ph type="body" sz="quarter" idx="22"/>
          </p:nvPr>
        </p:nvSpPr>
        <p:spPr>
          <a:xfrm>
            <a:off x="458730" y="1851440"/>
            <a:ext cx="3554471" cy="4511260"/>
          </a:xfrm>
        </p:spPr>
        <p:txBody>
          <a:bodyPr>
            <a:noAutofit/>
          </a:bodyPr>
          <a:lstStyle>
            <a:lvl1pPr marL="0" indent="0" algn="l">
              <a:buFontTx/>
              <a:buNone/>
              <a:defRPr sz="1200" b="1">
                <a:solidFill>
                  <a:schemeClr val="accent1"/>
                </a:solidFill>
              </a:defRPr>
            </a:lvl1pPr>
            <a:lvl2pPr marL="104775" indent="-104775" algn="l">
              <a:spcAft>
                <a:spcPts val="750"/>
              </a:spcAft>
              <a:buClrTx/>
              <a:buSzPct val="100000"/>
              <a:buFont typeface="Arial" panose="020B0604020202020204" pitchFamily="34" charset="0"/>
              <a:buChar char="•"/>
              <a:defRPr sz="1200"/>
            </a:lvl2pPr>
            <a:lvl3pPr marL="228600" indent="-104775" algn="l">
              <a:spcAft>
                <a:spcPts val="750"/>
              </a:spcAft>
              <a:buClrTx/>
              <a:buSzPct val="100000"/>
              <a:buFont typeface="Arial" panose="020B0604020202020204" pitchFamily="34" charset="0"/>
              <a:buChar char="−"/>
              <a:defRPr sz="1200"/>
            </a:lvl3pPr>
            <a:lvl4pPr marL="352425" indent="-104775" algn="l">
              <a:spcAft>
                <a:spcPts val="750"/>
              </a:spcAft>
              <a:buClrTx/>
              <a:buSzPct val="100000"/>
              <a:buFont typeface="Arial" panose="020B0604020202020204" pitchFamily="34" charset="0"/>
              <a:buChar char="◦"/>
              <a:defRPr sz="1200"/>
            </a:lvl4pPr>
            <a:lvl5pPr marL="476250" indent="-104775" algn="l">
              <a:spcAft>
                <a:spcPts val="750"/>
              </a:spcAft>
              <a:buClrTx/>
              <a:buSzPct val="100000"/>
              <a:buFont typeface="Arial" panose="020B0604020202020204" pitchFamily="34" charset="0"/>
              <a:buChar char="−"/>
              <a:defRPr sz="1200" baseline="0"/>
            </a:lvl5pPr>
            <a:lvl6pPr marL="267300" indent="-132300">
              <a:spcAft>
                <a:spcPts val="750"/>
              </a:spcAft>
              <a:buFont typeface="Verdana" panose="020B0604030504040204" pitchFamily="34" charset="0"/>
              <a:buChar char="−"/>
              <a:defRPr/>
            </a:lvl6pPr>
            <a:lvl7pPr marL="267300" indent="-132300">
              <a:spcAft>
                <a:spcPts val="750"/>
              </a:spcAft>
              <a:defRPr/>
            </a:lvl7pPr>
            <a:lvl8pPr marL="267300" indent="-132300">
              <a:spcAft>
                <a:spcPts val="750"/>
              </a:spcAft>
              <a:defRPr/>
            </a:lvl8pPr>
            <a:lvl9pPr marL="267300" indent="-132300">
              <a:spcAft>
                <a:spcPts val="75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Text Placeholder 8">
            <a:extLst>
              <a:ext uri="{FF2B5EF4-FFF2-40B4-BE49-F238E27FC236}">
                <a16:creationId xmlns:a16="http://schemas.microsoft.com/office/drawing/2014/main" id="{3F862111-A699-4618-9902-CD7B1ECC90ED}"/>
              </a:ext>
            </a:extLst>
          </p:cNvPr>
          <p:cNvSpPr>
            <a:spLocks noGrp="1"/>
          </p:cNvSpPr>
          <p:nvPr>
            <p:ph type="body" sz="quarter" idx="23"/>
          </p:nvPr>
        </p:nvSpPr>
        <p:spPr>
          <a:xfrm>
            <a:off x="4314826" y="1851440"/>
            <a:ext cx="3554471" cy="4511260"/>
          </a:xfrm>
        </p:spPr>
        <p:txBody>
          <a:bodyPr>
            <a:noAutofit/>
          </a:bodyPr>
          <a:lstStyle>
            <a:lvl1pPr marL="0" indent="0" algn="l">
              <a:buFontTx/>
              <a:buNone/>
              <a:defRPr sz="1200" b="1">
                <a:solidFill>
                  <a:schemeClr val="accent1"/>
                </a:solidFill>
              </a:defRPr>
            </a:lvl1pPr>
            <a:lvl2pPr marL="104775" indent="-104775" algn="l">
              <a:spcAft>
                <a:spcPts val="750"/>
              </a:spcAft>
              <a:buClrTx/>
              <a:buSzPct val="100000"/>
              <a:buFont typeface="Arial" panose="020B0604020202020204" pitchFamily="34" charset="0"/>
              <a:buChar char="•"/>
              <a:defRPr sz="1200"/>
            </a:lvl2pPr>
            <a:lvl3pPr marL="228600" indent="-104775" algn="l">
              <a:spcAft>
                <a:spcPts val="750"/>
              </a:spcAft>
              <a:buClrTx/>
              <a:buSzPct val="100000"/>
              <a:buFont typeface="Arial" panose="020B0604020202020204" pitchFamily="34" charset="0"/>
              <a:buChar char="−"/>
              <a:defRPr sz="1200"/>
            </a:lvl3pPr>
            <a:lvl4pPr marL="352425" indent="-104775" algn="l">
              <a:spcAft>
                <a:spcPts val="750"/>
              </a:spcAft>
              <a:buClrTx/>
              <a:buSzPct val="100000"/>
              <a:buFont typeface="Arial" panose="020B0604020202020204" pitchFamily="34" charset="0"/>
              <a:buChar char="◦"/>
              <a:defRPr sz="1200"/>
            </a:lvl4pPr>
            <a:lvl5pPr marL="476250" indent="-104775" algn="l">
              <a:spcAft>
                <a:spcPts val="750"/>
              </a:spcAft>
              <a:buClrTx/>
              <a:buSzPct val="100000"/>
              <a:buFont typeface="Arial" panose="020B0604020202020204" pitchFamily="34" charset="0"/>
              <a:buChar char="−"/>
              <a:defRPr sz="1200" baseline="0"/>
            </a:lvl5pPr>
            <a:lvl6pPr marL="267300" indent="-132300">
              <a:spcAft>
                <a:spcPts val="750"/>
              </a:spcAft>
              <a:buFont typeface="Verdana" panose="020B0604030504040204" pitchFamily="34" charset="0"/>
              <a:buChar char="−"/>
              <a:defRPr/>
            </a:lvl6pPr>
            <a:lvl7pPr marL="267300" indent="-132300">
              <a:spcAft>
                <a:spcPts val="750"/>
              </a:spcAft>
              <a:defRPr/>
            </a:lvl7pPr>
            <a:lvl8pPr marL="267300" indent="-132300">
              <a:spcAft>
                <a:spcPts val="750"/>
              </a:spcAft>
              <a:defRPr/>
            </a:lvl8pPr>
            <a:lvl9pPr marL="267300" indent="-132300">
              <a:spcAft>
                <a:spcPts val="75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 name="Text Placeholder 8">
            <a:extLst>
              <a:ext uri="{FF2B5EF4-FFF2-40B4-BE49-F238E27FC236}">
                <a16:creationId xmlns:a16="http://schemas.microsoft.com/office/drawing/2014/main" id="{136FEA86-C43A-4BD9-AC25-65C16B3F484C}"/>
              </a:ext>
            </a:extLst>
          </p:cNvPr>
          <p:cNvSpPr>
            <a:spLocks noGrp="1"/>
          </p:cNvSpPr>
          <p:nvPr>
            <p:ph type="body" sz="quarter" idx="24"/>
          </p:nvPr>
        </p:nvSpPr>
        <p:spPr>
          <a:xfrm>
            <a:off x="8178800" y="1851440"/>
            <a:ext cx="3556000" cy="4511260"/>
          </a:xfrm>
        </p:spPr>
        <p:txBody>
          <a:bodyPr>
            <a:noAutofit/>
          </a:bodyPr>
          <a:lstStyle>
            <a:lvl1pPr marL="0" indent="0" algn="l">
              <a:buFontTx/>
              <a:buNone/>
              <a:defRPr sz="1200" b="1">
                <a:solidFill>
                  <a:schemeClr val="accent1"/>
                </a:solidFill>
              </a:defRPr>
            </a:lvl1pPr>
            <a:lvl2pPr marL="104775" indent="-104775" algn="l">
              <a:spcAft>
                <a:spcPts val="750"/>
              </a:spcAft>
              <a:buClrTx/>
              <a:buSzPct val="100000"/>
              <a:buFont typeface="Arial" panose="020B0604020202020204" pitchFamily="34" charset="0"/>
              <a:buChar char="•"/>
              <a:defRPr sz="1200"/>
            </a:lvl2pPr>
            <a:lvl3pPr marL="228600" indent="-104775" algn="l">
              <a:spcAft>
                <a:spcPts val="750"/>
              </a:spcAft>
              <a:buClrTx/>
              <a:buSzPct val="100000"/>
              <a:buFont typeface="Arial" panose="020B0604020202020204" pitchFamily="34" charset="0"/>
              <a:buChar char="−"/>
              <a:defRPr sz="1200"/>
            </a:lvl3pPr>
            <a:lvl4pPr marL="352425" indent="-104775" algn="l">
              <a:spcAft>
                <a:spcPts val="750"/>
              </a:spcAft>
              <a:buClrTx/>
              <a:buSzPct val="100000"/>
              <a:buFont typeface="Arial" panose="020B0604020202020204" pitchFamily="34" charset="0"/>
              <a:buChar char="◦"/>
              <a:defRPr sz="1200"/>
            </a:lvl4pPr>
            <a:lvl5pPr marL="476250" indent="-104775" algn="l">
              <a:spcAft>
                <a:spcPts val="750"/>
              </a:spcAft>
              <a:buClrTx/>
              <a:buSzPct val="100000"/>
              <a:buFont typeface="Arial" panose="020B0604020202020204" pitchFamily="34" charset="0"/>
              <a:buChar char="−"/>
              <a:defRPr sz="1200" baseline="0"/>
            </a:lvl5pPr>
            <a:lvl6pPr marL="267300" indent="-132300">
              <a:spcAft>
                <a:spcPts val="750"/>
              </a:spcAft>
              <a:buFont typeface="Verdana" panose="020B0604030504040204" pitchFamily="34" charset="0"/>
              <a:buChar char="−"/>
              <a:defRPr/>
            </a:lvl6pPr>
            <a:lvl7pPr marL="267300" indent="-132300">
              <a:spcAft>
                <a:spcPts val="750"/>
              </a:spcAft>
              <a:defRPr/>
            </a:lvl7pPr>
            <a:lvl8pPr marL="267300" indent="-132300">
              <a:spcAft>
                <a:spcPts val="750"/>
              </a:spcAft>
              <a:defRPr/>
            </a:lvl8pPr>
            <a:lvl9pPr marL="267300" indent="-132300">
              <a:spcAft>
                <a:spcPts val="75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Text Placeholder 8">
            <a:extLst>
              <a:ext uri="{FF2B5EF4-FFF2-40B4-BE49-F238E27FC236}">
                <a16:creationId xmlns:a16="http://schemas.microsoft.com/office/drawing/2014/main" id="{9D600A6A-61E2-4C72-A87B-39D905EFB4BC}"/>
              </a:ext>
            </a:extLst>
          </p:cNvPr>
          <p:cNvSpPr>
            <a:spLocks noGrp="1"/>
          </p:cNvSpPr>
          <p:nvPr>
            <p:ph type="body" sz="quarter" idx="25" hasCustomPrompt="1"/>
          </p:nvPr>
        </p:nvSpPr>
        <p:spPr>
          <a:xfrm>
            <a:off x="463295" y="682940"/>
            <a:ext cx="11277600" cy="757255"/>
          </a:xfrm>
          <a:prstGeom prst="rect">
            <a:avLst/>
          </a:prstGeom>
        </p:spPr>
        <p:txBody>
          <a:bodyPr lIns="0" tIns="0" rIns="0" bIns="0">
            <a:noAutofit/>
          </a:bodyPr>
          <a:lstStyle>
            <a:lvl1pPr marL="0" indent="0">
              <a:buNone/>
              <a:defRPr sz="1800" b="0">
                <a:solidFill>
                  <a:schemeClr val="tx2"/>
                </a:solidFill>
              </a:defRPr>
            </a:lvl1pPr>
          </a:lstStyle>
          <a:p>
            <a:pPr lvl="0"/>
            <a:r>
              <a:rPr lang="en-US"/>
              <a:t>Click to add subtitle</a:t>
            </a:r>
          </a:p>
        </p:txBody>
      </p:sp>
      <p:sp>
        <p:nvSpPr>
          <p:cNvPr id="19" name="Title Placeholder 1">
            <a:extLst>
              <a:ext uri="{FF2B5EF4-FFF2-40B4-BE49-F238E27FC236}">
                <a16:creationId xmlns:a16="http://schemas.microsoft.com/office/drawing/2014/main" id="{D5910C4A-3157-47A5-8677-1140132DE359}"/>
              </a:ext>
            </a:extLst>
          </p:cNvPr>
          <p:cNvSpPr>
            <a:spLocks noGrp="1"/>
          </p:cNvSpPr>
          <p:nvPr>
            <p:ph type="title" hasCustomPrompt="1"/>
          </p:nvPr>
        </p:nvSpPr>
        <p:spPr>
          <a:xfrm>
            <a:off x="463295" y="345992"/>
            <a:ext cx="11277600" cy="301044"/>
          </a:xfrm>
          <a:prstGeom prst="rect">
            <a:avLst/>
          </a:prstGeom>
        </p:spPr>
        <p:txBody>
          <a:bodyPr vert="horz" wrap="square" lIns="0" tIns="0" rIns="0" bIns="0" rtlCol="0" anchor="t" anchorCtr="0">
            <a:spAutoFit/>
          </a:bodyPr>
          <a:lstStyle>
            <a:lvl1pPr>
              <a:defRPr lang="en-US"/>
            </a:lvl1pPr>
          </a:lstStyle>
          <a:p>
            <a:pPr marL="0" marR="0" lvl="0" indent="0" defTabSz="1219170" fontAlgn="auto">
              <a:lnSpc>
                <a:spcPct val="80000"/>
              </a:lnSpc>
              <a:spcAft>
                <a:spcPts val="0"/>
              </a:spcAft>
              <a:buClrTx/>
              <a:buSzTx/>
              <a:buFontTx/>
              <a:tabLst/>
            </a:pPr>
            <a:r>
              <a:rPr lang="en-US"/>
              <a:t>Click to add title</a:t>
            </a:r>
          </a:p>
        </p:txBody>
      </p:sp>
      <p:sp>
        <p:nvSpPr>
          <p:cNvPr id="20" name="Rectangle 19">
            <a:extLst>
              <a:ext uri="{FF2B5EF4-FFF2-40B4-BE49-F238E27FC236}">
                <a16:creationId xmlns:a16="http://schemas.microsoft.com/office/drawing/2014/main" id="{221E1916-39D6-44A9-8C07-60C8660A0953}"/>
              </a:ext>
            </a:extLst>
          </p:cNvPr>
          <p:cNvSpPr/>
          <p:nvPr userDrawn="1"/>
        </p:nvSpPr>
        <p:spPr>
          <a:xfrm>
            <a:off x="458729" y="1715425"/>
            <a:ext cx="3560064" cy="5486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750"/>
              </a:spcAft>
            </a:pPr>
            <a:endParaRPr lang="en-US" sz="825" noProof="0">
              <a:solidFill>
                <a:schemeClr val="bg1"/>
              </a:solidFill>
            </a:endParaRPr>
          </a:p>
        </p:txBody>
      </p:sp>
      <p:sp>
        <p:nvSpPr>
          <p:cNvPr id="21" name="Rectangle 20">
            <a:extLst>
              <a:ext uri="{FF2B5EF4-FFF2-40B4-BE49-F238E27FC236}">
                <a16:creationId xmlns:a16="http://schemas.microsoft.com/office/drawing/2014/main" id="{F2178E01-9486-4723-8ECD-9A89CE53905A}"/>
              </a:ext>
            </a:extLst>
          </p:cNvPr>
          <p:cNvSpPr/>
          <p:nvPr userDrawn="1"/>
        </p:nvSpPr>
        <p:spPr>
          <a:xfrm>
            <a:off x="4314824" y="1715425"/>
            <a:ext cx="3560064" cy="5486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750"/>
              </a:spcAft>
            </a:pPr>
            <a:endParaRPr lang="en-US" sz="825" noProof="0">
              <a:solidFill>
                <a:schemeClr val="bg1"/>
              </a:solidFill>
            </a:endParaRPr>
          </a:p>
        </p:txBody>
      </p:sp>
      <p:sp>
        <p:nvSpPr>
          <p:cNvPr id="22" name="Rectangle 21">
            <a:extLst>
              <a:ext uri="{FF2B5EF4-FFF2-40B4-BE49-F238E27FC236}">
                <a16:creationId xmlns:a16="http://schemas.microsoft.com/office/drawing/2014/main" id="{082A3624-848D-4789-989D-4C19B95C8DD4}"/>
              </a:ext>
            </a:extLst>
          </p:cNvPr>
          <p:cNvSpPr/>
          <p:nvPr userDrawn="1"/>
        </p:nvSpPr>
        <p:spPr>
          <a:xfrm>
            <a:off x="8178800" y="1715425"/>
            <a:ext cx="3560064" cy="5486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750"/>
              </a:spcAft>
            </a:pPr>
            <a:endParaRPr lang="en-US" sz="825" noProof="0">
              <a:solidFill>
                <a:schemeClr val="bg1"/>
              </a:solidFill>
            </a:endParaRPr>
          </a:p>
        </p:txBody>
      </p:sp>
    </p:spTree>
    <p:extLst>
      <p:ext uri="{BB962C8B-B14F-4D97-AF65-F5344CB8AC3E}">
        <p14:creationId xmlns:p14="http://schemas.microsoft.com/office/powerpoint/2010/main" val="1741979507"/>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4 column icon">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BAA35D0E-EBF0-4599-84F7-684DE89E56AE}"/>
              </a:ext>
            </a:extLst>
          </p:cNvPr>
          <p:cNvSpPr>
            <a:spLocks noGrp="1"/>
          </p:cNvSpPr>
          <p:nvPr>
            <p:ph type="body" sz="quarter" idx="25" hasCustomPrompt="1"/>
          </p:nvPr>
        </p:nvSpPr>
        <p:spPr>
          <a:xfrm>
            <a:off x="463295" y="682940"/>
            <a:ext cx="11277600" cy="757255"/>
          </a:xfrm>
          <a:prstGeom prst="rect">
            <a:avLst/>
          </a:prstGeom>
        </p:spPr>
        <p:txBody>
          <a:bodyPr lIns="0" tIns="0" rIns="0" bIns="0">
            <a:noAutofit/>
          </a:bodyPr>
          <a:lstStyle>
            <a:lvl1pPr marL="0" indent="0">
              <a:buNone/>
              <a:defRPr sz="1800" b="0">
                <a:solidFill>
                  <a:schemeClr val="tx2"/>
                </a:solidFill>
              </a:defRPr>
            </a:lvl1pPr>
          </a:lstStyle>
          <a:p>
            <a:pPr lvl="0"/>
            <a:r>
              <a:rPr lang="en-US"/>
              <a:t>Click to add subtitle</a:t>
            </a:r>
          </a:p>
        </p:txBody>
      </p:sp>
      <p:sp>
        <p:nvSpPr>
          <p:cNvPr id="11" name="Title Placeholder 1">
            <a:extLst>
              <a:ext uri="{FF2B5EF4-FFF2-40B4-BE49-F238E27FC236}">
                <a16:creationId xmlns:a16="http://schemas.microsoft.com/office/drawing/2014/main" id="{CBCDA542-DB63-41BB-89C0-73F35C7D17CA}"/>
              </a:ext>
            </a:extLst>
          </p:cNvPr>
          <p:cNvSpPr>
            <a:spLocks noGrp="1"/>
          </p:cNvSpPr>
          <p:nvPr>
            <p:ph type="title" hasCustomPrompt="1"/>
          </p:nvPr>
        </p:nvSpPr>
        <p:spPr>
          <a:xfrm>
            <a:off x="463295" y="345992"/>
            <a:ext cx="11277600" cy="301044"/>
          </a:xfrm>
          <a:prstGeom prst="rect">
            <a:avLst/>
          </a:prstGeom>
        </p:spPr>
        <p:txBody>
          <a:bodyPr vert="horz" wrap="square" lIns="0" tIns="0" rIns="0" bIns="0" rtlCol="0" anchor="t" anchorCtr="0">
            <a:spAutoFit/>
          </a:bodyPr>
          <a:lstStyle>
            <a:lvl1pPr>
              <a:defRPr lang="en-US"/>
            </a:lvl1pPr>
          </a:lstStyle>
          <a:p>
            <a:pPr marL="0" marR="0" lvl="0" indent="0" defTabSz="1219170" fontAlgn="auto">
              <a:lnSpc>
                <a:spcPct val="80000"/>
              </a:lnSpc>
              <a:spcAft>
                <a:spcPts val="0"/>
              </a:spcAft>
              <a:buClrTx/>
              <a:buSzTx/>
              <a:buFontTx/>
              <a:tabLst/>
            </a:pPr>
            <a:r>
              <a:rPr lang="en-US"/>
              <a:t>Click to add title</a:t>
            </a:r>
          </a:p>
        </p:txBody>
      </p:sp>
      <p:sp>
        <p:nvSpPr>
          <p:cNvPr id="12" name="Text Placeholder 8">
            <a:extLst>
              <a:ext uri="{FF2B5EF4-FFF2-40B4-BE49-F238E27FC236}">
                <a16:creationId xmlns:a16="http://schemas.microsoft.com/office/drawing/2014/main" id="{C73178E3-6490-436A-8FEB-CC4E21B542CE}"/>
              </a:ext>
            </a:extLst>
          </p:cNvPr>
          <p:cNvSpPr>
            <a:spLocks noGrp="1"/>
          </p:cNvSpPr>
          <p:nvPr>
            <p:ph type="body" sz="quarter" idx="17"/>
          </p:nvPr>
        </p:nvSpPr>
        <p:spPr>
          <a:xfrm>
            <a:off x="473297" y="3124200"/>
            <a:ext cx="2720468" cy="3238500"/>
          </a:xfrm>
        </p:spPr>
        <p:txBody>
          <a:bodyPr>
            <a:noAutofit/>
          </a:bodyPr>
          <a:lstStyle>
            <a:lvl1pPr marL="0" indent="0" algn="l">
              <a:buFontTx/>
              <a:buNone/>
              <a:defRPr sz="1200" b="1">
                <a:solidFill>
                  <a:schemeClr val="accent1"/>
                </a:solidFill>
              </a:defRPr>
            </a:lvl1pPr>
            <a:lvl2pPr marL="104775" indent="-104775" algn="l">
              <a:spcAft>
                <a:spcPts val="0"/>
              </a:spcAft>
              <a:buClrTx/>
              <a:buSzPct val="100000"/>
              <a:buFont typeface="Arial" panose="020B0604020202020204" pitchFamily="34" charset="0"/>
              <a:buChar char="•"/>
              <a:defRPr sz="1200"/>
            </a:lvl2pPr>
            <a:lvl3pPr marL="228600" indent="-104775" algn="l">
              <a:spcAft>
                <a:spcPts val="0"/>
              </a:spcAft>
              <a:buClrTx/>
              <a:buSzPct val="100000"/>
              <a:buFont typeface="Arial" panose="020B0604020202020204" pitchFamily="34" charset="0"/>
              <a:buChar char="−"/>
              <a:defRPr sz="1200"/>
            </a:lvl3pPr>
            <a:lvl4pPr marL="352425" indent="-104775" algn="l">
              <a:spcAft>
                <a:spcPts val="0"/>
              </a:spcAft>
              <a:buClrTx/>
              <a:buSzPct val="100000"/>
              <a:buFont typeface="Arial" panose="020B0604020202020204" pitchFamily="34" charset="0"/>
              <a:buChar char="◦"/>
              <a:defRPr sz="1200"/>
            </a:lvl4pPr>
            <a:lvl5pPr marL="476250" indent="-104775" algn="l">
              <a:spcAft>
                <a:spcPts val="0"/>
              </a:spcAft>
              <a:buClrTx/>
              <a:buSzPct val="100000"/>
              <a:buFont typeface="Arial" panose="020B0604020202020204" pitchFamily="34" charset="0"/>
              <a:buChar char="−"/>
              <a:defRPr sz="1200" baseline="0"/>
            </a:lvl5pPr>
            <a:lvl6pPr marL="267300" indent="-132300">
              <a:spcAft>
                <a:spcPts val="0"/>
              </a:spcAft>
              <a:buFont typeface="Verdana" panose="020B0604030504040204" pitchFamily="34" charset="0"/>
              <a:buChar char="−"/>
              <a:defRPr/>
            </a:lvl6pPr>
            <a:lvl7pPr marL="267300" indent="-132300">
              <a:spcAft>
                <a:spcPts val="0"/>
              </a:spcAft>
              <a:defRPr/>
            </a:lvl7pPr>
            <a:lvl8pPr marL="267300" indent="-132300">
              <a:spcAft>
                <a:spcPts val="0"/>
              </a:spcAft>
              <a:defRPr/>
            </a:lvl8pPr>
            <a:lvl9pPr marL="267300" indent="-132300">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Text Placeholder 8">
            <a:extLst>
              <a:ext uri="{FF2B5EF4-FFF2-40B4-BE49-F238E27FC236}">
                <a16:creationId xmlns:a16="http://schemas.microsoft.com/office/drawing/2014/main" id="{1B5A2B37-A59A-4B85-9144-75BC73AD9DB2}"/>
              </a:ext>
            </a:extLst>
          </p:cNvPr>
          <p:cNvSpPr>
            <a:spLocks noGrp="1"/>
          </p:cNvSpPr>
          <p:nvPr>
            <p:ph type="body" sz="quarter" idx="18"/>
          </p:nvPr>
        </p:nvSpPr>
        <p:spPr>
          <a:xfrm>
            <a:off x="6171687" y="3120553"/>
            <a:ext cx="2712000" cy="3238500"/>
          </a:xfrm>
        </p:spPr>
        <p:txBody>
          <a:bodyPr>
            <a:noAutofit/>
          </a:bodyPr>
          <a:lstStyle>
            <a:lvl1pPr marL="0" indent="0" algn="l">
              <a:buFontTx/>
              <a:buNone/>
              <a:defRPr sz="1200" b="1">
                <a:solidFill>
                  <a:schemeClr val="accent1"/>
                </a:solidFill>
              </a:defRPr>
            </a:lvl1pPr>
            <a:lvl2pPr marL="104775" indent="-104775" algn="l">
              <a:spcAft>
                <a:spcPts val="0"/>
              </a:spcAft>
              <a:buClrTx/>
              <a:buSzPct val="100000"/>
              <a:buFont typeface="Arial" panose="020B0604020202020204" pitchFamily="34" charset="0"/>
              <a:buChar char="•"/>
              <a:defRPr sz="1200"/>
            </a:lvl2pPr>
            <a:lvl3pPr marL="228600" indent="-104775" algn="l">
              <a:spcAft>
                <a:spcPts val="0"/>
              </a:spcAft>
              <a:buClrTx/>
              <a:buSzPct val="100000"/>
              <a:buFont typeface="Arial" panose="020B0604020202020204" pitchFamily="34" charset="0"/>
              <a:buChar char="−"/>
              <a:defRPr sz="1200"/>
            </a:lvl3pPr>
            <a:lvl4pPr marL="352425" indent="-104775" algn="l">
              <a:spcAft>
                <a:spcPts val="0"/>
              </a:spcAft>
              <a:buClrTx/>
              <a:buSzPct val="100000"/>
              <a:buFont typeface="Arial" panose="020B0604020202020204" pitchFamily="34" charset="0"/>
              <a:buChar char="◦"/>
              <a:defRPr sz="1200"/>
            </a:lvl4pPr>
            <a:lvl5pPr marL="476250" indent="-104775" algn="l">
              <a:spcAft>
                <a:spcPts val="0"/>
              </a:spcAft>
              <a:buClrTx/>
              <a:buSzPct val="100000"/>
              <a:buFont typeface="Arial" panose="020B0604020202020204" pitchFamily="34" charset="0"/>
              <a:buChar char="−"/>
              <a:defRPr sz="1200" baseline="0"/>
            </a:lvl5pPr>
            <a:lvl6pPr marL="267300" indent="-132300">
              <a:spcAft>
                <a:spcPts val="0"/>
              </a:spcAft>
              <a:buFont typeface="Verdana" panose="020B0604030504040204" pitchFamily="34" charset="0"/>
              <a:buChar char="−"/>
              <a:defRPr/>
            </a:lvl6pPr>
            <a:lvl7pPr marL="267300" indent="-132300">
              <a:spcAft>
                <a:spcPts val="0"/>
              </a:spcAft>
              <a:defRPr/>
            </a:lvl7pPr>
            <a:lvl8pPr marL="267300" indent="-132300">
              <a:spcAft>
                <a:spcPts val="0"/>
              </a:spcAft>
              <a:defRPr/>
            </a:lvl8pPr>
            <a:lvl9pPr marL="267300" indent="-132300">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4" name="Text Placeholder 8">
            <a:extLst>
              <a:ext uri="{FF2B5EF4-FFF2-40B4-BE49-F238E27FC236}">
                <a16:creationId xmlns:a16="http://schemas.microsoft.com/office/drawing/2014/main" id="{0EDB9492-A5FE-44CC-90D8-0E0E80A4E813}"/>
              </a:ext>
            </a:extLst>
          </p:cNvPr>
          <p:cNvSpPr>
            <a:spLocks noGrp="1"/>
          </p:cNvSpPr>
          <p:nvPr>
            <p:ph type="body" sz="quarter" idx="19"/>
          </p:nvPr>
        </p:nvSpPr>
        <p:spPr>
          <a:xfrm>
            <a:off x="3330040" y="3124202"/>
            <a:ext cx="2712000" cy="3238499"/>
          </a:xfrm>
        </p:spPr>
        <p:txBody>
          <a:bodyPr>
            <a:noAutofit/>
          </a:bodyPr>
          <a:lstStyle>
            <a:lvl1pPr marL="0" indent="0" algn="l">
              <a:buFontTx/>
              <a:buNone/>
              <a:defRPr sz="1200" b="1">
                <a:solidFill>
                  <a:schemeClr val="accent1"/>
                </a:solidFill>
              </a:defRPr>
            </a:lvl1pPr>
            <a:lvl2pPr marL="104775" indent="-104775" algn="l">
              <a:spcAft>
                <a:spcPts val="0"/>
              </a:spcAft>
              <a:buClrTx/>
              <a:buSzPct val="100000"/>
              <a:buFont typeface="Arial" panose="020B0604020202020204" pitchFamily="34" charset="0"/>
              <a:buChar char="•"/>
              <a:defRPr sz="1200"/>
            </a:lvl2pPr>
            <a:lvl3pPr marL="228600" indent="-104775" algn="l">
              <a:spcAft>
                <a:spcPts val="0"/>
              </a:spcAft>
              <a:buClrTx/>
              <a:buSzPct val="100000"/>
              <a:buFont typeface="Arial" panose="020B0604020202020204" pitchFamily="34" charset="0"/>
              <a:buChar char="−"/>
              <a:defRPr sz="1200"/>
            </a:lvl3pPr>
            <a:lvl4pPr marL="352425" indent="-104775" algn="l">
              <a:spcAft>
                <a:spcPts val="0"/>
              </a:spcAft>
              <a:buClrTx/>
              <a:buSzPct val="100000"/>
              <a:buFont typeface="Arial" panose="020B0604020202020204" pitchFamily="34" charset="0"/>
              <a:buChar char="◦"/>
              <a:defRPr sz="1200"/>
            </a:lvl4pPr>
            <a:lvl5pPr marL="476250" indent="-104775" algn="l">
              <a:spcAft>
                <a:spcPts val="0"/>
              </a:spcAft>
              <a:buClrTx/>
              <a:buSzPct val="100000"/>
              <a:buFont typeface="Arial" panose="020B0604020202020204" pitchFamily="34" charset="0"/>
              <a:buChar char="−"/>
              <a:defRPr sz="1200" baseline="0"/>
            </a:lvl5pPr>
            <a:lvl6pPr marL="267300" indent="-132300">
              <a:spcAft>
                <a:spcPts val="0"/>
              </a:spcAft>
              <a:buFont typeface="Verdana" panose="020B0604030504040204" pitchFamily="34" charset="0"/>
              <a:buChar char="−"/>
              <a:defRPr/>
            </a:lvl6pPr>
            <a:lvl7pPr marL="267300" indent="-132300">
              <a:spcAft>
                <a:spcPts val="0"/>
              </a:spcAft>
              <a:defRPr/>
            </a:lvl7pPr>
            <a:lvl8pPr marL="267300" indent="-132300">
              <a:spcAft>
                <a:spcPts val="0"/>
              </a:spcAft>
              <a:defRPr/>
            </a:lvl8pPr>
            <a:lvl9pPr marL="267300" indent="-132300">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 name="Text Placeholder 8">
            <a:extLst>
              <a:ext uri="{FF2B5EF4-FFF2-40B4-BE49-F238E27FC236}">
                <a16:creationId xmlns:a16="http://schemas.microsoft.com/office/drawing/2014/main" id="{3D335E86-FA3A-4B76-B4D1-5D530C4E3791}"/>
              </a:ext>
            </a:extLst>
          </p:cNvPr>
          <p:cNvSpPr>
            <a:spLocks noGrp="1"/>
          </p:cNvSpPr>
          <p:nvPr>
            <p:ph type="body" sz="quarter" idx="20"/>
          </p:nvPr>
        </p:nvSpPr>
        <p:spPr>
          <a:xfrm>
            <a:off x="9035701" y="3108508"/>
            <a:ext cx="2697183" cy="3254192"/>
          </a:xfrm>
        </p:spPr>
        <p:txBody>
          <a:bodyPr>
            <a:noAutofit/>
          </a:bodyPr>
          <a:lstStyle>
            <a:lvl1pPr marL="0" indent="0" algn="l">
              <a:buFontTx/>
              <a:buNone/>
              <a:defRPr sz="1200" b="1">
                <a:solidFill>
                  <a:schemeClr val="accent1"/>
                </a:solidFill>
              </a:defRPr>
            </a:lvl1pPr>
            <a:lvl2pPr marL="104775" indent="-104775" algn="l">
              <a:spcAft>
                <a:spcPts val="0"/>
              </a:spcAft>
              <a:buClrTx/>
              <a:buSzPct val="100000"/>
              <a:buFont typeface="Arial" panose="020B0604020202020204" pitchFamily="34" charset="0"/>
              <a:buChar char="•"/>
              <a:defRPr sz="1200"/>
            </a:lvl2pPr>
            <a:lvl3pPr marL="228600" indent="-104775" algn="l">
              <a:spcAft>
                <a:spcPts val="0"/>
              </a:spcAft>
              <a:buClrTx/>
              <a:buSzPct val="100000"/>
              <a:buFont typeface="Arial" panose="020B0604020202020204" pitchFamily="34" charset="0"/>
              <a:buChar char="−"/>
              <a:defRPr sz="1200"/>
            </a:lvl3pPr>
            <a:lvl4pPr marL="352425" indent="-104775" algn="l">
              <a:spcAft>
                <a:spcPts val="0"/>
              </a:spcAft>
              <a:buClrTx/>
              <a:buSzPct val="100000"/>
              <a:buFont typeface="Arial" panose="020B0604020202020204" pitchFamily="34" charset="0"/>
              <a:buChar char="◦"/>
              <a:defRPr sz="1200"/>
            </a:lvl4pPr>
            <a:lvl5pPr marL="476250" indent="-104775" algn="l">
              <a:spcAft>
                <a:spcPts val="0"/>
              </a:spcAft>
              <a:buClrTx/>
              <a:buSzPct val="100000"/>
              <a:buFont typeface="Arial" panose="020B0604020202020204" pitchFamily="34" charset="0"/>
              <a:buChar char="−"/>
              <a:defRPr sz="1200" baseline="0"/>
            </a:lvl5pPr>
            <a:lvl6pPr marL="267300" indent="-132300">
              <a:spcAft>
                <a:spcPts val="0"/>
              </a:spcAft>
              <a:buFont typeface="Verdana" panose="020B0604030504040204" pitchFamily="34" charset="0"/>
              <a:buChar char="−"/>
              <a:defRPr/>
            </a:lvl6pPr>
            <a:lvl7pPr marL="267300" indent="-132300">
              <a:spcAft>
                <a:spcPts val="0"/>
              </a:spcAft>
              <a:defRPr/>
            </a:lvl7pPr>
            <a:lvl8pPr marL="267300" indent="-132300">
              <a:spcAft>
                <a:spcPts val="0"/>
              </a:spcAft>
              <a:defRPr/>
            </a:lvl8pPr>
            <a:lvl9pPr marL="267300" indent="-132300">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595202472"/>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4 column icon green">
    <p:spTree>
      <p:nvGrpSpPr>
        <p:cNvPr id="1" name=""/>
        <p:cNvGrpSpPr/>
        <p:nvPr/>
      </p:nvGrpSpPr>
      <p:grpSpPr>
        <a:xfrm>
          <a:off x="0" y="0"/>
          <a:ext cx="0" cy="0"/>
          <a:chOff x="0" y="0"/>
          <a:chExt cx="0" cy="0"/>
        </a:xfrm>
      </p:grpSpPr>
      <p:sp>
        <p:nvSpPr>
          <p:cNvPr id="11" name="CaseCode">
            <a:extLst>
              <a:ext uri="{FF2B5EF4-FFF2-40B4-BE49-F238E27FC236}">
                <a16:creationId xmlns:a16="http://schemas.microsoft.com/office/drawing/2014/main" id="{676B7924-6A82-4453-9ABA-42AE71384BDC}"/>
              </a:ext>
            </a:extLst>
          </p:cNvPr>
          <p:cNvSpPr txBox="1"/>
          <p:nvPr userDrawn="1"/>
        </p:nvSpPr>
        <p:spPr>
          <a:xfrm>
            <a:off x="6335184" y="6477002"/>
            <a:ext cx="4896560" cy="207749"/>
          </a:xfrm>
          <a:prstGeom prst="rect">
            <a:avLst/>
          </a:prstGeom>
          <a:noFill/>
        </p:spPr>
        <p:txBody>
          <a:bodyPr wrap="square" lIns="0" tIns="0" rIns="0" bIns="0" rtlCol="0">
            <a:spAutoFit/>
          </a:bodyPr>
          <a:lstStyle/>
          <a:p>
            <a:pPr marL="0" indent="0" algn="r">
              <a:spcBef>
                <a:spcPts val="0"/>
              </a:spcBef>
              <a:buSzPct val="100000"/>
              <a:buFont typeface="Arial"/>
              <a:buNone/>
            </a:pPr>
            <a:r>
              <a:rPr lang="en-US" sz="675" noProof="0">
                <a:solidFill>
                  <a:schemeClr val="bg1"/>
                </a:solidFill>
                <a:latin typeface="Calibri" panose="020F0502020204030204" pitchFamily="34" charset="0"/>
                <a:cs typeface="Calibri" panose="020F0502020204030204" pitchFamily="34" charset="0"/>
              </a:rPr>
              <a:t>Presentation title</a:t>
            </a:r>
            <a:br>
              <a:rPr lang="en-US" sz="675" noProof="0">
                <a:solidFill>
                  <a:schemeClr val="bg1"/>
                </a:solidFill>
                <a:latin typeface="Calibri" panose="020F0502020204030204" pitchFamily="34" charset="0"/>
                <a:cs typeface="Calibri" panose="020F0502020204030204" pitchFamily="34" charset="0"/>
              </a:rPr>
            </a:br>
            <a:r>
              <a:rPr lang="en-US" sz="675" noProof="0">
                <a:solidFill>
                  <a:schemeClr val="bg1"/>
                </a:solidFill>
                <a:latin typeface="Calibri" panose="020F0502020204030204" pitchFamily="34" charset="0"/>
                <a:cs typeface="Calibri" panose="020F0502020204030204" pitchFamily="34" charset="0"/>
              </a:rPr>
              <a:t>[To edit, click View &gt; Slide Master &gt; Slide Master]</a:t>
            </a:r>
          </a:p>
        </p:txBody>
      </p:sp>
      <p:sp>
        <p:nvSpPr>
          <p:cNvPr id="12" name="Copyright">
            <a:extLst>
              <a:ext uri="{FF2B5EF4-FFF2-40B4-BE49-F238E27FC236}">
                <a16:creationId xmlns:a16="http://schemas.microsoft.com/office/drawing/2014/main" id="{ED0B00A8-5B86-4AFE-8884-819CF7356AAE}"/>
              </a:ext>
            </a:extLst>
          </p:cNvPr>
          <p:cNvSpPr txBox="1"/>
          <p:nvPr userDrawn="1"/>
        </p:nvSpPr>
        <p:spPr>
          <a:xfrm>
            <a:off x="501649" y="6477003"/>
            <a:ext cx="5355168" cy="207749"/>
          </a:xfrm>
          <a:prstGeom prst="rect">
            <a:avLst/>
          </a:prstGeom>
          <a:noFill/>
        </p:spPr>
        <p:txBody>
          <a:bodyPr wrap="square" lIns="0" tIns="0" rIns="0" bIns="0" rtlCol="0">
            <a:spAutoFit/>
          </a:bodyPr>
          <a:lstStyle/>
          <a:p>
            <a:pPr marL="0" indent="0">
              <a:spcBef>
                <a:spcPts val="450"/>
              </a:spcBef>
              <a:buSzPct val="100000"/>
              <a:buFont typeface="Arial"/>
              <a:buNone/>
            </a:pPr>
            <a:r>
              <a:rPr lang="en-US" sz="675" noProof="0">
                <a:solidFill>
                  <a:schemeClr val="bg1"/>
                </a:solidFill>
                <a:latin typeface="Calibri" panose="020F0502020204030204" pitchFamily="34" charset="0"/>
                <a:cs typeface="Calibri" panose="020F0502020204030204" pitchFamily="34" charset="0"/>
              </a:rPr>
              <a:t>Member firms and DTTL: Insert appropriate copyright</a:t>
            </a:r>
            <a:br>
              <a:rPr lang="en-US" sz="675" noProof="0">
                <a:solidFill>
                  <a:schemeClr val="bg1"/>
                </a:solidFill>
                <a:latin typeface="Calibri" panose="020F0502020204030204" pitchFamily="34" charset="0"/>
                <a:cs typeface="Calibri" panose="020F0502020204030204" pitchFamily="34" charset="0"/>
              </a:rPr>
            </a:br>
            <a:r>
              <a:rPr lang="en-US" sz="675" noProof="0">
                <a:solidFill>
                  <a:schemeClr val="bg1"/>
                </a:solidFill>
                <a:latin typeface="Calibri" panose="020F0502020204030204" pitchFamily="34" charset="0"/>
                <a:cs typeface="Calibri" panose="020F0502020204030204" pitchFamily="34" charset="0"/>
              </a:rPr>
              <a:t>[To edit, click View &gt; Slide Master &gt; Slide Master]</a:t>
            </a:r>
          </a:p>
        </p:txBody>
      </p:sp>
      <p:sp>
        <p:nvSpPr>
          <p:cNvPr id="18" name="TextBox 17">
            <a:extLst>
              <a:ext uri="{FF2B5EF4-FFF2-40B4-BE49-F238E27FC236}">
                <a16:creationId xmlns:a16="http://schemas.microsoft.com/office/drawing/2014/main" id="{DCBBEDB2-39B5-4D4C-AA82-85ED607FAC3B}"/>
              </a:ext>
            </a:extLst>
          </p:cNvPr>
          <p:cNvSpPr txBox="1"/>
          <p:nvPr userDrawn="1"/>
        </p:nvSpPr>
        <p:spPr>
          <a:xfrm>
            <a:off x="11382378" y="6477003"/>
            <a:ext cx="307975" cy="103875"/>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675" noProof="0" smtClean="0">
                <a:solidFill>
                  <a:schemeClr val="bg1"/>
                </a:solidFill>
                <a:latin typeface="Calibri" panose="020F0502020204030204" pitchFamily="34" charset="0"/>
                <a:cs typeface="Calibri" panose="020F0502020204030204" pitchFamily="34" charset="0"/>
              </a:rPr>
              <a:pPr marL="0" indent="0" algn="r">
                <a:spcBef>
                  <a:spcPts val="450"/>
                </a:spcBef>
                <a:buSzPct val="100000"/>
                <a:buFont typeface="Arial"/>
                <a:buNone/>
              </a:pPr>
              <a:t>‹#›</a:t>
            </a:fld>
            <a:endParaRPr lang="en-US" sz="675" noProof="0">
              <a:solidFill>
                <a:schemeClr val="bg1"/>
              </a:solidFill>
              <a:latin typeface="Calibri" panose="020F0502020204030204" pitchFamily="34" charset="0"/>
              <a:cs typeface="Calibri" panose="020F0502020204030204" pitchFamily="34" charset="0"/>
            </a:endParaRPr>
          </a:p>
        </p:txBody>
      </p:sp>
      <p:sp>
        <p:nvSpPr>
          <p:cNvPr id="13" name="Text Placeholder 8">
            <a:extLst>
              <a:ext uri="{FF2B5EF4-FFF2-40B4-BE49-F238E27FC236}">
                <a16:creationId xmlns:a16="http://schemas.microsoft.com/office/drawing/2014/main" id="{5BECBA53-5CA5-4826-B507-38E5EDBC4936}"/>
              </a:ext>
            </a:extLst>
          </p:cNvPr>
          <p:cNvSpPr>
            <a:spLocks noGrp="1"/>
          </p:cNvSpPr>
          <p:nvPr>
            <p:ph type="body" sz="quarter" idx="25" hasCustomPrompt="1"/>
          </p:nvPr>
        </p:nvSpPr>
        <p:spPr>
          <a:xfrm>
            <a:off x="463295" y="682940"/>
            <a:ext cx="11277600" cy="757255"/>
          </a:xfrm>
          <a:prstGeom prst="rect">
            <a:avLst/>
          </a:prstGeom>
        </p:spPr>
        <p:txBody>
          <a:bodyPr lIns="0" tIns="0" rIns="0" bIns="0">
            <a:noAutofit/>
          </a:bodyPr>
          <a:lstStyle>
            <a:lvl1pPr marL="0" indent="0">
              <a:buNone/>
              <a:defRPr sz="1800" b="0">
                <a:solidFill>
                  <a:schemeClr val="bg1"/>
                </a:solidFill>
              </a:defRPr>
            </a:lvl1pPr>
          </a:lstStyle>
          <a:p>
            <a:pPr lvl="0"/>
            <a:r>
              <a:rPr lang="en-US"/>
              <a:t>Click to add subtitle</a:t>
            </a:r>
          </a:p>
        </p:txBody>
      </p:sp>
      <p:sp>
        <p:nvSpPr>
          <p:cNvPr id="14" name="Title Placeholder 1">
            <a:extLst>
              <a:ext uri="{FF2B5EF4-FFF2-40B4-BE49-F238E27FC236}">
                <a16:creationId xmlns:a16="http://schemas.microsoft.com/office/drawing/2014/main" id="{83571CF0-9FB3-44B1-BE19-B891DD1B11A0}"/>
              </a:ext>
            </a:extLst>
          </p:cNvPr>
          <p:cNvSpPr>
            <a:spLocks noGrp="1"/>
          </p:cNvSpPr>
          <p:nvPr>
            <p:ph type="title" hasCustomPrompt="1"/>
          </p:nvPr>
        </p:nvSpPr>
        <p:spPr>
          <a:xfrm>
            <a:off x="463295" y="345992"/>
            <a:ext cx="11277600" cy="301044"/>
          </a:xfrm>
          <a:prstGeom prst="rect">
            <a:avLst/>
          </a:prstGeom>
        </p:spPr>
        <p:txBody>
          <a:bodyPr vert="horz" wrap="square" lIns="0" tIns="0" rIns="0" bIns="0" rtlCol="0" anchor="t" anchorCtr="0">
            <a:spAutoFit/>
          </a:bodyPr>
          <a:lstStyle>
            <a:lvl1pPr>
              <a:defRPr lang="en-US">
                <a:solidFill>
                  <a:schemeClr val="bg1"/>
                </a:solidFill>
              </a:defRPr>
            </a:lvl1pPr>
          </a:lstStyle>
          <a:p>
            <a:pPr marL="0" marR="0" lvl="0" indent="0" defTabSz="1219170" fontAlgn="auto">
              <a:lnSpc>
                <a:spcPct val="80000"/>
              </a:lnSpc>
              <a:spcAft>
                <a:spcPts val="0"/>
              </a:spcAft>
              <a:buClrTx/>
              <a:buSzTx/>
              <a:buFontTx/>
              <a:tabLst/>
            </a:pPr>
            <a:r>
              <a:rPr lang="en-US"/>
              <a:t>Click to add title</a:t>
            </a:r>
          </a:p>
        </p:txBody>
      </p:sp>
      <p:sp>
        <p:nvSpPr>
          <p:cNvPr id="15" name="Text Placeholder 8">
            <a:extLst>
              <a:ext uri="{FF2B5EF4-FFF2-40B4-BE49-F238E27FC236}">
                <a16:creationId xmlns:a16="http://schemas.microsoft.com/office/drawing/2014/main" id="{CA32CD74-2C13-40B4-A25F-8871032067FB}"/>
              </a:ext>
            </a:extLst>
          </p:cNvPr>
          <p:cNvSpPr>
            <a:spLocks noGrp="1"/>
          </p:cNvSpPr>
          <p:nvPr>
            <p:ph type="body" sz="quarter" idx="17"/>
          </p:nvPr>
        </p:nvSpPr>
        <p:spPr>
          <a:xfrm>
            <a:off x="473297" y="3124200"/>
            <a:ext cx="2720468" cy="3238500"/>
          </a:xfrm>
        </p:spPr>
        <p:txBody>
          <a:bodyPr>
            <a:noAutofit/>
          </a:bodyPr>
          <a:lstStyle>
            <a:lvl1pPr marL="0" indent="0" algn="l">
              <a:buFontTx/>
              <a:buNone/>
              <a:defRPr sz="1200" b="1">
                <a:solidFill>
                  <a:schemeClr val="bg1"/>
                </a:solidFill>
              </a:defRPr>
            </a:lvl1pPr>
            <a:lvl2pPr marL="104775" indent="-104775" algn="l">
              <a:spcAft>
                <a:spcPts val="0"/>
              </a:spcAft>
              <a:buClrTx/>
              <a:buSzPct val="100000"/>
              <a:buFont typeface="Arial" panose="020B0604020202020204" pitchFamily="34" charset="0"/>
              <a:buChar char="•"/>
              <a:defRPr sz="1200">
                <a:solidFill>
                  <a:schemeClr val="bg1"/>
                </a:solidFill>
              </a:defRPr>
            </a:lvl2pPr>
            <a:lvl3pPr marL="228600" indent="-104775" algn="l">
              <a:spcAft>
                <a:spcPts val="0"/>
              </a:spcAft>
              <a:buClrTx/>
              <a:buSzPct val="100000"/>
              <a:buFont typeface="Arial" panose="020B0604020202020204" pitchFamily="34" charset="0"/>
              <a:buChar char="−"/>
              <a:defRPr sz="1200">
                <a:solidFill>
                  <a:schemeClr val="bg1"/>
                </a:solidFill>
              </a:defRPr>
            </a:lvl3pPr>
            <a:lvl4pPr marL="352425" indent="-104775" algn="l">
              <a:spcAft>
                <a:spcPts val="0"/>
              </a:spcAft>
              <a:buClrTx/>
              <a:buSzPct val="100000"/>
              <a:buFont typeface="Arial" panose="020B0604020202020204" pitchFamily="34" charset="0"/>
              <a:buChar char="◦"/>
              <a:defRPr sz="1200">
                <a:solidFill>
                  <a:schemeClr val="bg1"/>
                </a:solidFill>
              </a:defRPr>
            </a:lvl4pPr>
            <a:lvl5pPr marL="476250" indent="-104775" algn="l">
              <a:spcAft>
                <a:spcPts val="0"/>
              </a:spcAft>
              <a:buClrTx/>
              <a:buSzPct val="100000"/>
              <a:buFont typeface="Arial" panose="020B0604020202020204" pitchFamily="34" charset="0"/>
              <a:buChar char="−"/>
              <a:defRPr sz="1200" baseline="0">
                <a:solidFill>
                  <a:schemeClr val="bg1"/>
                </a:solidFill>
              </a:defRPr>
            </a:lvl5pPr>
            <a:lvl6pPr marL="267300" indent="-132300">
              <a:spcAft>
                <a:spcPts val="0"/>
              </a:spcAft>
              <a:buFont typeface="Verdana" panose="020B0604030504040204" pitchFamily="34" charset="0"/>
              <a:buChar char="−"/>
              <a:defRPr/>
            </a:lvl6pPr>
            <a:lvl7pPr marL="267300" indent="-132300">
              <a:spcAft>
                <a:spcPts val="0"/>
              </a:spcAft>
              <a:defRPr/>
            </a:lvl7pPr>
            <a:lvl8pPr marL="267300" indent="-132300">
              <a:spcAft>
                <a:spcPts val="0"/>
              </a:spcAft>
              <a:defRPr/>
            </a:lvl8pPr>
            <a:lvl9pPr marL="267300" indent="-132300">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9" name="Text Placeholder 8">
            <a:extLst>
              <a:ext uri="{FF2B5EF4-FFF2-40B4-BE49-F238E27FC236}">
                <a16:creationId xmlns:a16="http://schemas.microsoft.com/office/drawing/2014/main" id="{0BD8344B-373A-4CA8-9F91-E02B0DA48BC6}"/>
              </a:ext>
            </a:extLst>
          </p:cNvPr>
          <p:cNvSpPr>
            <a:spLocks noGrp="1"/>
          </p:cNvSpPr>
          <p:nvPr>
            <p:ph type="body" sz="quarter" idx="18"/>
          </p:nvPr>
        </p:nvSpPr>
        <p:spPr>
          <a:xfrm>
            <a:off x="6171687" y="3120553"/>
            <a:ext cx="2712000" cy="3238500"/>
          </a:xfrm>
        </p:spPr>
        <p:txBody>
          <a:bodyPr>
            <a:noAutofit/>
          </a:bodyPr>
          <a:lstStyle>
            <a:lvl1pPr marL="0" indent="0" algn="l">
              <a:buFontTx/>
              <a:buNone/>
              <a:defRPr sz="1200" b="1">
                <a:solidFill>
                  <a:schemeClr val="bg1"/>
                </a:solidFill>
              </a:defRPr>
            </a:lvl1pPr>
            <a:lvl2pPr marL="104775" indent="-104775" algn="l">
              <a:spcAft>
                <a:spcPts val="0"/>
              </a:spcAft>
              <a:buClrTx/>
              <a:buSzPct val="100000"/>
              <a:buFont typeface="Arial" panose="020B0604020202020204" pitchFamily="34" charset="0"/>
              <a:buChar char="•"/>
              <a:defRPr sz="1200">
                <a:solidFill>
                  <a:schemeClr val="bg1"/>
                </a:solidFill>
              </a:defRPr>
            </a:lvl2pPr>
            <a:lvl3pPr marL="228600" indent="-104775" algn="l">
              <a:spcAft>
                <a:spcPts val="0"/>
              </a:spcAft>
              <a:buClrTx/>
              <a:buSzPct val="100000"/>
              <a:buFont typeface="Arial" panose="020B0604020202020204" pitchFamily="34" charset="0"/>
              <a:buChar char="−"/>
              <a:defRPr sz="1200">
                <a:solidFill>
                  <a:schemeClr val="bg1"/>
                </a:solidFill>
              </a:defRPr>
            </a:lvl3pPr>
            <a:lvl4pPr marL="352425" indent="-104775" algn="l">
              <a:spcAft>
                <a:spcPts val="0"/>
              </a:spcAft>
              <a:buClrTx/>
              <a:buSzPct val="100000"/>
              <a:buFont typeface="Arial" panose="020B0604020202020204" pitchFamily="34" charset="0"/>
              <a:buChar char="◦"/>
              <a:defRPr sz="1200">
                <a:solidFill>
                  <a:schemeClr val="bg1"/>
                </a:solidFill>
              </a:defRPr>
            </a:lvl4pPr>
            <a:lvl5pPr marL="476250" indent="-104775" algn="l">
              <a:spcAft>
                <a:spcPts val="0"/>
              </a:spcAft>
              <a:buClrTx/>
              <a:buSzPct val="100000"/>
              <a:buFont typeface="Arial" panose="020B0604020202020204" pitchFamily="34" charset="0"/>
              <a:buChar char="−"/>
              <a:defRPr sz="1200" baseline="0">
                <a:solidFill>
                  <a:schemeClr val="bg1"/>
                </a:solidFill>
              </a:defRPr>
            </a:lvl5pPr>
            <a:lvl6pPr marL="267300" indent="-132300">
              <a:spcAft>
                <a:spcPts val="0"/>
              </a:spcAft>
              <a:buFont typeface="Verdana" panose="020B0604030504040204" pitchFamily="34" charset="0"/>
              <a:buChar char="−"/>
              <a:defRPr/>
            </a:lvl6pPr>
            <a:lvl7pPr marL="267300" indent="-132300">
              <a:spcAft>
                <a:spcPts val="0"/>
              </a:spcAft>
              <a:defRPr/>
            </a:lvl7pPr>
            <a:lvl8pPr marL="267300" indent="-132300">
              <a:spcAft>
                <a:spcPts val="0"/>
              </a:spcAft>
              <a:defRPr/>
            </a:lvl8pPr>
            <a:lvl9pPr marL="267300" indent="-132300">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0" name="Text Placeholder 8">
            <a:extLst>
              <a:ext uri="{FF2B5EF4-FFF2-40B4-BE49-F238E27FC236}">
                <a16:creationId xmlns:a16="http://schemas.microsoft.com/office/drawing/2014/main" id="{55636606-D676-4661-AF12-C0DF71DF3A73}"/>
              </a:ext>
            </a:extLst>
          </p:cNvPr>
          <p:cNvSpPr>
            <a:spLocks noGrp="1"/>
          </p:cNvSpPr>
          <p:nvPr>
            <p:ph type="body" sz="quarter" idx="19"/>
          </p:nvPr>
        </p:nvSpPr>
        <p:spPr>
          <a:xfrm>
            <a:off x="3330040" y="3124202"/>
            <a:ext cx="2712000" cy="3238499"/>
          </a:xfrm>
        </p:spPr>
        <p:txBody>
          <a:bodyPr>
            <a:noAutofit/>
          </a:bodyPr>
          <a:lstStyle>
            <a:lvl1pPr marL="0" indent="0" algn="l">
              <a:buFontTx/>
              <a:buNone/>
              <a:defRPr sz="1200" b="1">
                <a:solidFill>
                  <a:schemeClr val="bg1"/>
                </a:solidFill>
              </a:defRPr>
            </a:lvl1pPr>
            <a:lvl2pPr marL="104775" indent="-104775" algn="l">
              <a:spcAft>
                <a:spcPts val="0"/>
              </a:spcAft>
              <a:buClrTx/>
              <a:buSzPct val="100000"/>
              <a:buFont typeface="Arial" panose="020B0604020202020204" pitchFamily="34" charset="0"/>
              <a:buChar char="•"/>
              <a:defRPr sz="1200">
                <a:solidFill>
                  <a:schemeClr val="bg1"/>
                </a:solidFill>
              </a:defRPr>
            </a:lvl2pPr>
            <a:lvl3pPr marL="228600" indent="-104775" algn="l">
              <a:spcAft>
                <a:spcPts val="0"/>
              </a:spcAft>
              <a:buClrTx/>
              <a:buSzPct val="100000"/>
              <a:buFont typeface="Arial" panose="020B0604020202020204" pitchFamily="34" charset="0"/>
              <a:buChar char="−"/>
              <a:defRPr sz="1200">
                <a:solidFill>
                  <a:schemeClr val="bg1"/>
                </a:solidFill>
              </a:defRPr>
            </a:lvl3pPr>
            <a:lvl4pPr marL="352425" indent="-104775" algn="l">
              <a:spcAft>
                <a:spcPts val="0"/>
              </a:spcAft>
              <a:buClrTx/>
              <a:buSzPct val="100000"/>
              <a:buFont typeface="Arial" panose="020B0604020202020204" pitchFamily="34" charset="0"/>
              <a:buChar char="◦"/>
              <a:defRPr sz="1200">
                <a:solidFill>
                  <a:schemeClr val="bg1"/>
                </a:solidFill>
              </a:defRPr>
            </a:lvl4pPr>
            <a:lvl5pPr marL="476250" indent="-104775" algn="l">
              <a:spcAft>
                <a:spcPts val="0"/>
              </a:spcAft>
              <a:buClrTx/>
              <a:buSzPct val="100000"/>
              <a:buFont typeface="Arial" panose="020B0604020202020204" pitchFamily="34" charset="0"/>
              <a:buChar char="−"/>
              <a:defRPr sz="1200" baseline="0">
                <a:solidFill>
                  <a:schemeClr val="bg1"/>
                </a:solidFill>
              </a:defRPr>
            </a:lvl5pPr>
            <a:lvl6pPr marL="267300" indent="-132300">
              <a:spcAft>
                <a:spcPts val="0"/>
              </a:spcAft>
              <a:buFont typeface="Verdana" panose="020B0604030504040204" pitchFamily="34" charset="0"/>
              <a:buChar char="−"/>
              <a:defRPr/>
            </a:lvl6pPr>
            <a:lvl7pPr marL="267300" indent="-132300">
              <a:spcAft>
                <a:spcPts val="0"/>
              </a:spcAft>
              <a:defRPr/>
            </a:lvl7pPr>
            <a:lvl8pPr marL="267300" indent="-132300">
              <a:spcAft>
                <a:spcPts val="0"/>
              </a:spcAft>
              <a:defRPr/>
            </a:lvl8pPr>
            <a:lvl9pPr marL="267300" indent="-132300">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1" name="Text Placeholder 8">
            <a:extLst>
              <a:ext uri="{FF2B5EF4-FFF2-40B4-BE49-F238E27FC236}">
                <a16:creationId xmlns:a16="http://schemas.microsoft.com/office/drawing/2014/main" id="{59A4F706-D410-4A3E-B5DE-E6CD51845EA7}"/>
              </a:ext>
            </a:extLst>
          </p:cNvPr>
          <p:cNvSpPr>
            <a:spLocks noGrp="1"/>
          </p:cNvSpPr>
          <p:nvPr>
            <p:ph type="body" sz="quarter" idx="20"/>
          </p:nvPr>
        </p:nvSpPr>
        <p:spPr>
          <a:xfrm>
            <a:off x="9035701" y="3108508"/>
            <a:ext cx="2697183" cy="3254192"/>
          </a:xfrm>
        </p:spPr>
        <p:txBody>
          <a:bodyPr>
            <a:noAutofit/>
          </a:bodyPr>
          <a:lstStyle>
            <a:lvl1pPr marL="0" indent="0" algn="l">
              <a:buFontTx/>
              <a:buNone/>
              <a:defRPr sz="1200" b="1">
                <a:solidFill>
                  <a:schemeClr val="bg1"/>
                </a:solidFill>
              </a:defRPr>
            </a:lvl1pPr>
            <a:lvl2pPr marL="104775" indent="-104775" algn="l">
              <a:spcAft>
                <a:spcPts val="0"/>
              </a:spcAft>
              <a:buClrTx/>
              <a:buSzPct val="100000"/>
              <a:buFont typeface="Arial" panose="020B0604020202020204" pitchFamily="34" charset="0"/>
              <a:buChar char="•"/>
              <a:defRPr sz="1200">
                <a:solidFill>
                  <a:schemeClr val="bg1"/>
                </a:solidFill>
              </a:defRPr>
            </a:lvl2pPr>
            <a:lvl3pPr marL="228600" indent="-104775" algn="l">
              <a:spcAft>
                <a:spcPts val="0"/>
              </a:spcAft>
              <a:buClrTx/>
              <a:buSzPct val="100000"/>
              <a:buFont typeface="Arial" panose="020B0604020202020204" pitchFamily="34" charset="0"/>
              <a:buChar char="−"/>
              <a:defRPr sz="1200">
                <a:solidFill>
                  <a:schemeClr val="bg1"/>
                </a:solidFill>
              </a:defRPr>
            </a:lvl3pPr>
            <a:lvl4pPr marL="352425" indent="-104775" algn="l">
              <a:spcAft>
                <a:spcPts val="0"/>
              </a:spcAft>
              <a:buClrTx/>
              <a:buSzPct val="100000"/>
              <a:buFont typeface="Arial" panose="020B0604020202020204" pitchFamily="34" charset="0"/>
              <a:buChar char="◦"/>
              <a:defRPr sz="1200">
                <a:solidFill>
                  <a:schemeClr val="bg1"/>
                </a:solidFill>
              </a:defRPr>
            </a:lvl4pPr>
            <a:lvl5pPr marL="476250" indent="-104775" algn="l">
              <a:spcAft>
                <a:spcPts val="0"/>
              </a:spcAft>
              <a:buClrTx/>
              <a:buSzPct val="100000"/>
              <a:buFont typeface="Arial" panose="020B0604020202020204" pitchFamily="34" charset="0"/>
              <a:buChar char="−"/>
              <a:defRPr sz="1200" baseline="0">
                <a:solidFill>
                  <a:schemeClr val="bg1"/>
                </a:solidFill>
              </a:defRPr>
            </a:lvl5pPr>
            <a:lvl6pPr marL="267300" indent="-132300">
              <a:spcAft>
                <a:spcPts val="0"/>
              </a:spcAft>
              <a:buFont typeface="Verdana" panose="020B0604030504040204" pitchFamily="34" charset="0"/>
              <a:buChar char="−"/>
              <a:defRPr/>
            </a:lvl6pPr>
            <a:lvl7pPr marL="267300" indent="-132300">
              <a:spcAft>
                <a:spcPts val="0"/>
              </a:spcAft>
              <a:defRPr/>
            </a:lvl7pPr>
            <a:lvl8pPr marL="267300" indent="-132300">
              <a:spcAft>
                <a:spcPts val="0"/>
              </a:spcAft>
              <a:defRPr/>
            </a:lvl8pPr>
            <a:lvl9pPr marL="267300" indent="-132300">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472743577"/>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Qualifications 2 x 2">
    <p:spTree>
      <p:nvGrpSpPr>
        <p:cNvPr id="1" name=""/>
        <p:cNvGrpSpPr/>
        <p:nvPr/>
      </p:nvGrpSpPr>
      <p:grpSpPr>
        <a:xfrm>
          <a:off x="0" y="0"/>
          <a:ext cx="0" cy="0"/>
          <a:chOff x="0" y="0"/>
          <a:chExt cx="0" cy="0"/>
        </a:xfrm>
      </p:grpSpPr>
      <p:sp>
        <p:nvSpPr>
          <p:cNvPr id="7" name="Picture Placeholder 29"/>
          <p:cNvSpPr>
            <a:spLocks noGrp="1"/>
          </p:cNvSpPr>
          <p:nvPr>
            <p:ph type="pic" sz="quarter" idx="20" hasCustomPrompt="1"/>
          </p:nvPr>
        </p:nvSpPr>
        <p:spPr>
          <a:xfrm>
            <a:off x="10485324" y="1853601"/>
            <a:ext cx="1244161" cy="549275"/>
          </a:xfrm>
        </p:spPr>
        <p:txBody>
          <a:bodyPr/>
          <a:lstStyle>
            <a:lvl1pPr marL="0" marR="0" indent="0" algn="l" defTabSz="685800" rtl="0" eaLnBrk="1" fontAlgn="auto" latinLnBrk="0" hangingPunct="1">
              <a:lnSpc>
                <a:spcPct val="100000"/>
              </a:lnSpc>
              <a:spcBef>
                <a:spcPts val="0"/>
              </a:spcBef>
              <a:spcAft>
                <a:spcPts val="750"/>
              </a:spcAft>
              <a:buClrTx/>
              <a:buSzTx/>
              <a:buFont typeface="Arial" panose="020B0604020202020204" pitchFamily="34" charset="0"/>
              <a:buNone/>
              <a:tabLst/>
              <a:defRPr sz="675"/>
            </a:lvl1pPr>
          </a:lstStyle>
          <a:p>
            <a:pPr>
              <a:spcBef>
                <a:spcPct val="0"/>
              </a:spcBef>
            </a:pPr>
            <a:r>
              <a:rPr lang="en-US" sz="900">
                <a:solidFill>
                  <a:schemeClr val="bg1"/>
                </a:solidFill>
              </a:rPr>
              <a:t>Co-brand</a:t>
            </a:r>
            <a:br>
              <a:rPr lang="en-US" sz="900">
                <a:solidFill>
                  <a:schemeClr val="bg1"/>
                </a:solidFill>
              </a:rPr>
            </a:br>
            <a:r>
              <a:rPr lang="en-US" sz="900">
                <a:solidFill>
                  <a:schemeClr val="bg1"/>
                </a:solidFill>
              </a:rPr>
              <a:t>Logo</a:t>
            </a:r>
          </a:p>
          <a:p>
            <a:endParaRPr lang="en-GB"/>
          </a:p>
        </p:txBody>
      </p:sp>
      <p:sp>
        <p:nvSpPr>
          <p:cNvPr id="14" name="Picture Placeholder 29"/>
          <p:cNvSpPr>
            <a:spLocks noGrp="1"/>
          </p:cNvSpPr>
          <p:nvPr>
            <p:ph type="pic" sz="quarter" idx="24" hasCustomPrompt="1"/>
          </p:nvPr>
        </p:nvSpPr>
        <p:spPr>
          <a:xfrm>
            <a:off x="4702979" y="4258270"/>
            <a:ext cx="1239381" cy="549275"/>
          </a:xfrm>
        </p:spPr>
        <p:txBody>
          <a:bodyPr/>
          <a:lstStyle>
            <a:lvl1pPr marL="0" marR="0" indent="0" algn="l" defTabSz="685800" rtl="0" eaLnBrk="1" fontAlgn="auto" latinLnBrk="0" hangingPunct="1">
              <a:lnSpc>
                <a:spcPct val="100000"/>
              </a:lnSpc>
              <a:spcBef>
                <a:spcPts val="0"/>
              </a:spcBef>
              <a:spcAft>
                <a:spcPts val="750"/>
              </a:spcAft>
              <a:buClrTx/>
              <a:buSzTx/>
              <a:buFont typeface="Arial" panose="020B0604020202020204" pitchFamily="34" charset="0"/>
              <a:buNone/>
              <a:tabLst/>
              <a:defRPr sz="675"/>
            </a:lvl1pPr>
          </a:lstStyle>
          <a:p>
            <a:pPr>
              <a:spcBef>
                <a:spcPct val="0"/>
              </a:spcBef>
            </a:pPr>
            <a:r>
              <a:rPr lang="en-US" sz="900">
                <a:solidFill>
                  <a:schemeClr val="bg1"/>
                </a:solidFill>
              </a:rPr>
              <a:t>Co-brand</a:t>
            </a:r>
            <a:br>
              <a:rPr lang="en-US" sz="900">
                <a:solidFill>
                  <a:schemeClr val="bg1"/>
                </a:solidFill>
              </a:rPr>
            </a:br>
            <a:r>
              <a:rPr lang="en-US" sz="900">
                <a:solidFill>
                  <a:schemeClr val="bg1"/>
                </a:solidFill>
              </a:rPr>
              <a:t>Logo</a:t>
            </a:r>
          </a:p>
          <a:p>
            <a:endParaRPr lang="en-GB"/>
          </a:p>
        </p:txBody>
      </p:sp>
      <p:sp>
        <p:nvSpPr>
          <p:cNvPr id="15" name="Picture Placeholder 29"/>
          <p:cNvSpPr>
            <a:spLocks noGrp="1"/>
          </p:cNvSpPr>
          <p:nvPr>
            <p:ph type="pic" sz="quarter" idx="25" hasCustomPrompt="1"/>
          </p:nvPr>
        </p:nvSpPr>
        <p:spPr>
          <a:xfrm>
            <a:off x="10500785" y="4258270"/>
            <a:ext cx="1244160" cy="549275"/>
          </a:xfrm>
        </p:spPr>
        <p:txBody>
          <a:bodyPr/>
          <a:lstStyle>
            <a:lvl1pPr marL="0" marR="0" indent="0" algn="l" defTabSz="685800" rtl="0" eaLnBrk="1" fontAlgn="auto" latinLnBrk="0" hangingPunct="1">
              <a:lnSpc>
                <a:spcPct val="100000"/>
              </a:lnSpc>
              <a:spcBef>
                <a:spcPts val="0"/>
              </a:spcBef>
              <a:spcAft>
                <a:spcPts val="750"/>
              </a:spcAft>
              <a:buClrTx/>
              <a:buSzTx/>
              <a:buFont typeface="Arial" panose="020B0604020202020204" pitchFamily="34" charset="0"/>
              <a:buNone/>
              <a:tabLst/>
              <a:defRPr sz="675"/>
            </a:lvl1pPr>
          </a:lstStyle>
          <a:p>
            <a:pPr>
              <a:spcBef>
                <a:spcPct val="0"/>
              </a:spcBef>
            </a:pPr>
            <a:r>
              <a:rPr lang="en-US" sz="900">
                <a:solidFill>
                  <a:schemeClr val="bg1"/>
                </a:solidFill>
              </a:rPr>
              <a:t>Co-brand</a:t>
            </a:r>
            <a:br>
              <a:rPr lang="en-US" sz="900">
                <a:solidFill>
                  <a:schemeClr val="bg1"/>
                </a:solidFill>
              </a:rPr>
            </a:br>
            <a:r>
              <a:rPr lang="en-US" sz="900">
                <a:solidFill>
                  <a:schemeClr val="bg1"/>
                </a:solidFill>
              </a:rPr>
              <a:t>Logo</a:t>
            </a:r>
          </a:p>
          <a:p>
            <a:endParaRPr lang="en-GB"/>
          </a:p>
        </p:txBody>
      </p:sp>
      <p:sp>
        <p:nvSpPr>
          <p:cNvPr id="17" name="Picture Placeholder 29"/>
          <p:cNvSpPr>
            <a:spLocks noGrp="1"/>
          </p:cNvSpPr>
          <p:nvPr>
            <p:ph type="pic" sz="quarter" idx="19" hasCustomPrompt="1"/>
          </p:nvPr>
        </p:nvSpPr>
        <p:spPr>
          <a:xfrm>
            <a:off x="4735149" y="1857894"/>
            <a:ext cx="1210207" cy="549275"/>
          </a:xfrm>
        </p:spPr>
        <p:txBody>
          <a:bodyPr/>
          <a:lstStyle>
            <a:lvl1pPr marL="0" marR="0" indent="0" algn="l" defTabSz="685800" rtl="0" eaLnBrk="1" fontAlgn="auto" latinLnBrk="0" hangingPunct="1">
              <a:lnSpc>
                <a:spcPct val="100000"/>
              </a:lnSpc>
              <a:spcBef>
                <a:spcPts val="0"/>
              </a:spcBef>
              <a:spcAft>
                <a:spcPts val="750"/>
              </a:spcAft>
              <a:buClrTx/>
              <a:buSzTx/>
              <a:buFont typeface="Arial" panose="020B0604020202020204" pitchFamily="34" charset="0"/>
              <a:buNone/>
              <a:tabLst/>
              <a:defRPr sz="675"/>
            </a:lvl1pPr>
          </a:lstStyle>
          <a:p>
            <a:pPr>
              <a:spcBef>
                <a:spcPct val="0"/>
              </a:spcBef>
            </a:pPr>
            <a:r>
              <a:rPr lang="en-US" sz="900">
                <a:solidFill>
                  <a:schemeClr val="bg1"/>
                </a:solidFill>
              </a:rPr>
              <a:t>Co-brand</a:t>
            </a:r>
            <a:br>
              <a:rPr lang="en-US" sz="900">
                <a:solidFill>
                  <a:schemeClr val="bg1"/>
                </a:solidFill>
              </a:rPr>
            </a:br>
            <a:r>
              <a:rPr lang="en-US" sz="900">
                <a:solidFill>
                  <a:schemeClr val="bg1"/>
                </a:solidFill>
              </a:rPr>
              <a:t>Logo</a:t>
            </a:r>
          </a:p>
          <a:p>
            <a:endParaRPr lang="en-GB"/>
          </a:p>
        </p:txBody>
      </p:sp>
      <p:sp>
        <p:nvSpPr>
          <p:cNvPr id="28" name="Text Placeholder 8">
            <a:extLst>
              <a:ext uri="{FF2B5EF4-FFF2-40B4-BE49-F238E27FC236}">
                <a16:creationId xmlns:a16="http://schemas.microsoft.com/office/drawing/2014/main" id="{0D485CFD-E778-438B-9F95-AA857AF5CACE}"/>
              </a:ext>
            </a:extLst>
          </p:cNvPr>
          <p:cNvSpPr>
            <a:spLocks noGrp="1"/>
          </p:cNvSpPr>
          <p:nvPr>
            <p:ph type="body" sz="quarter" idx="17"/>
          </p:nvPr>
        </p:nvSpPr>
        <p:spPr>
          <a:xfrm>
            <a:off x="470344" y="1856232"/>
            <a:ext cx="5473257" cy="1695450"/>
          </a:xfrm>
        </p:spPr>
        <p:txBody>
          <a:bodyPr>
            <a:noAutofit/>
          </a:bodyPr>
          <a:lstStyle>
            <a:lvl1pPr marL="0" indent="0" algn="l">
              <a:buFontTx/>
              <a:buNone/>
              <a:defRPr sz="1200" b="1">
                <a:solidFill>
                  <a:schemeClr val="accent1"/>
                </a:solidFill>
              </a:defRPr>
            </a:lvl1pPr>
            <a:lvl2pPr marL="104775" indent="-104775" algn="l">
              <a:spcAft>
                <a:spcPts val="750"/>
              </a:spcAft>
              <a:buClrTx/>
              <a:buSzPct val="100000"/>
              <a:buFont typeface="Arial" panose="020B0604020202020204" pitchFamily="34" charset="0"/>
              <a:buChar char="•"/>
              <a:defRPr sz="1200"/>
            </a:lvl2pPr>
            <a:lvl3pPr marL="228600" indent="-104775" algn="l">
              <a:spcAft>
                <a:spcPts val="750"/>
              </a:spcAft>
              <a:buClrTx/>
              <a:buSzPct val="100000"/>
              <a:buFont typeface="Arial" panose="020B0604020202020204" pitchFamily="34" charset="0"/>
              <a:buChar char="−"/>
              <a:defRPr sz="1200"/>
            </a:lvl3pPr>
            <a:lvl4pPr marL="352425" indent="-104775" algn="l">
              <a:spcAft>
                <a:spcPts val="750"/>
              </a:spcAft>
              <a:buClrTx/>
              <a:buSzPct val="100000"/>
              <a:buFont typeface="Arial" panose="020B0604020202020204" pitchFamily="34" charset="0"/>
              <a:buChar char="◦"/>
              <a:defRPr sz="1200"/>
            </a:lvl4pPr>
            <a:lvl5pPr marL="476250" indent="-104775" algn="l">
              <a:spcAft>
                <a:spcPts val="750"/>
              </a:spcAft>
              <a:buClrTx/>
              <a:buSzPct val="100000"/>
              <a:buFont typeface="Arial" panose="020B0604020202020204" pitchFamily="34" charset="0"/>
              <a:buChar char="−"/>
              <a:defRPr sz="1200" baseline="0"/>
            </a:lvl5pPr>
            <a:lvl6pPr marL="267300" indent="-132300">
              <a:spcAft>
                <a:spcPts val="750"/>
              </a:spcAft>
              <a:buFont typeface="Verdana" panose="020B0604030504040204" pitchFamily="34" charset="0"/>
              <a:buChar char="−"/>
              <a:defRPr/>
            </a:lvl6pPr>
            <a:lvl7pPr marL="267300" indent="-132300">
              <a:spcAft>
                <a:spcPts val="750"/>
              </a:spcAft>
              <a:defRPr/>
            </a:lvl7pPr>
            <a:lvl8pPr marL="267300" indent="-132300">
              <a:spcAft>
                <a:spcPts val="750"/>
              </a:spcAft>
              <a:defRPr/>
            </a:lvl8pPr>
            <a:lvl9pPr marL="267300" indent="-132300">
              <a:spcAft>
                <a:spcPts val="75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9" name="Text Placeholder 8">
            <a:extLst>
              <a:ext uri="{FF2B5EF4-FFF2-40B4-BE49-F238E27FC236}">
                <a16:creationId xmlns:a16="http://schemas.microsoft.com/office/drawing/2014/main" id="{1995C2BA-4183-48F4-92D9-4620CCDF5C16}"/>
              </a:ext>
            </a:extLst>
          </p:cNvPr>
          <p:cNvSpPr>
            <a:spLocks noGrp="1"/>
          </p:cNvSpPr>
          <p:nvPr>
            <p:ph type="body" sz="quarter" idx="26"/>
          </p:nvPr>
        </p:nvSpPr>
        <p:spPr>
          <a:xfrm>
            <a:off x="6257042" y="1847618"/>
            <a:ext cx="5464615" cy="1695450"/>
          </a:xfrm>
        </p:spPr>
        <p:txBody>
          <a:bodyPr>
            <a:noAutofit/>
          </a:bodyPr>
          <a:lstStyle>
            <a:lvl1pPr marL="0" indent="0" algn="l">
              <a:buFontTx/>
              <a:buNone/>
              <a:defRPr sz="1200" b="1">
                <a:solidFill>
                  <a:schemeClr val="accent1"/>
                </a:solidFill>
              </a:defRPr>
            </a:lvl1pPr>
            <a:lvl2pPr marL="104775" indent="-104775" algn="l">
              <a:spcAft>
                <a:spcPts val="750"/>
              </a:spcAft>
              <a:buClrTx/>
              <a:buSzPct val="100000"/>
              <a:buFont typeface="Arial" panose="020B0604020202020204" pitchFamily="34" charset="0"/>
              <a:buChar char="•"/>
              <a:defRPr sz="1200"/>
            </a:lvl2pPr>
            <a:lvl3pPr marL="228600" indent="-104775" algn="l">
              <a:spcAft>
                <a:spcPts val="750"/>
              </a:spcAft>
              <a:buClrTx/>
              <a:buSzPct val="100000"/>
              <a:buFont typeface="Arial" panose="020B0604020202020204" pitchFamily="34" charset="0"/>
              <a:buChar char="−"/>
              <a:defRPr sz="1200"/>
            </a:lvl3pPr>
            <a:lvl4pPr marL="352425" indent="-104775" algn="l">
              <a:spcAft>
                <a:spcPts val="750"/>
              </a:spcAft>
              <a:buClrTx/>
              <a:buSzPct val="100000"/>
              <a:buFont typeface="Arial" panose="020B0604020202020204" pitchFamily="34" charset="0"/>
              <a:buChar char="◦"/>
              <a:defRPr sz="1200"/>
            </a:lvl4pPr>
            <a:lvl5pPr marL="476250" indent="-104775" algn="l">
              <a:spcAft>
                <a:spcPts val="750"/>
              </a:spcAft>
              <a:buClrTx/>
              <a:buSzPct val="100000"/>
              <a:buFont typeface="Arial" panose="020B0604020202020204" pitchFamily="34" charset="0"/>
              <a:buChar char="−"/>
              <a:defRPr sz="1200" baseline="0"/>
            </a:lvl5pPr>
            <a:lvl6pPr marL="267300" indent="-132300">
              <a:spcAft>
                <a:spcPts val="750"/>
              </a:spcAft>
              <a:buFont typeface="Verdana" panose="020B0604030504040204" pitchFamily="34" charset="0"/>
              <a:buChar char="−"/>
              <a:defRPr/>
            </a:lvl6pPr>
            <a:lvl7pPr marL="267300" indent="-132300">
              <a:spcAft>
                <a:spcPts val="750"/>
              </a:spcAft>
              <a:defRPr/>
            </a:lvl7pPr>
            <a:lvl8pPr marL="267300" indent="-132300">
              <a:spcAft>
                <a:spcPts val="750"/>
              </a:spcAft>
              <a:defRPr/>
            </a:lvl8pPr>
            <a:lvl9pPr marL="267300" indent="-132300">
              <a:spcAft>
                <a:spcPts val="75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0" name="Text Placeholder 8">
            <a:extLst>
              <a:ext uri="{FF2B5EF4-FFF2-40B4-BE49-F238E27FC236}">
                <a16:creationId xmlns:a16="http://schemas.microsoft.com/office/drawing/2014/main" id="{2DC3B9DA-0A51-491C-923B-09D36118ADA0}"/>
              </a:ext>
            </a:extLst>
          </p:cNvPr>
          <p:cNvSpPr>
            <a:spLocks noGrp="1"/>
          </p:cNvSpPr>
          <p:nvPr>
            <p:ph type="body" sz="quarter" idx="27"/>
          </p:nvPr>
        </p:nvSpPr>
        <p:spPr>
          <a:xfrm>
            <a:off x="470344" y="4256623"/>
            <a:ext cx="5473257" cy="1695450"/>
          </a:xfrm>
        </p:spPr>
        <p:txBody>
          <a:bodyPr>
            <a:noAutofit/>
          </a:bodyPr>
          <a:lstStyle>
            <a:lvl1pPr marL="0" indent="0" algn="l">
              <a:buFontTx/>
              <a:buNone/>
              <a:defRPr sz="1200" b="1">
                <a:solidFill>
                  <a:schemeClr val="accent1"/>
                </a:solidFill>
              </a:defRPr>
            </a:lvl1pPr>
            <a:lvl2pPr marL="104775" indent="-104775" algn="l">
              <a:spcAft>
                <a:spcPts val="750"/>
              </a:spcAft>
              <a:buClrTx/>
              <a:buSzPct val="100000"/>
              <a:buFont typeface="Arial" panose="020B0604020202020204" pitchFamily="34" charset="0"/>
              <a:buChar char="•"/>
              <a:defRPr sz="1200"/>
            </a:lvl2pPr>
            <a:lvl3pPr marL="228600" indent="-104775" algn="l">
              <a:spcAft>
                <a:spcPts val="750"/>
              </a:spcAft>
              <a:buClrTx/>
              <a:buSzPct val="100000"/>
              <a:buFont typeface="Arial" panose="020B0604020202020204" pitchFamily="34" charset="0"/>
              <a:buChar char="−"/>
              <a:defRPr sz="1200"/>
            </a:lvl3pPr>
            <a:lvl4pPr marL="352425" indent="-104775" algn="l">
              <a:spcAft>
                <a:spcPts val="750"/>
              </a:spcAft>
              <a:buClrTx/>
              <a:buSzPct val="100000"/>
              <a:buFont typeface="Arial" panose="020B0604020202020204" pitchFamily="34" charset="0"/>
              <a:buChar char="◦"/>
              <a:defRPr sz="1200"/>
            </a:lvl4pPr>
            <a:lvl5pPr marL="476250" indent="-104775" algn="l">
              <a:spcAft>
                <a:spcPts val="750"/>
              </a:spcAft>
              <a:buClrTx/>
              <a:buSzPct val="100000"/>
              <a:buFont typeface="Arial" panose="020B0604020202020204" pitchFamily="34" charset="0"/>
              <a:buChar char="−"/>
              <a:defRPr sz="1200" baseline="0"/>
            </a:lvl5pPr>
            <a:lvl6pPr marL="267300" indent="-132300">
              <a:spcAft>
                <a:spcPts val="750"/>
              </a:spcAft>
              <a:buFont typeface="Verdana" panose="020B0604030504040204" pitchFamily="34" charset="0"/>
              <a:buChar char="−"/>
              <a:defRPr/>
            </a:lvl6pPr>
            <a:lvl7pPr marL="267300" indent="-132300">
              <a:spcAft>
                <a:spcPts val="750"/>
              </a:spcAft>
              <a:defRPr/>
            </a:lvl7pPr>
            <a:lvl8pPr marL="267300" indent="-132300">
              <a:spcAft>
                <a:spcPts val="750"/>
              </a:spcAft>
              <a:defRPr/>
            </a:lvl8pPr>
            <a:lvl9pPr marL="267300" indent="-132300">
              <a:spcAft>
                <a:spcPts val="75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1" name="Text Placeholder 8">
            <a:extLst>
              <a:ext uri="{FF2B5EF4-FFF2-40B4-BE49-F238E27FC236}">
                <a16:creationId xmlns:a16="http://schemas.microsoft.com/office/drawing/2014/main" id="{70BD43BA-DF89-409F-B9BF-2853EC358260}"/>
              </a:ext>
            </a:extLst>
          </p:cNvPr>
          <p:cNvSpPr>
            <a:spLocks noGrp="1"/>
          </p:cNvSpPr>
          <p:nvPr>
            <p:ph type="body" sz="quarter" idx="28"/>
          </p:nvPr>
        </p:nvSpPr>
        <p:spPr>
          <a:xfrm>
            <a:off x="6257043" y="4256623"/>
            <a:ext cx="5483852" cy="1695450"/>
          </a:xfrm>
        </p:spPr>
        <p:txBody>
          <a:bodyPr>
            <a:noAutofit/>
          </a:bodyPr>
          <a:lstStyle>
            <a:lvl1pPr marL="0" indent="0" algn="l">
              <a:buFontTx/>
              <a:buNone/>
              <a:defRPr sz="1200" b="1">
                <a:solidFill>
                  <a:schemeClr val="accent1"/>
                </a:solidFill>
              </a:defRPr>
            </a:lvl1pPr>
            <a:lvl2pPr marL="104775" indent="-104775" algn="l">
              <a:spcAft>
                <a:spcPts val="750"/>
              </a:spcAft>
              <a:buClrTx/>
              <a:buSzPct val="100000"/>
              <a:buFont typeface="Arial" panose="020B0604020202020204" pitchFamily="34" charset="0"/>
              <a:buChar char="•"/>
              <a:defRPr sz="1200"/>
            </a:lvl2pPr>
            <a:lvl3pPr marL="228600" indent="-104775" algn="l">
              <a:spcAft>
                <a:spcPts val="750"/>
              </a:spcAft>
              <a:buClrTx/>
              <a:buSzPct val="100000"/>
              <a:buFont typeface="Arial" panose="020B0604020202020204" pitchFamily="34" charset="0"/>
              <a:buChar char="−"/>
              <a:defRPr sz="1200"/>
            </a:lvl3pPr>
            <a:lvl4pPr marL="352425" indent="-104775" algn="l">
              <a:spcAft>
                <a:spcPts val="750"/>
              </a:spcAft>
              <a:buClrTx/>
              <a:buSzPct val="100000"/>
              <a:buFont typeface="Arial" panose="020B0604020202020204" pitchFamily="34" charset="0"/>
              <a:buChar char="◦"/>
              <a:defRPr sz="1200"/>
            </a:lvl4pPr>
            <a:lvl5pPr marL="476250" indent="-104775" algn="l">
              <a:spcAft>
                <a:spcPts val="750"/>
              </a:spcAft>
              <a:buClrTx/>
              <a:buSzPct val="100000"/>
              <a:buFont typeface="Arial" panose="020B0604020202020204" pitchFamily="34" charset="0"/>
              <a:buChar char="−"/>
              <a:defRPr sz="1200" baseline="0"/>
            </a:lvl5pPr>
            <a:lvl6pPr marL="267300" indent="-132300">
              <a:spcAft>
                <a:spcPts val="750"/>
              </a:spcAft>
              <a:buFont typeface="Verdana" panose="020B0604030504040204" pitchFamily="34" charset="0"/>
              <a:buChar char="−"/>
              <a:defRPr/>
            </a:lvl6pPr>
            <a:lvl7pPr marL="267300" indent="-132300">
              <a:spcAft>
                <a:spcPts val="750"/>
              </a:spcAft>
              <a:defRPr/>
            </a:lvl7pPr>
            <a:lvl8pPr marL="267300" indent="-132300">
              <a:spcAft>
                <a:spcPts val="750"/>
              </a:spcAft>
              <a:defRPr/>
            </a:lvl8pPr>
            <a:lvl9pPr marL="267300" indent="-132300">
              <a:spcAft>
                <a:spcPts val="75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6" name="Text Placeholder 8">
            <a:extLst>
              <a:ext uri="{FF2B5EF4-FFF2-40B4-BE49-F238E27FC236}">
                <a16:creationId xmlns:a16="http://schemas.microsoft.com/office/drawing/2014/main" id="{E3C8C216-A0D5-48CE-BB18-6E34DE5AE099}"/>
              </a:ext>
            </a:extLst>
          </p:cNvPr>
          <p:cNvSpPr>
            <a:spLocks noGrp="1"/>
          </p:cNvSpPr>
          <p:nvPr>
            <p:ph type="body" sz="quarter" idx="29" hasCustomPrompt="1"/>
          </p:nvPr>
        </p:nvSpPr>
        <p:spPr>
          <a:xfrm>
            <a:off x="463295" y="682940"/>
            <a:ext cx="11277600" cy="757255"/>
          </a:xfrm>
          <a:prstGeom prst="rect">
            <a:avLst/>
          </a:prstGeom>
        </p:spPr>
        <p:txBody>
          <a:bodyPr lIns="0" tIns="0" rIns="0" bIns="0">
            <a:noAutofit/>
          </a:bodyPr>
          <a:lstStyle>
            <a:lvl1pPr marL="0" indent="0">
              <a:buNone/>
              <a:defRPr sz="1800" b="0">
                <a:solidFill>
                  <a:schemeClr val="tx2"/>
                </a:solidFill>
              </a:defRPr>
            </a:lvl1pPr>
          </a:lstStyle>
          <a:p>
            <a:pPr lvl="0"/>
            <a:r>
              <a:rPr lang="en-US"/>
              <a:t>Click to add subtitle</a:t>
            </a:r>
          </a:p>
        </p:txBody>
      </p:sp>
      <p:sp>
        <p:nvSpPr>
          <p:cNvPr id="18" name="Title Placeholder 1">
            <a:extLst>
              <a:ext uri="{FF2B5EF4-FFF2-40B4-BE49-F238E27FC236}">
                <a16:creationId xmlns:a16="http://schemas.microsoft.com/office/drawing/2014/main" id="{A6B3ABAE-3971-4ECC-8E25-1E94617FBFBE}"/>
              </a:ext>
            </a:extLst>
          </p:cNvPr>
          <p:cNvSpPr>
            <a:spLocks noGrp="1"/>
          </p:cNvSpPr>
          <p:nvPr>
            <p:ph type="title" hasCustomPrompt="1"/>
          </p:nvPr>
        </p:nvSpPr>
        <p:spPr>
          <a:xfrm>
            <a:off x="463295" y="345992"/>
            <a:ext cx="11277600" cy="301044"/>
          </a:xfrm>
          <a:prstGeom prst="rect">
            <a:avLst/>
          </a:prstGeom>
        </p:spPr>
        <p:txBody>
          <a:bodyPr vert="horz" wrap="square" lIns="0" tIns="0" rIns="0" bIns="0" rtlCol="0" anchor="t" anchorCtr="0">
            <a:spAutoFit/>
          </a:bodyPr>
          <a:lstStyle>
            <a:lvl1pPr>
              <a:defRPr lang="en-US"/>
            </a:lvl1pPr>
          </a:lstStyle>
          <a:p>
            <a:pPr marL="0" marR="0" lvl="0" indent="0" defTabSz="1219170" fontAlgn="auto">
              <a:lnSpc>
                <a:spcPct val="80000"/>
              </a:lnSpc>
              <a:spcAft>
                <a:spcPts val="0"/>
              </a:spcAft>
              <a:buClrTx/>
              <a:buSzTx/>
              <a:buFontTx/>
              <a:tabLst/>
            </a:pPr>
            <a:r>
              <a:rPr lang="en-US"/>
              <a:t>Click to add title</a:t>
            </a:r>
          </a:p>
        </p:txBody>
      </p:sp>
      <p:sp>
        <p:nvSpPr>
          <p:cNvPr id="33" name="Rectangle 32">
            <a:extLst>
              <a:ext uri="{FF2B5EF4-FFF2-40B4-BE49-F238E27FC236}">
                <a16:creationId xmlns:a16="http://schemas.microsoft.com/office/drawing/2014/main" id="{9D3E3D5E-69E0-409C-B43B-3D03BAF8E640}"/>
              </a:ext>
            </a:extLst>
          </p:cNvPr>
          <p:cNvSpPr/>
          <p:nvPr userDrawn="1"/>
        </p:nvSpPr>
        <p:spPr>
          <a:xfrm>
            <a:off x="470343" y="1715425"/>
            <a:ext cx="54864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750"/>
              </a:spcAft>
            </a:pPr>
            <a:endParaRPr lang="en-US" sz="825" noProof="0">
              <a:solidFill>
                <a:schemeClr val="bg1"/>
              </a:solidFill>
            </a:endParaRPr>
          </a:p>
        </p:txBody>
      </p:sp>
      <p:sp>
        <p:nvSpPr>
          <p:cNvPr id="34" name="Rectangle 33">
            <a:extLst>
              <a:ext uri="{FF2B5EF4-FFF2-40B4-BE49-F238E27FC236}">
                <a16:creationId xmlns:a16="http://schemas.microsoft.com/office/drawing/2014/main" id="{8AC51DC9-50A0-4091-8F6F-9150D453B6B1}"/>
              </a:ext>
            </a:extLst>
          </p:cNvPr>
          <p:cNvSpPr/>
          <p:nvPr userDrawn="1"/>
        </p:nvSpPr>
        <p:spPr>
          <a:xfrm>
            <a:off x="6246196" y="1718774"/>
            <a:ext cx="54864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750"/>
              </a:spcAft>
            </a:pPr>
            <a:endParaRPr lang="en-US" sz="825" noProof="0">
              <a:solidFill>
                <a:schemeClr val="bg1"/>
              </a:solidFill>
            </a:endParaRPr>
          </a:p>
        </p:txBody>
      </p:sp>
      <p:sp>
        <p:nvSpPr>
          <p:cNvPr id="35" name="Rectangle 34">
            <a:extLst>
              <a:ext uri="{FF2B5EF4-FFF2-40B4-BE49-F238E27FC236}">
                <a16:creationId xmlns:a16="http://schemas.microsoft.com/office/drawing/2014/main" id="{A118D7C8-CEED-48A7-ADB2-7610B12C1B07}"/>
              </a:ext>
            </a:extLst>
          </p:cNvPr>
          <p:cNvSpPr/>
          <p:nvPr userDrawn="1"/>
        </p:nvSpPr>
        <p:spPr>
          <a:xfrm>
            <a:off x="470343" y="4126942"/>
            <a:ext cx="54864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750"/>
              </a:spcAft>
            </a:pPr>
            <a:endParaRPr lang="en-US" sz="825" noProof="0">
              <a:solidFill>
                <a:schemeClr val="bg1"/>
              </a:solidFill>
            </a:endParaRPr>
          </a:p>
        </p:txBody>
      </p:sp>
      <p:sp>
        <p:nvSpPr>
          <p:cNvPr id="36" name="Rectangle 35">
            <a:extLst>
              <a:ext uri="{FF2B5EF4-FFF2-40B4-BE49-F238E27FC236}">
                <a16:creationId xmlns:a16="http://schemas.microsoft.com/office/drawing/2014/main" id="{C7A403C2-4204-4E69-B696-73BE1FE1F740}"/>
              </a:ext>
            </a:extLst>
          </p:cNvPr>
          <p:cNvSpPr/>
          <p:nvPr userDrawn="1"/>
        </p:nvSpPr>
        <p:spPr>
          <a:xfrm>
            <a:off x="6246196" y="4130291"/>
            <a:ext cx="54864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750"/>
              </a:spcAft>
            </a:pPr>
            <a:endParaRPr lang="en-US" sz="825" noProof="0">
              <a:solidFill>
                <a:schemeClr val="bg1"/>
              </a:solidFill>
            </a:endParaRPr>
          </a:p>
        </p:txBody>
      </p:sp>
    </p:spTree>
    <p:extLst>
      <p:ext uri="{BB962C8B-B14F-4D97-AF65-F5344CB8AC3E}">
        <p14:creationId xmlns:p14="http://schemas.microsoft.com/office/powerpoint/2010/main" val="4180476666"/>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_CISCO_Title sub only">
    <p:spTree>
      <p:nvGrpSpPr>
        <p:cNvPr id="1" name=""/>
        <p:cNvGrpSpPr/>
        <p:nvPr/>
      </p:nvGrpSpPr>
      <p:grpSpPr>
        <a:xfrm>
          <a:off x="0" y="0"/>
          <a:ext cx="0" cy="0"/>
          <a:chOff x="0" y="0"/>
          <a:chExt cx="0" cy="0"/>
        </a:xfrm>
      </p:grpSpPr>
      <p:sp>
        <p:nvSpPr>
          <p:cNvPr id="4" name="Text Placeholder 8"/>
          <p:cNvSpPr>
            <a:spLocks noGrp="1"/>
          </p:cNvSpPr>
          <p:nvPr>
            <p:ph type="body" sz="quarter" idx="13" hasCustomPrompt="1"/>
          </p:nvPr>
        </p:nvSpPr>
        <p:spPr>
          <a:xfrm>
            <a:off x="469900" y="866940"/>
            <a:ext cx="11252200" cy="193899"/>
          </a:xfrm>
          <a:prstGeom prst="rect">
            <a:avLst/>
          </a:prstGeom>
        </p:spPr>
        <p:txBody>
          <a:bodyPr lIns="0" tIns="0" rIns="0" bIns="0" anchor="t" anchorCtr="0">
            <a:spAutoFit/>
          </a:bodyPr>
          <a:lstStyle>
            <a:lvl1pPr marL="0" indent="0">
              <a:lnSpc>
                <a:spcPct val="90000"/>
              </a:lnSpc>
              <a:spcBef>
                <a:spcPts val="0"/>
              </a:spcBef>
              <a:spcAft>
                <a:spcPts val="0"/>
              </a:spcAft>
              <a:buNone/>
              <a:defRPr sz="1400" b="0">
                <a:solidFill>
                  <a:srgbClr val="53565A"/>
                </a:solidFill>
                <a:latin typeface="+mn-lt"/>
                <a:ea typeface="Open Sans bold" panose="020B0806030504020204" pitchFamily="34" charset="0"/>
                <a:cs typeface="Open Sans bold" panose="020B0806030504020204" pitchFamily="34" charset="0"/>
              </a:defRPr>
            </a:lvl1pPr>
          </a:lstStyle>
          <a:p>
            <a:pPr lvl="0"/>
            <a:r>
              <a:rPr lang="en-US" noProof="0"/>
              <a:t>Click to add subtitle</a:t>
            </a:r>
          </a:p>
        </p:txBody>
      </p:sp>
      <p:sp>
        <p:nvSpPr>
          <p:cNvPr id="5" name="Title Placeholder 1"/>
          <p:cNvSpPr>
            <a:spLocks noGrp="1"/>
          </p:cNvSpPr>
          <p:nvPr>
            <p:ph type="title" hasCustomPrompt="1"/>
          </p:nvPr>
        </p:nvSpPr>
        <p:spPr>
          <a:xfrm>
            <a:off x="469900" y="423296"/>
            <a:ext cx="11252200" cy="387798"/>
          </a:xfrm>
          <a:prstGeom prst="rect">
            <a:avLst/>
          </a:prstGeom>
        </p:spPr>
        <p:txBody>
          <a:bodyPr vert="horz" lIns="0" tIns="0" rIns="0" bIns="0" rtlCol="0" anchor="t" anchorCtr="0">
            <a:spAutoFit/>
          </a:bodyPr>
          <a:lstStyle>
            <a:lvl1pPr>
              <a:lnSpc>
                <a:spcPct val="90000"/>
              </a:lnSpc>
              <a:spcBef>
                <a:spcPts val="0"/>
              </a:spcBef>
              <a:defRPr sz="2800" b="0" spc="-50" baseline="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r>
              <a:rPr lang="en-US" noProof="0"/>
              <a:t>Click to edit master title style</a:t>
            </a:r>
          </a:p>
        </p:txBody>
      </p:sp>
    </p:spTree>
    <p:extLst>
      <p:ext uri="{BB962C8B-B14F-4D97-AF65-F5344CB8AC3E}">
        <p14:creationId xmlns:p14="http://schemas.microsoft.com/office/powerpoint/2010/main" val="393992415"/>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SF_Title &amp; subtitle">
    <p:spTree>
      <p:nvGrpSpPr>
        <p:cNvPr id="1" name=""/>
        <p:cNvGrpSpPr/>
        <p:nvPr/>
      </p:nvGrpSpPr>
      <p:grpSpPr>
        <a:xfrm>
          <a:off x="0" y="0"/>
          <a:ext cx="0" cy="0"/>
          <a:chOff x="0" y="0"/>
          <a:chExt cx="0" cy="0"/>
        </a:xfrm>
      </p:grpSpPr>
      <p:sp>
        <p:nvSpPr>
          <p:cNvPr id="4" name="Text Placeholder 8"/>
          <p:cNvSpPr>
            <a:spLocks noGrp="1"/>
          </p:cNvSpPr>
          <p:nvPr>
            <p:ph type="body" sz="quarter" idx="13" hasCustomPrompt="1"/>
          </p:nvPr>
        </p:nvSpPr>
        <p:spPr>
          <a:xfrm>
            <a:off x="469900" y="815298"/>
            <a:ext cx="11252200" cy="184666"/>
          </a:xfrm>
          <a:prstGeom prst="rect">
            <a:avLst/>
          </a:prstGeom>
        </p:spPr>
        <p:txBody>
          <a:bodyPr vert="horz" lIns="0" tIns="0" rIns="0" bIns="0" anchor="t" anchorCtr="0">
            <a:spAutoFit/>
          </a:bodyPr>
          <a:lstStyle>
            <a:lvl1pPr marL="0" indent="0">
              <a:buNone/>
              <a:defRPr sz="1200" b="0">
                <a:solidFill>
                  <a:srgbClr val="575757"/>
                </a:solidFill>
              </a:defRPr>
            </a:lvl1pPr>
          </a:lstStyle>
          <a:p>
            <a:pPr lvl="0"/>
            <a:r>
              <a:rPr lang="en-US" noProof="0"/>
              <a:t>Click to add subtitle</a:t>
            </a:r>
          </a:p>
        </p:txBody>
      </p:sp>
      <p:sp>
        <p:nvSpPr>
          <p:cNvPr id="5" name="Title Placeholder 1"/>
          <p:cNvSpPr>
            <a:spLocks noGrp="1"/>
          </p:cNvSpPr>
          <p:nvPr>
            <p:ph type="title"/>
          </p:nvPr>
        </p:nvSpPr>
        <p:spPr>
          <a:xfrm>
            <a:off x="469900" y="402587"/>
            <a:ext cx="11252200" cy="369332"/>
          </a:xfrm>
          <a:prstGeom prst="rect">
            <a:avLst/>
          </a:prstGeom>
        </p:spPr>
        <p:txBody>
          <a:bodyPr vert="horz" lIns="0" tIns="0" rIns="0" bIns="0" rtlCol="0" anchor="t" anchorCtr="0">
            <a:spAutoFit/>
          </a:bodyPr>
          <a:lstStyle>
            <a:lvl1pPr>
              <a:defRPr sz="2400"/>
            </a:lvl1pPr>
          </a:lstStyle>
          <a:p>
            <a:r>
              <a:rPr lang="en-US" noProof="0"/>
              <a:t>Click to edit Master title style</a:t>
            </a:r>
          </a:p>
        </p:txBody>
      </p:sp>
    </p:spTree>
    <p:extLst>
      <p:ext uri="{BB962C8B-B14F-4D97-AF65-F5344CB8AC3E}">
        <p14:creationId xmlns:p14="http://schemas.microsoft.com/office/powerpoint/2010/main" val="2600640034"/>
      </p:ext>
    </p:extLst>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_Title &amp; subtitle">
    <p:spTree>
      <p:nvGrpSpPr>
        <p:cNvPr id="1" name=""/>
        <p:cNvGrpSpPr/>
        <p:nvPr/>
      </p:nvGrpSpPr>
      <p:grpSpPr>
        <a:xfrm>
          <a:off x="0" y="0"/>
          <a:ext cx="0" cy="0"/>
          <a:chOff x="0" y="0"/>
          <a:chExt cx="0" cy="0"/>
        </a:xfrm>
      </p:grpSpPr>
      <p:sp>
        <p:nvSpPr>
          <p:cNvPr id="4"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5"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3100808784"/>
      </p:ext>
    </p:extLst>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34E993-87A3-655A-B405-6F89C1A3412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0EA3066-D106-BDB1-C4A7-F2DF49DE058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7656ECC-C7FA-CBE8-6D4B-3B7576C67369}"/>
              </a:ext>
            </a:extLst>
          </p:cNvPr>
          <p:cNvSpPr>
            <a:spLocks noGrp="1"/>
          </p:cNvSpPr>
          <p:nvPr>
            <p:ph type="dt" sz="half" idx="10"/>
          </p:nvPr>
        </p:nvSpPr>
        <p:spPr/>
        <p:txBody>
          <a:bodyPr/>
          <a:lstStyle/>
          <a:p>
            <a:fld id="{426EA19B-54A1-48ED-A6E8-2B7267B25698}" type="datetimeFigureOut">
              <a:rPr lang="en-US" smtClean="0"/>
              <a:t>1/7/2026</a:t>
            </a:fld>
            <a:endParaRPr lang="en-US"/>
          </a:p>
        </p:txBody>
      </p:sp>
      <p:sp>
        <p:nvSpPr>
          <p:cNvPr id="5" name="Footer Placeholder 4">
            <a:extLst>
              <a:ext uri="{FF2B5EF4-FFF2-40B4-BE49-F238E27FC236}">
                <a16:creationId xmlns:a16="http://schemas.microsoft.com/office/drawing/2014/main" id="{C197485C-1DD2-C2D2-FFEB-C6A71BB8803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929552A-1909-F266-EE88-70E1D5A4D9A3}"/>
              </a:ext>
            </a:extLst>
          </p:cNvPr>
          <p:cNvSpPr>
            <a:spLocks noGrp="1"/>
          </p:cNvSpPr>
          <p:nvPr>
            <p:ph type="sldNum" sz="quarter" idx="12"/>
          </p:nvPr>
        </p:nvSpPr>
        <p:spPr/>
        <p:txBody>
          <a:bodyPr/>
          <a:lstStyle/>
          <a:p>
            <a:fld id="{7105840D-7094-4936-BE3A-ECCEE7986412}" type="slidenum">
              <a:rPr lang="en-US" smtClean="0"/>
              <a:t>‹#›</a:t>
            </a:fld>
            <a:endParaRPr lang="en-US"/>
          </a:p>
        </p:txBody>
      </p:sp>
    </p:spTree>
    <p:extLst>
      <p:ext uri="{BB962C8B-B14F-4D97-AF65-F5344CB8AC3E}">
        <p14:creationId xmlns:p14="http://schemas.microsoft.com/office/powerpoint/2010/main" val="35993767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4_Title Only">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99C95D0-169E-461D-8A36-F36A2D650550}"/>
              </a:ext>
            </a:extLst>
          </p:cNvPr>
          <p:cNvSpPr>
            <a:spLocks noGrp="1"/>
          </p:cNvSpPr>
          <p:nvPr>
            <p:ph type="title"/>
          </p:nvPr>
        </p:nvSpPr>
        <p:spPr>
          <a:xfrm>
            <a:off x="501651" y="423832"/>
            <a:ext cx="11188700" cy="334099"/>
          </a:xfrm>
        </p:spPr>
        <p:txBody>
          <a:bodyPr/>
          <a:lstStyle>
            <a:lvl1pPr>
              <a:defRPr sz="2400">
                <a:latin typeface="Open Sans Light" panose="020B0306030504020204" pitchFamily="34" charset="0"/>
                <a:ea typeface="Open Sans Light" panose="020B0306030504020204" pitchFamily="34" charset="0"/>
                <a:cs typeface="Open Sans Light" panose="020B0306030504020204" pitchFamily="34" charset="0"/>
              </a:defRPr>
            </a:lvl1pPr>
          </a:lstStyle>
          <a:p>
            <a:r>
              <a:rPr lang="en-US" noProof="0"/>
              <a:t>Click to edit Master title style</a:t>
            </a:r>
          </a:p>
        </p:txBody>
      </p:sp>
      <p:sp>
        <p:nvSpPr>
          <p:cNvPr id="5" name="Text Placeholder 8">
            <a:extLst>
              <a:ext uri="{FF2B5EF4-FFF2-40B4-BE49-F238E27FC236}">
                <a16:creationId xmlns:a16="http://schemas.microsoft.com/office/drawing/2014/main" id="{FE8A48AD-3964-4E2F-84E5-10B01376CE0A}"/>
              </a:ext>
            </a:extLst>
          </p:cNvPr>
          <p:cNvSpPr>
            <a:spLocks noGrp="1"/>
          </p:cNvSpPr>
          <p:nvPr>
            <p:ph type="body" sz="quarter" idx="13" hasCustomPrompt="1"/>
          </p:nvPr>
        </p:nvSpPr>
        <p:spPr>
          <a:xfrm>
            <a:off x="501650" y="757931"/>
            <a:ext cx="11188700" cy="334100"/>
          </a:xfrm>
          <a:prstGeom prst="rect">
            <a:avLst/>
          </a:prstGeom>
        </p:spPr>
        <p:txBody>
          <a:bodyPr lIns="0" tIns="0" rIns="0" bIns="0">
            <a:noAutofit/>
          </a:bodyPr>
          <a:lstStyle>
            <a:lvl1pPr marL="0" indent="0">
              <a:buNone/>
              <a:defRPr sz="1800" b="0">
                <a:solidFill>
                  <a:schemeClr val="tx2"/>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pPr lvl="0"/>
            <a:r>
              <a:rPr lang="en-US" noProof="0"/>
              <a:t>Click to add subtitle</a:t>
            </a:r>
          </a:p>
        </p:txBody>
      </p:sp>
    </p:spTree>
    <p:extLst>
      <p:ext uri="{BB962C8B-B14F-4D97-AF65-F5344CB8AC3E}">
        <p14:creationId xmlns:p14="http://schemas.microsoft.com/office/powerpoint/2010/main" val="552428179"/>
      </p:ext>
    </p:extLst>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2_Title &amp; subtitle">
    <p:spTree>
      <p:nvGrpSpPr>
        <p:cNvPr id="1" name=""/>
        <p:cNvGrpSpPr/>
        <p:nvPr/>
      </p:nvGrpSpPr>
      <p:grpSpPr>
        <a:xfrm>
          <a:off x="0" y="0"/>
          <a:ext cx="0" cy="0"/>
          <a:chOff x="0" y="0"/>
          <a:chExt cx="0" cy="0"/>
        </a:xfrm>
      </p:grpSpPr>
      <p:sp>
        <p:nvSpPr>
          <p:cNvPr id="6" name="Text Placeholder 8">
            <a:extLst>
              <a:ext uri="{FF2B5EF4-FFF2-40B4-BE49-F238E27FC236}">
                <a16:creationId xmlns:a16="http://schemas.microsoft.com/office/drawing/2014/main" id="{8D89C7E6-37F5-4005-B8BE-658A5ADDE295}"/>
              </a:ext>
            </a:extLst>
          </p:cNvPr>
          <p:cNvSpPr>
            <a:spLocks noGrp="1"/>
          </p:cNvSpPr>
          <p:nvPr>
            <p:ph type="body" sz="quarter" idx="22" hasCustomPrompt="1"/>
          </p:nvPr>
        </p:nvSpPr>
        <p:spPr>
          <a:xfrm>
            <a:off x="457200" y="865515"/>
            <a:ext cx="11277600" cy="215444"/>
          </a:xfrm>
          <a:prstGeom prst="rect">
            <a:avLst/>
          </a:prstGeom>
        </p:spPr>
        <p:txBody>
          <a:bodyPr lIns="0" tIns="0" rIns="0" bIns="0">
            <a:spAutoFit/>
          </a:bodyPr>
          <a:lstStyle>
            <a:lvl1pPr marL="0" indent="0">
              <a:spcBef>
                <a:spcPts val="0"/>
              </a:spcBef>
              <a:spcAft>
                <a:spcPts val="0"/>
              </a:spcAft>
              <a:buNone/>
              <a:defRPr sz="1400" b="0">
                <a:solidFill>
                  <a:srgbClr val="53565A"/>
                </a:solidFill>
              </a:defRPr>
            </a:lvl1pPr>
          </a:lstStyle>
          <a:p>
            <a:pPr lvl="0"/>
            <a:r>
              <a:rPr lang="en-US"/>
              <a:t>Click to add subtitle</a:t>
            </a:r>
          </a:p>
        </p:txBody>
      </p:sp>
      <p:sp>
        <p:nvSpPr>
          <p:cNvPr id="7" name="Title Placeholder 1">
            <a:extLst>
              <a:ext uri="{FF2B5EF4-FFF2-40B4-BE49-F238E27FC236}">
                <a16:creationId xmlns:a16="http://schemas.microsoft.com/office/drawing/2014/main" id="{0FA13130-E22F-4F71-97DB-A64E7A175EC6}"/>
              </a:ext>
            </a:extLst>
          </p:cNvPr>
          <p:cNvSpPr>
            <a:spLocks noGrp="1"/>
          </p:cNvSpPr>
          <p:nvPr>
            <p:ph type="title" hasCustomPrompt="1"/>
          </p:nvPr>
        </p:nvSpPr>
        <p:spPr>
          <a:xfrm>
            <a:off x="457200" y="399982"/>
            <a:ext cx="11277600" cy="430887"/>
          </a:xfrm>
          <a:prstGeom prst="rect">
            <a:avLst/>
          </a:prstGeom>
        </p:spPr>
        <p:txBody>
          <a:bodyPr vert="horz" lIns="0" tIns="0" rIns="0" bIns="0" rtlCol="0" anchor="t" anchorCtr="0">
            <a:spAutoFit/>
          </a:bodyPr>
          <a:lstStyle>
            <a:lvl1pPr>
              <a:spcBef>
                <a:spcPts val="0"/>
              </a:spcBef>
              <a:spcAft>
                <a:spcPts val="0"/>
              </a:spcAft>
              <a:defRPr sz="2800">
                <a:latin typeface="+mj-lt"/>
              </a:defRPr>
            </a:lvl1pPr>
          </a:lstStyle>
          <a:p>
            <a:r>
              <a:rPr lang="en-US"/>
              <a:t>Click to add title</a:t>
            </a:r>
          </a:p>
        </p:txBody>
      </p:sp>
    </p:spTree>
    <p:extLst>
      <p:ext uri="{BB962C8B-B14F-4D97-AF65-F5344CB8AC3E}">
        <p14:creationId xmlns:p14="http://schemas.microsoft.com/office/powerpoint/2010/main" val="2319298791"/>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Standard headline 1">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5BDC220-FDA0-41D7-98BA-BB440BC4A90B}"/>
              </a:ext>
            </a:extLst>
          </p:cNvPr>
          <p:cNvSpPr/>
          <p:nvPr userDrawn="1"/>
        </p:nvSpPr>
        <p:spPr bwMode="gray">
          <a:xfrm>
            <a:off x="11568701" y="6482993"/>
            <a:ext cx="503434" cy="375007"/>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7" name="Text Placeholder 8">
            <a:extLst>
              <a:ext uri="{FF2B5EF4-FFF2-40B4-BE49-F238E27FC236}">
                <a16:creationId xmlns:a16="http://schemas.microsoft.com/office/drawing/2014/main" id="{64DC2670-5D11-4421-8167-B380A667E4E1}"/>
              </a:ext>
            </a:extLst>
          </p:cNvPr>
          <p:cNvSpPr>
            <a:spLocks noGrp="1"/>
          </p:cNvSpPr>
          <p:nvPr>
            <p:ph type="body" sz="quarter" idx="13" hasCustomPrompt="1"/>
          </p:nvPr>
        </p:nvSpPr>
        <p:spPr>
          <a:xfrm>
            <a:off x="551688" y="684903"/>
            <a:ext cx="11390734" cy="454080"/>
          </a:xfrm>
          <a:prstGeom prst="rect">
            <a:avLst/>
          </a:prstGeom>
        </p:spPr>
        <p:txBody>
          <a:bodyPr lIns="0" tIns="0" rIns="0" bIns="0">
            <a:noAutofit/>
          </a:bodyPr>
          <a:lstStyle>
            <a:lvl1pPr marL="0" indent="0" algn="l" defTabSz="914400" rtl="0" eaLnBrk="1" latinLnBrk="0" hangingPunct="1">
              <a:spcBef>
                <a:spcPts val="200"/>
              </a:spcBef>
              <a:buSzPct val="100000"/>
              <a:buNone/>
              <a:defRPr lang="en-US" sz="1200" kern="1200" noProof="0" dirty="0">
                <a:solidFill>
                  <a:schemeClr val="accent6"/>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pPr lvl="0"/>
            <a:r>
              <a:rPr lang="en-US" noProof="0"/>
              <a:t>Click to add subtitle</a:t>
            </a:r>
          </a:p>
        </p:txBody>
      </p:sp>
      <p:sp>
        <p:nvSpPr>
          <p:cNvPr id="18" name="Title Placeholder 1">
            <a:extLst>
              <a:ext uri="{FF2B5EF4-FFF2-40B4-BE49-F238E27FC236}">
                <a16:creationId xmlns:a16="http://schemas.microsoft.com/office/drawing/2014/main" id="{A791C14F-ED57-4012-8301-39F6E6B9EEC6}"/>
              </a:ext>
            </a:extLst>
          </p:cNvPr>
          <p:cNvSpPr>
            <a:spLocks noGrp="1"/>
          </p:cNvSpPr>
          <p:nvPr>
            <p:ph type="title" hasCustomPrompt="1"/>
          </p:nvPr>
        </p:nvSpPr>
        <p:spPr>
          <a:xfrm>
            <a:off x="551688" y="238607"/>
            <a:ext cx="11390734" cy="365760"/>
          </a:xfrm>
          <a:prstGeom prst="rect">
            <a:avLst/>
          </a:prstGeom>
        </p:spPr>
        <p:txBody>
          <a:bodyPr vert="horz" lIns="0" tIns="0" rIns="0" bIns="0" rtlCol="0" anchor="t" anchorCtr="0">
            <a:noAutofit/>
          </a:bodyPr>
          <a:lstStyle>
            <a:lvl1pPr marL="0" algn="l" defTabSz="1219170" rtl="0" eaLnBrk="1" latinLnBrk="0" hangingPunct="1">
              <a:spcBef>
                <a:spcPct val="0"/>
              </a:spcBef>
              <a:buNone/>
              <a:defRPr lang="en-US" sz="2400" b="1" i="0" kern="1200" noProof="0" dirty="0">
                <a:solidFill>
                  <a:schemeClr val="tx1">
                    <a:lumMod val="85000"/>
                    <a:lumOff val="15000"/>
                  </a:schemeClr>
                </a:solidFill>
                <a:latin typeface="Open Sans" panose="020B0606030504020204" pitchFamily="34" charset="0"/>
                <a:ea typeface="Open Sans" panose="020B0606030504020204" pitchFamily="34" charset="0"/>
                <a:cs typeface="Open Sans" panose="020B0606030504020204" pitchFamily="34" charset="0"/>
              </a:defRPr>
            </a:lvl1pPr>
          </a:lstStyle>
          <a:p>
            <a:r>
              <a:rPr lang="en-US" noProof="0"/>
              <a:t>Click to add title</a:t>
            </a:r>
          </a:p>
        </p:txBody>
      </p:sp>
      <p:sp>
        <p:nvSpPr>
          <p:cNvPr id="3" name="object 42">
            <a:extLst>
              <a:ext uri="{FF2B5EF4-FFF2-40B4-BE49-F238E27FC236}">
                <a16:creationId xmlns:a16="http://schemas.microsoft.com/office/drawing/2014/main" id="{9C70F9DE-2234-4086-6DAB-A9BCDC21F600}"/>
              </a:ext>
            </a:extLst>
          </p:cNvPr>
          <p:cNvSpPr txBox="1">
            <a:spLocks noGrp="1"/>
          </p:cNvSpPr>
          <p:nvPr>
            <p:ph type="sldNum" sz="quarter" idx="4"/>
          </p:nvPr>
        </p:nvSpPr>
        <p:spPr>
          <a:xfrm>
            <a:off x="431800" y="6429080"/>
            <a:ext cx="3314065" cy="128240"/>
          </a:xfrm>
          <a:prstGeom prst="rect">
            <a:avLst/>
          </a:prstGeom>
        </p:spPr>
        <p:txBody>
          <a:bodyPr vert="horz" wrap="square" lIns="0" tIns="20320" rIns="0" bIns="0" rtlCol="0">
            <a:spAutoFit/>
          </a:bodyPr>
          <a:lstStyle>
            <a:lvl1pPr>
              <a:defRPr sz="700" b="0" i="0">
                <a:latin typeface="Open Sans Light" panose="020B0306030504020204" pitchFamily="34" charset="0"/>
                <a:ea typeface="Open Sans Light" panose="020B0306030504020204" pitchFamily="34" charset="0"/>
                <a:cs typeface="Open Sans Light" panose="020B0306030504020204" pitchFamily="34" charset="0"/>
              </a:defRPr>
            </a:lvl1pPr>
          </a:lstStyle>
          <a:p>
            <a:pPr marL="38100">
              <a:spcBef>
                <a:spcPts val="160"/>
              </a:spcBef>
            </a:pPr>
            <a:r>
              <a:rPr lang="en-US"/>
              <a:t>Copyright</a:t>
            </a:r>
            <a:r>
              <a:rPr lang="en-US" spc="-25"/>
              <a:t> </a:t>
            </a:r>
            <a:r>
              <a:rPr lang="en-US"/>
              <a:t>©</a:t>
            </a:r>
            <a:r>
              <a:rPr lang="en-US" spc="-15"/>
              <a:t> </a:t>
            </a:r>
            <a:r>
              <a:rPr lang="en-US"/>
              <a:t>2025</a:t>
            </a:r>
            <a:r>
              <a:rPr lang="en-US" spc="15"/>
              <a:t> </a:t>
            </a:r>
            <a:r>
              <a:rPr lang="en-US"/>
              <a:t>Deloitte</a:t>
            </a:r>
            <a:r>
              <a:rPr lang="en-US" spc="-20"/>
              <a:t> </a:t>
            </a:r>
            <a:r>
              <a:rPr lang="en-US"/>
              <a:t>Development</a:t>
            </a:r>
            <a:r>
              <a:rPr lang="en-US" spc="-25"/>
              <a:t> </a:t>
            </a:r>
            <a:r>
              <a:rPr lang="en-US"/>
              <a:t>LLC.</a:t>
            </a:r>
            <a:r>
              <a:rPr lang="en-US" spc="-25"/>
              <a:t> </a:t>
            </a:r>
            <a:r>
              <a:rPr lang="en-US"/>
              <a:t>All</a:t>
            </a:r>
            <a:r>
              <a:rPr lang="en-US" spc="-5"/>
              <a:t> </a:t>
            </a:r>
            <a:r>
              <a:rPr lang="en-US"/>
              <a:t>rights</a:t>
            </a:r>
            <a:r>
              <a:rPr lang="en-US" spc="-25"/>
              <a:t> </a:t>
            </a:r>
            <a:r>
              <a:rPr lang="en-US" spc="-10"/>
              <a:t>reserved.</a:t>
            </a:r>
          </a:p>
        </p:txBody>
      </p:sp>
      <p:sp>
        <p:nvSpPr>
          <p:cNvPr id="4" name="TextBox 3">
            <a:extLst>
              <a:ext uri="{FF2B5EF4-FFF2-40B4-BE49-F238E27FC236}">
                <a16:creationId xmlns:a16="http://schemas.microsoft.com/office/drawing/2014/main" id="{759F983C-427D-1213-C50E-FE77F0FF86EC}"/>
              </a:ext>
            </a:extLst>
          </p:cNvPr>
          <p:cNvSpPr txBox="1"/>
          <p:nvPr userDrawn="1"/>
        </p:nvSpPr>
        <p:spPr>
          <a:xfrm>
            <a:off x="11410953" y="6477000"/>
            <a:ext cx="307975" cy="107722"/>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700" b="0" i="0" noProof="0" smtClean="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pPr marL="0" indent="0" algn="r">
                <a:spcBef>
                  <a:spcPts val="800"/>
                </a:spcBef>
                <a:buSzPct val="100000"/>
                <a:buFont typeface="Arial"/>
                <a:buNone/>
              </a:pPr>
              <a:t>‹#›</a:t>
            </a:fld>
            <a:endParaRPr lang="en-US" sz="650" b="0" i="0" noProof="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endParaRPr>
          </a:p>
        </p:txBody>
      </p:sp>
    </p:spTree>
    <p:extLst>
      <p:ext uri="{BB962C8B-B14F-4D97-AF65-F5344CB8AC3E}">
        <p14:creationId xmlns:p14="http://schemas.microsoft.com/office/powerpoint/2010/main" val="1268974422"/>
      </p:ext>
    </p:extLst>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1_Custom Layou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4441750-05D6-7B4F-B591-8A1D9D7C986B}"/>
              </a:ext>
            </a:extLst>
          </p:cNvPr>
          <p:cNvSpPr/>
          <p:nvPr userDrawn="1"/>
        </p:nvSpPr>
        <p:spPr bwMode="gray">
          <a:xfrm>
            <a:off x="0" y="0"/>
            <a:ext cx="12192000" cy="6858000"/>
          </a:xfrm>
          <a:prstGeom prst="rect">
            <a:avLst/>
          </a:prstGeom>
          <a:solidFill>
            <a:srgbClr val="005587"/>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pic>
        <p:nvPicPr>
          <p:cNvPr id="6" name="Picture 5">
            <a:extLst>
              <a:ext uri="{FF2B5EF4-FFF2-40B4-BE49-F238E27FC236}">
                <a16:creationId xmlns:a16="http://schemas.microsoft.com/office/drawing/2014/main" id="{FC30B909-0F58-4040-81A7-03A8A997502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140" t="18471" r="31647"/>
          <a:stretch/>
        </p:blipFill>
        <p:spPr>
          <a:xfrm>
            <a:off x="6253263" y="0"/>
            <a:ext cx="5938738" cy="6858000"/>
          </a:xfrm>
          <a:prstGeom prst="rect">
            <a:avLst/>
          </a:prstGeom>
        </p:spPr>
      </p:pic>
      <p:sp>
        <p:nvSpPr>
          <p:cNvPr id="3" name="Title Placeholder 1">
            <a:extLst>
              <a:ext uri="{FF2B5EF4-FFF2-40B4-BE49-F238E27FC236}">
                <a16:creationId xmlns:a16="http://schemas.microsoft.com/office/drawing/2014/main" id="{80520FDF-009E-D941-8AD7-91809FE6151C}"/>
              </a:ext>
            </a:extLst>
          </p:cNvPr>
          <p:cNvSpPr>
            <a:spLocks noGrp="1"/>
          </p:cNvSpPr>
          <p:nvPr>
            <p:ph type="title" hasCustomPrompt="1"/>
          </p:nvPr>
        </p:nvSpPr>
        <p:spPr>
          <a:xfrm>
            <a:off x="551688" y="1581632"/>
            <a:ext cx="3620262" cy="3276118"/>
          </a:xfrm>
          <a:prstGeom prst="rect">
            <a:avLst/>
          </a:prstGeom>
        </p:spPr>
        <p:txBody>
          <a:bodyPr vert="horz" lIns="0" tIns="0" rIns="0" bIns="0" rtlCol="0" anchor="t" anchorCtr="0">
            <a:noAutofit/>
          </a:bodyPr>
          <a:lstStyle>
            <a:lvl1pPr marL="0" algn="l" defTabSz="1219170" rtl="0" eaLnBrk="1" latinLnBrk="0" hangingPunct="1">
              <a:spcBef>
                <a:spcPct val="0"/>
              </a:spcBef>
              <a:buNone/>
              <a:defRPr lang="en-US" sz="4800" b="0" i="0" kern="1200" noProof="0" dirty="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r>
              <a:rPr lang="en-US" noProof="0"/>
              <a:t>Click to add title</a:t>
            </a:r>
          </a:p>
        </p:txBody>
      </p:sp>
    </p:spTree>
    <p:extLst>
      <p:ext uri="{BB962C8B-B14F-4D97-AF65-F5344CB8AC3E}">
        <p14:creationId xmlns:p14="http://schemas.microsoft.com/office/powerpoint/2010/main" val="691469687"/>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1_Multi-us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82050" y="490254"/>
            <a:ext cx="11208045" cy="733316"/>
          </a:xfrm>
          <a:prstGeom prst="rect">
            <a:avLst/>
          </a:prstGeom>
        </p:spPr>
        <p:txBody>
          <a:bodyPr anchor="ctr" anchorCtr="0">
            <a:normAutofit/>
          </a:bodyPr>
          <a:lstStyle>
            <a:lvl1pPr marL="0" indent="0" algn="l" defTabSz="914400" rtl="0" eaLnBrk="1" latinLnBrk="0" hangingPunct="1">
              <a:lnSpc>
                <a:spcPct val="90000"/>
              </a:lnSpc>
              <a:spcBef>
                <a:spcPts val="1000"/>
              </a:spcBef>
              <a:buFont typeface="Arial" panose="020B0604020202020204" pitchFamily="34" charset="0"/>
              <a:defRPr lang="en-US" sz="3200" b="0" i="0" kern="1200" dirty="0">
                <a:solidFill>
                  <a:schemeClr val="tx1"/>
                </a:solidFill>
                <a:latin typeface="Helvetica Neue Light"/>
                <a:ea typeface="Helvetica Neue Light"/>
                <a:cs typeface="Helvetica Neue Light"/>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t>Add Your Title Here (Multi-use)</a:t>
            </a:r>
          </a:p>
        </p:txBody>
      </p:sp>
      <p:sp>
        <p:nvSpPr>
          <p:cNvPr id="5" name="Slide Number Placeholder 5">
            <a:extLst>
              <a:ext uri="{FF2B5EF4-FFF2-40B4-BE49-F238E27FC236}">
                <a16:creationId xmlns:a16="http://schemas.microsoft.com/office/drawing/2014/main" id="{BC461B7F-D0D0-4DF6-BA5F-50C15CB35EF7}"/>
              </a:ext>
            </a:extLst>
          </p:cNvPr>
          <p:cNvSpPr>
            <a:spLocks noGrp="1"/>
          </p:cNvSpPr>
          <p:nvPr>
            <p:ph type="sldNum" sz="quarter" idx="4"/>
          </p:nvPr>
        </p:nvSpPr>
        <p:spPr>
          <a:xfrm>
            <a:off x="11584306" y="6601999"/>
            <a:ext cx="342900" cy="215444"/>
          </a:xfrm>
          <a:prstGeom prst="rect">
            <a:avLst/>
          </a:prstGeom>
        </p:spPr>
        <p:txBody>
          <a:bodyPr anchor="b" anchorCtr="0">
            <a:spAutoFit/>
          </a:bodyPr>
          <a:lstStyle>
            <a:lvl1pPr algn="r">
              <a:defRPr lang="en-US" sz="800" b="0" i="0" kern="1200" smtClean="0">
                <a:solidFill>
                  <a:schemeClr val="bg1"/>
                </a:solidFill>
                <a:effectLst/>
                <a:latin typeface="+mj-lt"/>
                <a:ea typeface="Gill Sans" charset="0"/>
                <a:cs typeface="Gill Sans"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9A68FE36-BDA6-4A87-8648-115964FC2835}" type="slidenum">
              <a:rPr kumimoji="0" lang="en-US" sz="800" b="0" i="0" u="none" strike="noStrike" kern="1200" cap="none" spc="0" normalizeH="0" baseline="0" noProof="0" smtClean="0">
                <a:ln>
                  <a:noFill/>
                </a:ln>
                <a:solidFill>
                  <a:srgbClr val="F5F5F5"/>
                </a:solidFill>
                <a:effectLst/>
                <a:uLnTx/>
                <a:uFillTx/>
                <a:latin typeface="Arial"/>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5F5F5"/>
              </a:solidFill>
              <a:effectLst/>
              <a:uLnTx/>
              <a:uFillTx/>
              <a:latin typeface="Arial"/>
            </a:endParaRPr>
          </a:p>
        </p:txBody>
      </p:sp>
      <p:sp>
        <p:nvSpPr>
          <p:cNvPr id="7" name="Footer Placeholder 3">
            <a:extLst>
              <a:ext uri="{FF2B5EF4-FFF2-40B4-BE49-F238E27FC236}">
                <a16:creationId xmlns:a16="http://schemas.microsoft.com/office/drawing/2014/main" id="{818DE370-8E90-420A-82E3-7A1744549D15}"/>
              </a:ext>
            </a:extLst>
          </p:cNvPr>
          <p:cNvSpPr>
            <a:spLocks noGrp="1"/>
          </p:cNvSpPr>
          <p:nvPr>
            <p:ph type="ftr" sz="quarter" idx="11"/>
          </p:nvPr>
        </p:nvSpPr>
        <p:spPr>
          <a:xfrm>
            <a:off x="3128682" y="6360891"/>
            <a:ext cx="5934636" cy="365125"/>
          </a:xfrm>
        </p:spPr>
        <p:txBody>
          <a:bodyPr/>
          <a:lstStyle/>
          <a:p>
            <a:pPr algn="ctr">
              <a:lnSpc>
                <a:spcPct val="90000"/>
              </a:lnSpc>
              <a:spcBef>
                <a:spcPts val="1000"/>
              </a:spcBef>
            </a:pPr>
            <a:r>
              <a:rPr lang="en-US"/>
              <a:t>Confidential &amp; Proprietary – Not for Distribution</a:t>
            </a:r>
          </a:p>
        </p:txBody>
      </p:sp>
    </p:spTree>
    <p:extLst>
      <p:ext uri="{BB962C8B-B14F-4D97-AF65-F5344CB8AC3E}">
        <p14:creationId xmlns:p14="http://schemas.microsoft.com/office/powerpoint/2010/main" val="1690411390"/>
      </p:ext>
    </p:extLst>
  </p:cSld>
  <p:clrMapOvr>
    <a:masterClrMapping/>
  </p:clrMapOvr>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Title &amp; Chapter Only">
    <p:spTree>
      <p:nvGrpSpPr>
        <p:cNvPr id="1" name=""/>
        <p:cNvGrpSpPr/>
        <p:nvPr/>
      </p:nvGrpSpPr>
      <p:grpSpPr>
        <a:xfrm>
          <a:off x="0" y="0"/>
          <a:ext cx="0" cy="0"/>
          <a:chOff x="0" y="0"/>
          <a:chExt cx="0" cy="0"/>
        </a:xfrm>
      </p:grpSpPr>
      <p:sp>
        <p:nvSpPr>
          <p:cNvPr id="4" name="Title Placeholder 1">
            <a:extLst>
              <a:ext uri="{FF2B5EF4-FFF2-40B4-BE49-F238E27FC236}">
                <a16:creationId xmlns:a16="http://schemas.microsoft.com/office/drawing/2014/main" id="{F79D3799-9A6C-45EE-B3ED-0F77AAB658E9}"/>
              </a:ext>
            </a:extLst>
          </p:cNvPr>
          <p:cNvSpPr>
            <a:spLocks noGrp="1"/>
          </p:cNvSpPr>
          <p:nvPr>
            <p:ph type="title" hasCustomPrompt="1"/>
          </p:nvPr>
        </p:nvSpPr>
        <p:spPr>
          <a:xfrm>
            <a:off x="501651" y="389221"/>
            <a:ext cx="11188700" cy="309820"/>
          </a:xfrm>
          <a:prstGeom prst="rect">
            <a:avLst/>
          </a:prstGeom>
        </p:spPr>
        <p:txBody>
          <a:bodyPr vert="horz" lIns="0" tIns="0" rIns="0" bIns="0" rtlCol="0" anchor="t" anchorCtr="0">
            <a:noAutofit/>
          </a:bodyPr>
          <a:lstStyle>
            <a:lvl1pPr>
              <a:defRPr>
                <a:latin typeface="+mj-lt"/>
              </a:defRPr>
            </a:lvl1pPr>
          </a:lstStyle>
          <a:p>
            <a:r>
              <a:rPr lang="en-US"/>
              <a:t>Click to add title</a:t>
            </a:r>
          </a:p>
        </p:txBody>
      </p:sp>
      <p:sp>
        <p:nvSpPr>
          <p:cNvPr id="2" name="Text Placeholder 6">
            <a:extLst>
              <a:ext uri="{FF2B5EF4-FFF2-40B4-BE49-F238E27FC236}">
                <a16:creationId xmlns:a16="http://schemas.microsoft.com/office/drawing/2014/main" id="{F2FA71DF-9A3C-9734-7B6B-CB064C54D9F6}"/>
              </a:ext>
            </a:extLst>
          </p:cNvPr>
          <p:cNvSpPr>
            <a:spLocks noGrp="1"/>
          </p:cNvSpPr>
          <p:nvPr>
            <p:ph type="body" sz="quarter" idx="12" hasCustomPrompt="1"/>
          </p:nvPr>
        </p:nvSpPr>
        <p:spPr>
          <a:xfrm>
            <a:off x="501649" y="157148"/>
            <a:ext cx="5669280" cy="232073"/>
          </a:xfrm>
          <a:prstGeom prst="rect">
            <a:avLst/>
          </a:prstGeom>
          <a:ln>
            <a:noFill/>
          </a:ln>
        </p:spPr>
        <p:txBody>
          <a:bodyPr lIns="0" tIns="0" rIns="0" bIns="0" anchor="ctr">
            <a:normAutofit/>
          </a:bodyPr>
          <a:lstStyle>
            <a:lvl1pPr marL="0" indent="0">
              <a:lnSpc>
                <a:spcPct val="100000"/>
              </a:lnSpc>
              <a:spcBef>
                <a:spcPts val="0"/>
              </a:spcBef>
              <a:buNone/>
              <a:defRPr sz="1000" b="1" i="0" spc="100" baseline="0">
                <a:solidFill>
                  <a:schemeClr val="bg1">
                    <a:lumMod val="65000"/>
                  </a:schemeClr>
                </a:solidFill>
                <a:latin typeface="+mn-lt"/>
                <a:ea typeface="Open Sans" panose="020B0606030504020204" pitchFamily="34" charset="0"/>
                <a:cs typeface="Open Sans" panose="020B0606030504020204" pitchFamily="34" charset="0"/>
              </a:defRPr>
            </a:lvl1pPr>
          </a:lstStyle>
          <a:p>
            <a:pPr lvl="0"/>
            <a:r>
              <a:rPr lang="en-US"/>
              <a:t>CHAPTER TITLE</a:t>
            </a:r>
          </a:p>
        </p:txBody>
      </p:sp>
    </p:spTree>
    <p:extLst>
      <p:ext uri="{BB962C8B-B14F-4D97-AF65-F5344CB8AC3E}">
        <p14:creationId xmlns:p14="http://schemas.microsoft.com/office/powerpoint/2010/main" val="391937222"/>
      </p:ext>
    </p:extLst>
  </p:cSld>
  <p:clrMapOvr>
    <a:masterClrMapping/>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p:cSld name="Title Slide - White">
    <p:bg bwMode="gray">
      <p:bgPr>
        <a:solidFill>
          <a:schemeClr val="bg1"/>
        </a:solidFill>
        <a:effectLst/>
      </p:bgPr>
    </p:bg>
    <p:spTree>
      <p:nvGrpSpPr>
        <p:cNvPr id="1" name=""/>
        <p:cNvGrpSpPr/>
        <p:nvPr/>
      </p:nvGrpSpPr>
      <p:grpSpPr>
        <a:xfrm>
          <a:off x="0" y="0"/>
          <a:ext cx="0" cy="0"/>
          <a:chOff x="0" y="0"/>
          <a:chExt cx="0" cy="0"/>
        </a:xfrm>
      </p:grpSpPr>
      <p:grpSp>
        <p:nvGrpSpPr>
          <p:cNvPr id="30" name="Group 29">
            <a:extLst>
              <a:ext uri="{FF2B5EF4-FFF2-40B4-BE49-F238E27FC236}">
                <a16:creationId xmlns:a16="http://schemas.microsoft.com/office/drawing/2014/main" id="{E9ED29CA-6A60-490D-9D54-EA7CC7AF832C}"/>
              </a:ext>
            </a:extLst>
          </p:cNvPr>
          <p:cNvGrpSpPr>
            <a:grpSpLocks noChangeAspect="1"/>
          </p:cNvGrpSpPr>
          <p:nvPr/>
        </p:nvGrpSpPr>
        <p:grpSpPr>
          <a:xfrm>
            <a:off x="474980" y="304800"/>
            <a:ext cx="1998000" cy="374400"/>
            <a:chOff x="398463" y="404813"/>
            <a:chExt cx="1627187" cy="307976"/>
          </a:xfrm>
          <a:solidFill>
            <a:schemeClr val="tx1"/>
          </a:solidFill>
        </p:grpSpPr>
        <p:sp>
          <p:nvSpPr>
            <p:cNvPr id="31" name="Oval 5">
              <a:extLst>
                <a:ext uri="{FF2B5EF4-FFF2-40B4-BE49-F238E27FC236}">
                  <a16:creationId xmlns:a16="http://schemas.microsoft.com/office/drawing/2014/main" id="{119E2360-A688-44DF-A6BB-76D18177CCFF}"/>
                </a:ext>
              </a:extLst>
            </p:cNvPr>
            <p:cNvSpPr>
              <a:spLocks noChangeArrowheads="1"/>
            </p:cNvSpPr>
            <p:nvPr/>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2" name="Freeform 6">
              <a:extLst>
                <a:ext uri="{FF2B5EF4-FFF2-40B4-BE49-F238E27FC236}">
                  <a16:creationId xmlns:a16="http://schemas.microsoft.com/office/drawing/2014/main" id="{4265C3C7-34A9-47F1-AB5F-2771E187891E}"/>
                </a:ext>
              </a:extLst>
            </p:cNvPr>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3" name="Rectangle 7">
              <a:extLst>
                <a:ext uri="{FF2B5EF4-FFF2-40B4-BE49-F238E27FC236}">
                  <a16:creationId xmlns:a16="http://schemas.microsoft.com/office/drawing/2014/main" id="{A9400861-EDC5-4A80-9569-C20320CE006A}"/>
                </a:ext>
              </a:extLst>
            </p:cNvPr>
            <p:cNvSpPr>
              <a:spLocks noChangeArrowheads="1"/>
            </p:cNvSpPr>
            <p:nvPr/>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4" name="Freeform 8">
              <a:extLst>
                <a:ext uri="{FF2B5EF4-FFF2-40B4-BE49-F238E27FC236}">
                  <a16:creationId xmlns:a16="http://schemas.microsoft.com/office/drawing/2014/main" id="{64DC9296-DBBC-4C4E-ACB4-7DA2607D524B}"/>
                </a:ext>
              </a:extLst>
            </p:cNvPr>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5" name="Rectangle 9">
              <a:extLst>
                <a:ext uri="{FF2B5EF4-FFF2-40B4-BE49-F238E27FC236}">
                  <a16:creationId xmlns:a16="http://schemas.microsoft.com/office/drawing/2014/main" id="{3E26591B-8E9F-4856-8284-BF3F8DB6ABC1}"/>
                </a:ext>
              </a:extLst>
            </p:cNvPr>
            <p:cNvSpPr>
              <a:spLocks noChangeArrowheads="1"/>
            </p:cNvSpPr>
            <p:nvPr/>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6" name="Rectangle 10">
              <a:extLst>
                <a:ext uri="{FF2B5EF4-FFF2-40B4-BE49-F238E27FC236}">
                  <a16:creationId xmlns:a16="http://schemas.microsoft.com/office/drawing/2014/main" id="{43F42271-5510-4D15-B07B-133237928BB4}"/>
                </a:ext>
              </a:extLst>
            </p:cNvPr>
            <p:cNvSpPr>
              <a:spLocks noChangeArrowheads="1"/>
            </p:cNvSpPr>
            <p:nvPr/>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7" name="Freeform 11">
              <a:extLst>
                <a:ext uri="{FF2B5EF4-FFF2-40B4-BE49-F238E27FC236}">
                  <a16:creationId xmlns:a16="http://schemas.microsoft.com/office/drawing/2014/main" id="{00E9FD99-54D9-422B-9717-D0DD3442A0DF}"/>
                </a:ext>
              </a:extLst>
            </p:cNvPr>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8" name="Freeform 12">
              <a:extLst>
                <a:ext uri="{FF2B5EF4-FFF2-40B4-BE49-F238E27FC236}">
                  <a16:creationId xmlns:a16="http://schemas.microsoft.com/office/drawing/2014/main" id="{BAF30821-90D3-436A-8DDF-D130E66447E2}"/>
                </a:ext>
              </a:extLst>
            </p:cNvPr>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9" name="Freeform 13">
              <a:extLst>
                <a:ext uri="{FF2B5EF4-FFF2-40B4-BE49-F238E27FC236}">
                  <a16:creationId xmlns:a16="http://schemas.microsoft.com/office/drawing/2014/main" id="{5C1A565D-B22B-4EE2-ACC9-C993D581F00C}"/>
                </a:ext>
              </a:extLst>
            </p:cNvPr>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40" name="Freeform 14">
              <a:extLst>
                <a:ext uri="{FF2B5EF4-FFF2-40B4-BE49-F238E27FC236}">
                  <a16:creationId xmlns:a16="http://schemas.microsoft.com/office/drawing/2014/main" id="{666738FD-9737-43F5-8E36-896FD725FE08}"/>
                </a:ext>
              </a:extLst>
            </p:cNvPr>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grpSp>
      <p:sp>
        <p:nvSpPr>
          <p:cNvPr id="41" name="Picture Placeholder 8">
            <a:extLst>
              <a:ext uri="{FF2B5EF4-FFF2-40B4-BE49-F238E27FC236}">
                <a16:creationId xmlns:a16="http://schemas.microsoft.com/office/drawing/2014/main" id="{AC175F74-77C8-4969-BBF5-920619ED7628}"/>
              </a:ext>
            </a:extLst>
          </p:cNvPr>
          <p:cNvSpPr>
            <a:spLocks noGrp="1"/>
          </p:cNvSpPr>
          <p:nvPr>
            <p:ph type="pic" sz="quarter" idx="11"/>
          </p:nvPr>
        </p:nvSpPr>
        <p:spPr>
          <a:xfrm>
            <a:off x="3393716" y="647700"/>
            <a:ext cx="5400000" cy="5479895"/>
          </a:xfrm>
          <a:prstGeom prst="rect">
            <a:avLst/>
          </a:prstGeom>
        </p:spPr>
        <p:txBody>
          <a:bodyPr/>
          <a:lstStyle/>
          <a:p>
            <a:r>
              <a:rPr lang="en-US" noProof="0"/>
              <a:t>Click icon to add picture</a:t>
            </a:r>
          </a:p>
        </p:txBody>
      </p:sp>
      <p:sp>
        <p:nvSpPr>
          <p:cNvPr id="42" name="Title 1">
            <a:extLst>
              <a:ext uri="{FF2B5EF4-FFF2-40B4-BE49-F238E27FC236}">
                <a16:creationId xmlns:a16="http://schemas.microsoft.com/office/drawing/2014/main" id="{B345DB50-CB94-4421-9E14-33DABF973475}"/>
              </a:ext>
            </a:extLst>
          </p:cNvPr>
          <p:cNvSpPr>
            <a:spLocks noGrp="1"/>
          </p:cNvSpPr>
          <p:nvPr>
            <p:ph type="ctrTitle"/>
          </p:nvPr>
        </p:nvSpPr>
        <p:spPr bwMode="gray">
          <a:xfrm>
            <a:off x="471171" y="5186207"/>
            <a:ext cx="2922545" cy="895983"/>
          </a:xfrm>
          <a:prstGeom prst="rect">
            <a:avLst/>
          </a:prstGeom>
        </p:spPr>
        <p:txBody>
          <a:bodyPr anchor="b" anchorCtr="0">
            <a:noAutofit/>
          </a:bodyPr>
          <a:lstStyle>
            <a:lvl1pPr algn="l">
              <a:lnSpc>
                <a:spcPts val="3200"/>
              </a:lnSpc>
              <a:defRPr sz="2800" b="0" i="0">
                <a:solidFill>
                  <a:schemeClr val="accent1"/>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r>
              <a:rPr lang="en-US" noProof="0"/>
              <a:t>Click to edit Master title style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p:nvPr>
        </p:nvSpPr>
        <p:spPr>
          <a:xfrm>
            <a:off x="471171" y="6381750"/>
            <a:ext cx="4446269" cy="273050"/>
          </a:xfrm>
          <a:prstGeom prst="rect">
            <a:avLst/>
          </a:prstGeom>
        </p:spPr>
        <p:txBody>
          <a:bodyPr anchor="b">
            <a:noAutofit/>
          </a:bodyPr>
          <a:lstStyle>
            <a:lvl1pPr>
              <a:spcAft>
                <a:spcPts val="0"/>
              </a:spcAft>
              <a:defRPr sz="1400" b="1">
                <a:solidFill>
                  <a:schemeClr val="tx1"/>
                </a:solidFill>
                <a:latin typeface="Calibri" panose="020F050202020403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3" name="Holder 3">
            <a:extLst>
              <a:ext uri="{FF2B5EF4-FFF2-40B4-BE49-F238E27FC236}">
                <a16:creationId xmlns:a16="http://schemas.microsoft.com/office/drawing/2014/main" id="{7AA1FFC0-E7C9-ED6D-0BAC-737FC2A5BC0D}"/>
              </a:ext>
            </a:extLst>
          </p:cNvPr>
          <p:cNvSpPr>
            <a:spLocks noGrp="1"/>
          </p:cNvSpPr>
          <p:nvPr>
            <p:ph type="dt" sz="half" idx="6"/>
          </p:nvPr>
        </p:nvSpPr>
        <p:spPr>
          <a:xfrm>
            <a:off x="9851614" y="6643208"/>
            <a:ext cx="1485955" cy="127634"/>
          </a:xfrm>
          <a:prstGeom prst="rect">
            <a:avLst/>
          </a:prstGeom>
        </p:spPr>
        <p:txBody>
          <a:bodyPr lIns="0" tIns="0" rIns="0" bIns="0"/>
          <a:lstStyle>
            <a:lvl1pPr>
              <a:defRPr sz="800" b="0" i="0">
                <a:solidFill>
                  <a:schemeClr val="tx1"/>
                </a:solidFill>
                <a:latin typeface="Calibri Light"/>
                <a:cs typeface="Calibri Light"/>
              </a:defRPr>
            </a:lvl1pPr>
          </a:lstStyle>
          <a:p>
            <a:pPr marL="12700">
              <a:lnSpc>
                <a:spcPts val="865"/>
              </a:lnSpc>
            </a:pPr>
            <a:r>
              <a:t>Assure</a:t>
            </a:r>
            <a:r>
              <a:rPr spc="10"/>
              <a:t> </a:t>
            </a:r>
            <a:r>
              <a:t>Advise</a:t>
            </a:r>
            <a:r>
              <a:rPr spc="-5"/>
              <a:t> </a:t>
            </a:r>
            <a:r>
              <a:rPr spc="-10"/>
              <a:t>Anticipate</a:t>
            </a:r>
            <a:r>
              <a:rPr spc="-15"/>
              <a:t> </a:t>
            </a:r>
            <a:r>
              <a:rPr spc="-10"/>
              <a:t>Accelerate</a:t>
            </a:r>
          </a:p>
        </p:txBody>
      </p:sp>
      <p:pic>
        <p:nvPicPr>
          <p:cNvPr id="2" name="Picture 2" descr="Cisco logo">
            <a:extLst>
              <a:ext uri="{FF2B5EF4-FFF2-40B4-BE49-F238E27FC236}">
                <a16:creationId xmlns:a16="http://schemas.microsoft.com/office/drawing/2014/main" id="{B5BCF2EE-322E-6079-DEEE-C0B1AB5159F4}"/>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0831501" y="233835"/>
            <a:ext cx="948361" cy="5007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93183799"/>
      </p:ext>
    </p:extLst>
  </p:cSld>
  <p:clrMapOvr>
    <a:masterClrMapping/>
  </p:clrMapOvr>
  <p:transition>
    <p:fade/>
  </p:transition>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2_Blank">
    <p:bg>
      <p:bgPr>
        <a:blipFill dpi="0" rotWithShape="1">
          <a:blip r:embed="rId2">
            <a:alphaModFix amt="29000"/>
            <a:lum/>
          </a:blip>
          <a:srcRect/>
          <a:stretch>
            <a:fillRect l="-2000" r="-2000"/>
          </a:stretch>
        </a:blipFill>
        <a:effectLst/>
      </p:bgPr>
    </p:bg>
    <p:spTree>
      <p:nvGrpSpPr>
        <p:cNvPr id="1" name=""/>
        <p:cNvGrpSpPr/>
        <p:nvPr/>
      </p:nvGrpSpPr>
      <p:grpSpPr>
        <a:xfrm>
          <a:off x="0" y="0"/>
          <a:ext cx="0" cy="0"/>
          <a:chOff x="0" y="0"/>
          <a:chExt cx="0" cy="0"/>
        </a:xfrm>
      </p:grpSpPr>
      <p:pic>
        <p:nvPicPr>
          <p:cNvPr id="12" name="Picture 11" descr="A black and white background&#10;&#10;AI-generated content may be incorrect.">
            <a:extLst>
              <a:ext uri="{FF2B5EF4-FFF2-40B4-BE49-F238E27FC236}">
                <a16:creationId xmlns:a16="http://schemas.microsoft.com/office/drawing/2014/main" id="{B0E8C71B-2462-3F65-ACF5-AFE95D6E8E15}"/>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890" r="2057"/>
          <a:stretch/>
        </p:blipFill>
        <p:spPr>
          <a:xfrm>
            <a:off x="0" y="-12890"/>
            <a:ext cx="12192000" cy="6852213"/>
          </a:xfrm>
          <a:prstGeom prst="rect">
            <a:avLst/>
          </a:prstGeom>
        </p:spPr>
      </p:pic>
      <p:sp>
        <p:nvSpPr>
          <p:cNvPr id="7" name="Rectangle 6">
            <a:extLst>
              <a:ext uri="{FF2B5EF4-FFF2-40B4-BE49-F238E27FC236}">
                <a16:creationId xmlns:a16="http://schemas.microsoft.com/office/drawing/2014/main" id="{1B75048E-F20D-67B2-89BD-21C8C507131D}"/>
              </a:ext>
            </a:extLst>
          </p:cNvPr>
          <p:cNvSpPr/>
          <p:nvPr userDrawn="1"/>
        </p:nvSpPr>
        <p:spPr bwMode="gray">
          <a:xfrm>
            <a:off x="0" y="0"/>
            <a:ext cx="12192000" cy="6911340"/>
          </a:xfrm>
          <a:prstGeom prst="rect">
            <a:avLst/>
          </a:prstGeom>
          <a:no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6" name="Text Placeholder 7">
            <a:extLst>
              <a:ext uri="{FF2B5EF4-FFF2-40B4-BE49-F238E27FC236}">
                <a16:creationId xmlns:a16="http://schemas.microsoft.com/office/drawing/2014/main" id="{53EB2909-1E32-3FAB-D183-147A0AD0B3AE}"/>
              </a:ext>
            </a:extLst>
          </p:cNvPr>
          <p:cNvSpPr>
            <a:spLocks noGrp="1"/>
          </p:cNvSpPr>
          <p:nvPr>
            <p:ph type="body" sz="quarter" idx="12"/>
          </p:nvPr>
        </p:nvSpPr>
        <p:spPr>
          <a:xfrm>
            <a:off x="365760" y="2832746"/>
            <a:ext cx="5615940" cy="861774"/>
          </a:xfrm>
          <a:noFill/>
          <a:ln w="38100">
            <a:noFill/>
          </a:ln>
        </p:spPr>
        <p:txBody>
          <a:bodyPr wrap="square" lIns="91440" tIns="182880" rIns="182880" bIns="182880" rtlCol="0" anchor="b">
            <a:spAutoFit/>
          </a:bodyPr>
          <a:lstStyle>
            <a:lvl1pPr>
              <a:defRPr lang="en-US" sz="3200" i="0" cap="none" spc="-150" baseline="0" dirty="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stStyle>
          <a:p>
            <a:pPr lvl="0"/>
            <a:r>
              <a:rPr lang="en-US"/>
              <a:t>Click to edit Master text styles</a:t>
            </a:r>
          </a:p>
        </p:txBody>
      </p:sp>
      <p:sp>
        <p:nvSpPr>
          <p:cNvPr id="13" name="Rectangle 12">
            <a:extLst>
              <a:ext uri="{FF2B5EF4-FFF2-40B4-BE49-F238E27FC236}">
                <a16:creationId xmlns:a16="http://schemas.microsoft.com/office/drawing/2014/main" id="{A3C86519-0A76-59DE-4DA0-30F239B6CCC0}"/>
              </a:ext>
            </a:extLst>
          </p:cNvPr>
          <p:cNvSpPr/>
          <p:nvPr userDrawn="1"/>
        </p:nvSpPr>
        <p:spPr bwMode="gray">
          <a:xfrm>
            <a:off x="457199" y="3550920"/>
            <a:ext cx="914400" cy="53340"/>
          </a:xfrm>
          <a:prstGeom prst="rect">
            <a:avLst/>
          </a:prstGeom>
          <a:gradFill flip="none" rotWithShape="1">
            <a:gsLst>
              <a:gs pos="0">
                <a:srgbClr val="00A3E0"/>
              </a:gs>
              <a:gs pos="100000">
                <a:srgbClr val="0076A8"/>
              </a:gs>
            </a:gsLst>
            <a:lin ang="5400000" scaled="1"/>
            <a:tileRect/>
          </a:gra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Tree>
    <p:extLst>
      <p:ext uri="{BB962C8B-B14F-4D97-AF65-F5344CB8AC3E}">
        <p14:creationId xmlns:p14="http://schemas.microsoft.com/office/powerpoint/2010/main" val="2200261520"/>
      </p:ext>
    </p:extLst>
  </p:cSld>
  <p:clrMapOvr>
    <a:masterClrMapping/>
  </p:clrMapOvr>
  <p:transition>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Only">
    <p:bg>
      <p:bgPr>
        <a:blipFill dpi="0" rotWithShape="1">
          <a:blip r:embed="rId3">
            <a:alphaModFix amt="29000"/>
            <a:lum/>
          </a:blip>
          <a:srcRect/>
          <a:stretch>
            <a:fillRect l="-2000" r="-2000"/>
          </a:stretch>
        </a:blipFill>
        <a:effectLst/>
      </p:bgPr>
    </p:bg>
    <p:spTree>
      <p:nvGrpSpPr>
        <p:cNvPr id="1" name=""/>
        <p:cNvGrpSpPr/>
        <p:nvPr/>
      </p:nvGrpSpPr>
      <p:grpSpPr>
        <a:xfrm>
          <a:off x="0" y="0"/>
          <a:ext cx="0" cy="0"/>
          <a:chOff x="0" y="0"/>
          <a:chExt cx="0" cy="0"/>
        </a:xfrm>
      </p:grpSpPr>
      <p:pic>
        <p:nvPicPr>
          <p:cNvPr id="24" name="Picture 23" descr="A black and white background&#10;&#10;AI-generated content may be incorrect.">
            <a:extLst>
              <a:ext uri="{FF2B5EF4-FFF2-40B4-BE49-F238E27FC236}">
                <a16:creationId xmlns:a16="http://schemas.microsoft.com/office/drawing/2014/main" id="{1CFE2212-1644-D647-2B62-D5E0A82CFAEE}"/>
              </a:ext>
            </a:extLst>
          </p:cNvPr>
          <p:cNvPicPr>
            <a:picLocks noChangeAspect="1"/>
          </p:cNvPicPr>
          <p:nvPr userDrawn="1"/>
        </p:nvPicPr>
        <p:blipFill>
          <a:blip r:embed="rId4">
            <a:alphaModFix amt="40000"/>
            <a:extLst>
              <a:ext uri="{28A0092B-C50C-407E-A947-70E740481C1C}">
                <a14:useLocalDpi xmlns:a14="http://schemas.microsoft.com/office/drawing/2010/main" val="0"/>
              </a:ext>
            </a:extLst>
          </a:blip>
          <a:stretch>
            <a:fillRect/>
          </a:stretch>
        </p:blipFill>
        <p:spPr>
          <a:xfrm>
            <a:off x="0" y="103909"/>
            <a:ext cx="12192000" cy="6650182"/>
          </a:xfrm>
          <a:prstGeom prst="rect">
            <a:avLst/>
          </a:prstGeom>
        </p:spPr>
      </p:pic>
      <p:graphicFrame>
        <p:nvGraphicFramePr>
          <p:cNvPr id="4" name="Object 3" hidden="1">
            <a:extLst>
              <a:ext uri="{FF2B5EF4-FFF2-40B4-BE49-F238E27FC236}">
                <a16:creationId xmlns:a16="http://schemas.microsoft.com/office/drawing/2014/main" id="{35049338-7875-4927-82E0-03C95D83209A}"/>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25" imgH="426" progId="TCLayout.ActiveDocument.1">
                  <p:embed/>
                </p:oleObj>
              </mc:Choice>
              <mc:Fallback>
                <p:oleObj name="think-cell Slide" r:id="rId5" imgW="425" imgH="426" progId="TCLayout.ActiveDocument.1">
                  <p:embed/>
                  <p:pic>
                    <p:nvPicPr>
                      <p:cNvPr id="4" name="Object 3" hidden="1">
                        <a:extLst>
                          <a:ext uri="{FF2B5EF4-FFF2-40B4-BE49-F238E27FC236}">
                            <a16:creationId xmlns:a16="http://schemas.microsoft.com/office/drawing/2014/main" id="{35049338-7875-4927-82E0-03C95D83209A}"/>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grpSp>
        <p:nvGrpSpPr>
          <p:cNvPr id="7" name="Group 6">
            <a:extLst>
              <a:ext uri="{FF2B5EF4-FFF2-40B4-BE49-F238E27FC236}">
                <a16:creationId xmlns:a16="http://schemas.microsoft.com/office/drawing/2014/main" id="{0F9F4410-21CE-CFBD-FB14-476B15479B4E}"/>
              </a:ext>
            </a:extLst>
          </p:cNvPr>
          <p:cNvGrpSpPr>
            <a:grpSpLocks noChangeAspect="1"/>
          </p:cNvGrpSpPr>
          <p:nvPr userDrawn="1"/>
        </p:nvGrpSpPr>
        <p:grpSpPr>
          <a:xfrm>
            <a:off x="474980" y="304800"/>
            <a:ext cx="1998000" cy="374400"/>
            <a:chOff x="398463" y="404813"/>
            <a:chExt cx="1627187" cy="307976"/>
          </a:xfrm>
          <a:solidFill>
            <a:schemeClr val="tx1"/>
          </a:solidFill>
        </p:grpSpPr>
        <p:sp>
          <p:nvSpPr>
            <p:cNvPr id="8" name="Oval 5">
              <a:extLst>
                <a:ext uri="{FF2B5EF4-FFF2-40B4-BE49-F238E27FC236}">
                  <a16:creationId xmlns:a16="http://schemas.microsoft.com/office/drawing/2014/main" id="{875D8A46-8BE5-0137-328E-B0422658010E}"/>
                </a:ext>
              </a:extLst>
            </p:cNvPr>
            <p:cNvSpPr>
              <a:spLocks noChangeArrowheads="1"/>
            </p:cNvSpPr>
            <p:nvPr/>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9" name="Freeform 6">
              <a:extLst>
                <a:ext uri="{FF2B5EF4-FFF2-40B4-BE49-F238E27FC236}">
                  <a16:creationId xmlns:a16="http://schemas.microsoft.com/office/drawing/2014/main" id="{B810D00F-24A7-48EF-9867-8857938627C5}"/>
                </a:ext>
              </a:extLst>
            </p:cNvPr>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0" name="Rectangle 7">
              <a:extLst>
                <a:ext uri="{FF2B5EF4-FFF2-40B4-BE49-F238E27FC236}">
                  <a16:creationId xmlns:a16="http://schemas.microsoft.com/office/drawing/2014/main" id="{FB3F653F-E7B1-988E-92A9-19528A2D3BF7}"/>
                </a:ext>
              </a:extLst>
            </p:cNvPr>
            <p:cNvSpPr>
              <a:spLocks noChangeArrowheads="1"/>
            </p:cNvSpPr>
            <p:nvPr/>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1" name="Freeform 8">
              <a:extLst>
                <a:ext uri="{FF2B5EF4-FFF2-40B4-BE49-F238E27FC236}">
                  <a16:creationId xmlns:a16="http://schemas.microsoft.com/office/drawing/2014/main" id="{CE3A58A7-E013-079C-0699-7923D9DA1D95}"/>
                </a:ext>
              </a:extLst>
            </p:cNvPr>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2" name="Rectangle 9">
              <a:extLst>
                <a:ext uri="{FF2B5EF4-FFF2-40B4-BE49-F238E27FC236}">
                  <a16:creationId xmlns:a16="http://schemas.microsoft.com/office/drawing/2014/main" id="{29902838-1F85-4DC6-445A-CDC29DE4C7F7}"/>
                </a:ext>
              </a:extLst>
            </p:cNvPr>
            <p:cNvSpPr>
              <a:spLocks noChangeArrowheads="1"/>
            </p:cNvSpPr>
            <p:nvPr/>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3" name="Rectangle 10">
              <a:extLst>
                <a:ext uri="{FF2B5EF4-FFF2-40B4-BE49-F238E27FC236}">
                  <a16:creationId xmlns:a16="http://schemas.microsoft.com/office/drawing/2014/main" id="{7EB5E5F6-C6CF-465E-5137-548F83A31A3F}"/>
                </a:ext>
              </a:extLst>
            </p:cNvPr>
            <p:cNvSpPr>
              <a:spLocks noChangeArrowheads="1"/>
            </p:cNvSpPr>
            <p:nvPr/>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4" name="Freeform 11">
              <a:extLst>
                <a:ext uri="{FF2B5EF4-FFF2-40B4-BE49-F238E27FC236}">
                  <a16:creationId xmlns:a16="http://schemas.microsoft.com/office/drawing/2014/main" id="{C3AA5973-B200-1F5C-E111-94EED23D26EB}"/>
                </a:ext>
              </a:extLst>
            </p:cNvPr>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5" name="Freeform 12">
              <a:extLst>
                <a:ext uri="{FF2B5EF4-FFF2-40B4-BE49-F238E27FC236}">
                  <a16:creationId xmlns:a16="http://schemas.microsoft.com/office/drawing/2014/main" id="{51C3475E-FBC2-1DB8-B4A0-AFADAAC4EBBE}"/>
                </a:ext>
              </a:extLst>
            </p:cNvPr>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6" name="Freeform 13">
              <a:extLst>
                <a:ext uri="{FF2B5EF4-FFF2-40B4-BE49-F238E27FC236}">
                  <a16:creationId xmlns:a16="http://schemas.microsoft.com/office/drawing/2014/main" id="{899F4BFE-768C-16D4-C584-4E37E7B139E9}"/>
                </a:ext>
              </a:extLst>
            </p:cNvPr>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7" name="Freeform 14">
              <a:extLst>
                <a:ext uri="{FF2B5EF4-FFF2-40B4-BE49-F238E27FC236}">
                  <a16:creationId xmlns:a16="http://schemas.microsoft.com/office/drawing/2014/main" id="{5906EC9D-7624-7333-B786-928B9711D547}"/>
                </a:ext>
              </a:extLst>
            </p:cNvPr>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grpSp>
      <p:sp>
        <p:nvSpPr>
          <p:cNvPr id="18" name="object 36">
            <a:extLst>
              <a:ext uri="{FF2B5EF4-FFF2-40B4-BE49-F238E27FC236}">
                <a16:creationId xmlns:a16="http://schemas.microsoft.com/office/drawing/2014/main" id="{355095E8-73DB-8C2D-3917-1689DDE9D5A7}"/>
              </a:ext>
            </a:extLst>
          </p:cNvPr>
          <p:cNvSpPr txBox="1">
            <a:spLocks noGrp="1"/>
          </p:cNvSpPr>
          <p:nvPr>
            <p:ph type="ftr" sz="quarter" idx="3"/>
          </p:nvPr>
        </p:nvSpPr>
        <p:spPr>
          <a:xfrm>
            <a:off x="444498" y="6492240"/>
            <a:ext cx="5058044" cy="141064"/>
          </a:xfrm>
          <a:prstGeom prst="rect">
            <a:avLst/>
          </a:prstGeom>
        </p:spPr>
        <p:txBody>
          <a:bodyPr vert="horz" wrap="square" lIns="0" tIns="17780" rIns="0" bIns="0" rtlCol="0">
            <a:spAutoFit/>
          </a:bodyPr>
          <a:lstStyle>
            <a:lvl1pPr>
              <a:defRPr sz="800" b="0" i="0">
                <a:solidFill>
                  <a:srgbClr val="53565A"/>
                </a:solidFill>
                <a:latin typeface="Open Sans" panose="020B0606030504020204" pitchFamily="34" charset="0"/>
                <a:ea typeface="Open Sans" panose="020B0606030504020204" pitchFamily="34" charset="0"/>
                <a:cs typeface="Open Sans" panose="020B0606030504020204" pitchFamily="34" charset="0"/>
              </a:defRPr>
            </a:lvl1pPr>
          </a:lstStyle>
          <a:p>
            <a:pPr marL="12700">
              <a:spcBef>
                <a:spcPts val="140"/>
              </a:spcBef>
            </a:pPr>
            <a:r>
              <a:rPr lang="en-IN"/>
              <a:t>Copyright</a:t>
            </a:r>
            <a:r>
              <a:rPr lang="en-IN" spc="-35"/>
              <a:t> </a:t>
            </a:r>
            <a:r>
              <a:rPr lang="en-IN"/>
              <a:t>©</a:t>
            </a:r>
            <a:r>
              <a:rPr lang="en-IN" spc="-10"/>
              <a:t> </a:t>
            </a:r>
            <a:r>
              <a:rPr lang="en-IN"/>
              <a:t>2025</a:t>
            </a:r>
            <a:r>
              <a:rPr lang="en-IN" spc="-10"/>
              <a:t> </a:t>
            </a:r>
            <a:r>
              <a:rPr lang="en-IN"/>
              <a:t>Deloitte</a:t>
            </a:r>
            <a:r>
              <a:rPr lang="en-IN" spc="-10"/>
              <a:t> </a:t>
            </a:r>
            <a:r>
              <a:rPr lang="en-IN"/>
              <a:t>Development</a:t>
            </a:r>
            <a:r>
              <a:rPr lang="en-IN" spc="-45"/>
              <a:t> </a:t>
            </a:r>
            <a:r>
              <a:rPr lang="en-IN"/>
              <a:t>LLC.</a:t>
            </a:r>
            <a:r>
              <a:rPr lang="en-IN" spc="-20"/>
              <a:t> </a:t>
            </a:r>
            <a:r>
              <a:rPr lang="en-IN"/>
              <a:t>All</a:t>
            </a:r>
            <a:r>
              <a:rPr lang="en-IN" spc="-30"/>
              <a:t> </a:t>
            </a:r>
            <a:r>
              <a:rPr lang="en-IN"/>
              <a:t>rights</a:t>
            </a:r>
            <a:r>
              <a:rPr lang="en-IN" spc="-15"/>
              <a:t> </a:t>
            </a:r>
            <a:r>
              <a:rPr lang="en-IN" spc="-10"/>
              <a:t>reserved.</a:t>
            </a:r>
          </a:p>
        </p:txBody>
      </p:sp>
      <p:sp>
        <p:nvSpPr>
          <p:cNvPr id="19" name="object 37">
            <a:extLst>
              <a:ext uri="{FF2B5EF4-FFF2-40B4-BE49-F238E27FC236}">
                <a16:creationId xmlns:a16="http://schemas.microsoft.com/office/drawing/2014/main" id="{C32A7450-77EA-710A-CCA2-0247519842D0}"/>
              </a:ext>
            </a:extLst>
          </p:cNvPr>
          <p:cNvSpPr txBox="1">
            <a:spLocks noGrp="1"/>
          </p:cNvSpPr>
          <p:nvPr>
            <p:ph type="sldNum" sz="quarter" idx="4"/>
          </p:nvPr>
        </p:nvSpPr>
        <p:spPr>
          <a:xfrm>
            <a:off x="11592941" y="6492240"/>
            <a:ext cx="193040" cy="115416"/>
          </a:xfrm>
          <a:prstGeom prst="rect">
            <a:avLst/>
          </a:prstGeom>
        </p:spPr>
        <p:txBody>
          <a:bodyPr vert="horz" wrap="square" lIns="0" tIns="0" rIns="0" bIns="0" rtlCol="0">
            <a:spAutoFit/>
          </a:bodyPr>
          <a:lstStyle>
            <a:lvl1pPr>
              <a:defRPr sz="800" b="0" i="0">
                <a:solidFill>
                  <a:srgbClr val="53565A"/>
                </a:solidFill>
                <a:latin typeface="Open Sans" panose="020B0606030504020204" pitchFamily="34" charset="0"/>
                <a:ea typeface="Open Sans" panose="020B0606030504020204" pitchFamily="34" charset="0"/>
                <a:cs typeface="Open Sans" panose="020B0606030504020204" pitchFamily="34" charset="0"/>
              </a:defRPr>
            </a:lvl1pPr>
          </a:lstStyle>
          <a:p>
            <a:pPr marL="38100">
              <a:lnSpc>
                <a:spcPts val="865"/>
              </a:lnSpc>
            </a:pPr>
            <a:fld id="{81D60167-4931-47E6-BA6A-407CBD079E47}" type="slidenum">
              <a:rPr lang="en-IN" spc="-25" smtClean="0"/>
              <a:pPr marL="38100">
                <a:lnSpc>
                  <a:spcPts val="865"/>
                </a:lnSpc>
              </a:pPr>
              <a:t>‹#›</a:t>
            </a:fld>
            <a:endParaRPr lang="en-IN" spc="-25"/>
          </a:p>
        </p:txBody>
      </p:sp>
      <p:sp>
        <p:nvSpPr>
          <p:cNvPr id="20" name="Holder 3">
            <a:extLst>
              <a:ext uri="{FF2B5EF4-FFF2-40B4-BE49-F238E27FC236}">
                <a16:creationId xmlns:a16="http://schemas.microsoft.com/office/drawing/2014/main" id="{FCAE5B1C-741D-1180-5F91-356936B69EBA}"/>
              </a:ext>
            </a:extLst>
          </p:cNvPr>
          <p:cNvSpPr>
            <a:spLocks noGrp="1"/>
          </p:cNvSpPr>
          <p:nvPr>
            <p:ph type="dt" sz="half" idx="2"/>
          </p:nvPr>
        </p:nvSpPr>
        <p:spPr>
          <a:xfrm>
            <a:off x="8061008" y="6492240"/>
            <a:ext cx="3276561" cy="127634"/>
          </a:xfrm>
          <a:prstGeom prst="rect">
            <a:avLst/>
          </a:prstGeom>
        </p:spPr>
        <p:txBody>
          <a:bodyPr lIns="0" tIns="0" rIns="0" bIns="0"/>
          <a:lstStyle>
            <a:lvl1pPr>
              <a:defRPr sz="800" b="0" i="0">
                <a:solidFill>
                  <a:srgbClr val="53565A"/>
                </a:solidFill>
                <a:latin typeface="Open Sans" panose="020B0606030504020204" pitchFamily="34" charset="0"/>
                <a:ea typeface="Open Sans" panose="020B0606030504020204" pitchFamily="34" charset="0"/>
                <a:cs typeface="Open Sans" panose="020B0606030504020204" pitchFamily="34" charset="0"/>
              </a:defRPr>
            </a:lvl1pPr>
          </a:lstStyle>
          <a:p>
            <a:pPr marL="12700">
              <a:lnSpc>
                <a:spcPts val="865"/>
              </a:lnSpc>
            </a:pPr>
            <a:r>
              <a:rPr lang="en-US"/>
              <a:t>Global Payroll Business Process Management Assessment Proposal</a:t>
            </a:r>
          </a:p>
        </p:txBody>
      </p:sp>
    </p:spTree>
    <p:extLst>
      <p:ext uri="{BB962C8B-B14F-4D97-AF65-F5344CB8AC3E}">
        <p14:creationId xmlns:p14="http://schemas.microsoft.com/office/powerpoint/2010/main" val="3578329756"/>
      </p:ext>
    </p:extLst>
  </p:cSld>
  <p:clrMapOvr>
    <a:masterClrMapping/>
  </p:clrMapOvr>
  <p:transition>
    <p:fad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subtitle">
    <p:bg>
      <p:bgPr>
        <a:blipFill dpi="0" rotWithShape="1">
          <a:blip r:embed="rId3">
            <a:alphaModFix amt="20000"/>
            <a:lum/>
          </a:blip>
          <a:srcRect/>
          <a:stretch>
            <a:fillRect l="-2000" r="-2000"/>
          </a:stretch>
        </a:blip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A5A96709-DC00-4570-B140-895E15716A4C}"/>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6" progId="TCLayout.ActiveDocument.1">
                  <p:embed/>
                </p:oleObj>
              </mc:Choice>
              <mc:Fallback>
                <p:oleObj name="think-cell Slide" r:id="rId4" imgW="425" imgH="426" progId="TCLayout.ActiveDocument.1">
                  <p:embed/>
                  <p:pic>
                    <p:nvPicPr>
                      <p:cNvPr id="3" name="Object 2" hidden="1">
                        <a:extLst>
                          <a:ext uri="{FF2B5EF4-FFF2-40B4-BE49-F238E27FC236}">
                            <a16:creationId xmlns:a16="http://schemas.microsoft.com/office/drawing/2014/main" id="{A5A96709-DC00-4570-B140-895E15716A4C}"/>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Text Placeholder 8">
            <a:extLst>
              <a:ext uri="{FF2B5EF4-FFF2-40B4-BE49-F238E27FC236}">
                <a16:creationId xmlns:a16="http://schemas.microsoft.com/office/drawing/2014/main" id="{D1AFA9E9-5EB8-42BF-B15A-3D95DDA547A4}"/>
              </a:ext>
            </a:extLst>
          </p:cNvPr>
          <p:cNvSpPr>
            <a:spLocks noGrp="1"/>
          </p:cNvSpPr>
          <p:nvPr>
            <p:ph type="body" sz="quarter" idx="13" hasCustomPrompt="1"/>
          </p:nvPr>
        </p:nvSpPr>
        <p:spPr>
          <a:xfrm>
            <a:off x="468058" y="676536"/>
            <a:ext cx="11201400" cy="757255"/>
          </a:xfrm>
          <a:prstGeom prst="rect">
            <a:avLst/>
          </a:prstGeom>
        </p:spPr>
        <p:txBody>
          <a:bodyPr lIns="0" tIns="0" rIns="0" bIns="0">
            <a:noAutofit/>
          </a:bodyPr>
          <a:lstStyle>
            <a:lvl1pPr marL="0" indent="0">
              <a:buNone/>
              <a:defRPr sz="1200" b="0">
                <a:solidFill>
                  <a:srgbClr val="575757"/>
                </a:solidFill>
                <a:latin typeface="Open Sans" panose="020B0606030504020204" pitchFamily="34" charset="0"/>
                <a:ea typeface="Open Sans" panose="020B0606030504020204" pitchFamily="34" charset="0"/>
                <a:cs typeface="Open Sans" panose="020B0606030504020204" pitchFamily="34" charset="0"/>
              </a:defRPr>
            </a:lvl1pPr>
          </a:lstStyle>
          <a:p>
            <a:pPr lvl="0"/>
            <a:r>
              <a:rPr lang="en-US"/>
              <a:t>Click to add subtitle</a:t>
            </a:r>
          </a:p>
        </p:txBody>
      </p:sp>
      <p:sp>
        <p:nvSpPr>
          <p:cNvPr id="6" name="Title Placeholder 1">
            <a:extLst>
              <a:ext uri="{FF2B5EF4-FFF2-40B4-BE49-F238E27FC236}">
                <a16:creationId xmlns:a16="http://schemas.microsoft.com/office/drawing/2014/main" id="{8F5CB4A9-3C7F-4829-BD7E-C42F05177654}"/>
              </a:ext>
            </a:extLst>
          </p:cNvPr>
          <p:cNvSpPr>
            <a:spLocks noGrp="1"/>
          </p:cNvSpPr>
          <p:nvPr>
            <p:ph type="title" hasCustomPrompt="1"/>
          </p:nvPr>
        </p:nvSpPr>
        <p:spPr bwMode="gray">
          <a:xfrm>
            <a:off x="467201" y="304800"/>
            <a:ext cx="11201400" cy="342900"/>
          </a:xfrm>
          <a:prstGeom prst="rect">
            <a:avLst/>
          </a:prstGeom>
        </p:spPr>
        <p:txBody>
          <a:bodyPr vert="horz" lIns="0" tIns="0" rIns="0" bIns="0" rtlCol="0" anchor="t" anchorCtr="0">
            <a:noAutofit/>
          </a:bodyPr>
          <a:lstStyle>
            <a:lvl1pPr>
              <a:defRPr>
                <a:solidFill>
                  <a:schemeClr val="tx1"/>
                </a:solidFill>
                <a:latin typeface="Open Sans" panose="020B0606030504020204" pitchFamily="34" charset="0"/>
                <a:ea typeface="Open Sans" panose="020B0606030504020204" pitchFamily="34" charset="0"/>
                <a:cs typeface="Open Sans" panose="020B0606030504020204" pitchFamily="34" charset="0"/>
              </a:defRPr>
            </a:lvl1pPr>
          </a:lstStyle>
          <a:p>
            <a:r>
              <a:rPr lang="en-US" noProof="0"/>
              <a:t>Click to add title</a:t>
            </a:r>
          </a:p>
        </p:txBody>
      </p:sp>
      <p:sp>
        <p:nvSpPr>
          <p:cNvPr id="7" name="object 36">
            <a:extLst>
              <a:ext uri="{FF2B5EF4-FFF2-40B4-BE49-F238E27FC236}">
                <a16:creationId xmlns:a16="http://schemas.microsoft.com/office/drawing/2014/main" id="{2B656ECA-A582-64FC-BF4C-C0F88C403E20}"/>
              </a:ext>
            </a:extLst>
          </p:cNvPr>
          <p:cNvSpPr txBox="1">
            <a:spLocks noGrp="1"/>
          </p:cNvSpPr>
          <p:nvPr>
            <p:ph type="ftr" sz="quarter" idx="3"/>
          </p:nvPr>
        </p:nvSpPr>
        <p:spPr>
          <a:xfrm>
            <a:off x="444498" y="6492240"/>
            <a:ext cx="5058044" cy="141064"/>
          </a:xfrm>
          <a:prstGeom prst="rect">
            <a:avLst/>
          </a:prstGeom>
        </p:spPr>
        <p:txBody>
          <a:bodyPr vert="horz" wrap="square" lIns="0" tIns="17780" rIns="0" bIns="0" rtlCol="0">
            <a:spAutoFit/>
          </a:bodyPr>
          <a:lstStyle>
            <a:lvl1pPr>
              <a:defRPr sz="800" b="0" i="0">
                <a:solidFill>
                  <a:srgbClr val="53565A"/>
                </a:solidFill>
                <a:latin typeface="Open Sans" panose="020B0606030504020204" pitchFamily="34" charset="0"/>
                <a:ea typeface="Open Sans" panose="020B0606030504020204" pitchFamily="34" charset="0"/>
                <a:cs typeface="Open Sans" panose="020B0606030504020204" pitchFamily="34" charset="0"/>
              </a:defRPr>
            </a:lvl1pPr>
          </a:lstStyle>
          <a:p>
            <a:pPr marL="12700">
              <a:spcBef>
                <a:spcPts val="140"/>
              </a:spcBef>
            </a:pPr>
            <a:r>
              <a:rPr lang="en-IN"/>
              <a:t>Copyright</a:t>
            </a:r>
            <a:r>
              <a:rPr lang="en-IN" spc="-35"/>
              <a:t> </a:t>
            </a:r>
            <a:r>
              <a:rPr lang="en-IN"/>
              <a:t>©</a:t>
            </a:r>
            <a:r>
              <a:rPr lang="en-IN" spc="-10"/>
              <a:t> </a:t>
            </a:r>
            <a:r>
              <a:rPr lang="en-IN"/>
              <a:t>2025</a:t>
            </a:r>
            <a:r>
              <a:rPr lang="en-IN" spc="-10"/>
              <a:t> </a:t>
            </a:r>
            <a:r>
              <a:rPr lang="en-IN"/>
              <a:t>Deloitte</a:t>
            </a:r>
            <a:r>
              <a:rPr lang="en-IN" spc="-10"/>
              <a:t> </a:t>
            </a:r>
            <a:r>
              <a:rPr lang="en-IN"/>
              <a:t>Development</a:t>
            </a:r>
            <a:r>
              <a:rPr lang="en-IN" spc="-45"/>
              <a:t> </a:t>
            </a:r>
            <a:r>
              <a:rPr lang="en-IN"/>
              <a:t>LLC.</a:t>
            </a:r>
            <a:r>
              <a:rPr lang="en-IN" spc="-20"/>
              <a:t> </a:t>
            </a:r>
            <a:r>
              <a:rPr lang="en-IN"/>
              <a:t>All</a:t>
            </a:r>
            <a:r>
              <a:rPr lang="en-IN" spc="-30"/>
              <a:t> </a:t>
            </a:r>
            <a:r>
              <a:rPr lang="en-IN"/>
              <a:t>rights</a:t>
            </a:r>
            <a:r>
              <a:rPr lang="en-IN" spc="-15"/>
              <a:t> </a:t>
            </a:r>
            <a:r>
              <a:rPr lang="en-IN" spc="-10"/>
              <a:t>reserved.</a:t>
            </a:r>
          </a:p>
        </p:txBody>
      </p:sp>
      <p:sp>
        <p:nvSpPr>
          <p:cNvPr id="9" name="object 37">
            <a:extLst>
              <a:ext uri="{FF2B5EF4-FFF2-40B4-BE49-F238E27FC236}">
                <a16:creationId xmlns:a16="http://schemas.microsoft.com/office/drawing/2014/main" id="{89DF894A-42F1-65B5-E3EE-70DFBDC9890E}"/>
              </a:ext>
            </a:extLst>
          </p:cNvPr>
          <p:cNvSpPr txBox="1">
            <a:spLocks noGrp="1"/>
          </p:cNvSpPr>
          <p:nvPr>
            <p:ph type="sldNum" sz="quarter" idx="4"/>
          </p:nvPr>
        </p:nvSpPr>
        <p:spPr>
          <a:xfrm>
            <a:off x="11592941" y="6492240"/>
            <a:ext cx="193040" cy="115416"/>
          </a:xfrm>
          <a:prstGeom prst="rect">
            <a:avLst/>
          </a:prstGeom>
        </p:spPr>
        <p:txBody>
          <a:bodyPr vert="horz" wrap="square" lIns="0" tIns="0" rIns="0" bIns="0" rtlCol="0">
            <a:spAutoFit/>
          </a:bodyPr>
          <a:lstStyle>
            <a:lvl1pPr>
              <a:defRPr sz="800" b="0" i="0">
                <a:solidFill>
                  <a:srgbClr val="53565A"/>
                </a:solidFill>
                <a:latin typeface="Open Sans" panose="020B0606030504020204" pitchFamily="34" charset="0"/>
                <a:ea typeface="Open Sans" panose="020B0606030504020204" pitchFamily="34" charset="0"/>
                <a:cs typeface="Open Sans" panose="020B0606030504020204" pitchFamily="34" charset="0"/>
              </a:defRPr>
            </a:lvl1pPr>
          </a:lstStyle>
          <a:p>
            <a:pPr marL="38100">
              <a:lnSpc>
                <a:spcPts val="865"/>
              </a:lnSpc>
            </a:pPr>
            <a:fld id="{81D60167-4931-47E6-BA6A-407CBD079E47}" type="slidenum">
              <a:rPr lang="en-IN" spc="-25" smtClean="0"/>
              <a:pPr marL="38100">
                <a:lnSpc>
                  <a:spcPts val="865"/>
                </a:lnSpc>
              </a:pPr>
              <a:t>‹#›</a:t>
            </a:fld>
            <a:endParaRPr lang="en-IN" spc="-25"/>
          </a:p>
        </p:txBody>
      </p:sp>
      <p:sp>
        <p:nvSpPr>
          <p:cNvPr id="10" name="Holder 3">
            <a:extLst>
              <a:ext uri="{FF2B5EF4-FFF2-40B4-BE49-F238E27FC236}">
                <a16:creationId xmlns:a16="http://schemas.microsoft.com/office/drawing/2014/main" id="{680DED70-4FDA-1AD5-D2FD-40A0DE9C3684}"/>
              </a:ext>
            </a:extLst>
          </p:cNvPr>
          <p:cNvSpPr>
            <a:spLocks noGrp="1"/>
          </p:cNvSpPr>
          <p:nvPr>
            <p:ph type="dt" sz="half" idx="2"/>
          </p:nvPr>
        </p:nvSpPr>
        <p:spPr>
          <a:xfrm>
            <a:off x="8061008" y="6492240"/>
            <a:ext cx="3276561" cy="127634"/>
          </a:xfrm>
          <a:prstGeom prst="rect">
            <a:avLst/>
          </a:prstGeom>
        </p:spPr>
        <p:txBody>
          <a:bodyPr lIns="0" tIns="0" rIns="0" bIns="0"/>
          <a:lstStyle>
            <a:lvl1pPr>
              <a:defRPr sz="800" b="0" i="0">
                <a:solidFill>
                  <a:srgbClr val="53565A"/>
                </a:solidFill>
                <a:latin typeface="Open Sans" panose="020B0606030504020204" pitchFamily="34" charset="0"/>
                <a:ea typeface="Open Sans" panose="020B0606030504020204" pitchFamily="34" charset="0"/>
                <a:cs typeface="Open Sans" panose="020B0606030504020204" pitchFamily="34" charset="0"/>
              </a:defRPr>
            </a:lvl1pPr>
          </a:lstStyle>
          <a:p>
            <a:pPr marL="12700">
              <a:lnSpc>
                <a:spcPts val="865"/>
              </a:lnSpc>
            </a:pPr>
            <a:r>
              <a:rPr lang="en-US"/>
              <a:t>Global Payroll Business Process Management Assessment Proposal</a:t>
            </a:r>
          </a:p>
        </p:txBody>
      </p:sp>
    </p:spTree>
    <p:extLst>
      <p:ext uri="{BB962C8B-B14F-4D97-AF65-F5344CB8AC3E}">
        <p14:creationId xmlns:p14="http://schemas.microsoft.com/office/powerpoint/2010/main" val="117623519"/>
      </p:ext>
    </p:extLst>
  </p:cSld>
  <p:clrMapOvr>
    <a:masterClrMapping/>
  </p:clrMapOvr>
  <p:transition>
    <p:fad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Title &amp; subtitle">
    <p:spTree>
      <p:nvGrpSpPr>
        <p:cNvPr id="1" name=""/>
        <p:cNvGrpSpPr/>
        <p:nvPr/>
      </p:nvGrpSpPr>
      <p:grpSpPr>
        <a:xfrm>
          <a:off x="0" y="0"/>
          <a:ext cx="0" cy="0"/>
          <a:chOff x="0" y="0"/>
          <a:chExt cx="0" cy="0"/>
        </a:xfrm>
      </p:grpSpPr>
      <p:sp>
        <p:nvSpPr>
          <p:cNvPr id="6" name="Text Placeholder 8">
            <a:extLst>
              <a:ext uri="{FF2B5EF4-FFF2-40B4-BE49-F238E27FC236}">
                <a16:creationId xmlns:a16="http://schemas.microsoft.com/office/drawing/2014/main" id="{BF6A0240-FC18-487D-98D5-76BC779639D6}"/>
              </a:ext>
            </a:extLst>
          </p:cNvPr>
          <p:cNvSpPr>
            <a:spLocks noGrp="1"/>
          </p:cNvSpPr>
          <p:nvPr>
            <p:ph type="body" sz="quarter" idx="13" hasCustomPrompt="1"/>
          </p:nvPr>
        </p:nvSpPr>
        <p:spPr>
          <a:xfrm>
            <a:off x="469900" y="704789"/>
            <a:ext cx="11252200" cy="757255"/>
          </a:xfrm>
          <a:prstGeom prst="rect">
            <a:avLst/>
          </a:prstGeom>
        </p:spPr>
        <p:txBody>
          <a:bodyPr lIns="0" tIns="0" rIns="0" bIns="0">
            <a:noAutofit/>
          </a:bodyPr>
          <a:lstStyle>
            <a:lvl1pPr marL="0" indent="0">
              <a:buNone/>
              <a:defRPr sz="1600" b="0">
                <a:solidFill>
                  <a:srgbClr val="575757"/>
                </a:solidFill>
              </a:defRPr>
            </a:lvl1pPr>
          </a:lstStyle>
          <a:p>
            <a:pPr lvl="0"/>
            <a:r>
              <a:rPr lang="en-US" noProof="0"/>
              <a:t>Click to add subtitle</a:t>
            </a:r>
          </a:p>
        </p:txBody>
      </p:sp>
      <p:sp>
        <p:nvSpPr>
          <p:cNvPr id="7" name="Title Placeholder 1">
            <a:extLst>
              <a:ext uri="{FF2B5EF4-FFF2-40B4-BE49-F238E27FC236}">
                <a16:creationId xmlns:a16="http://schemas.microsoft.com/office/drawing/2014/main" id="{A46DAB7F-57D4-4842-9496-B5D76065B7A1}"/>
              </a:ext>
            </a:extLst>
          </p:cNvPr>
          <p:cNvSpPr>
            <a:spLocks noGrp="1"/>
          </p:cNvSpPr>
          <p:nvPr>
            <p:ph type="title"/>
          </p:nvPr>
        </p:nvSpPr>
        <p:spPr>
          <a:xfrm>
            <a:off x="469900" y="370688"/>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1778147843"/>
      </p:ext>
    </p:extLst>
  </p:cSld>
  <p:clrMapOvr>
    <a:masterClrMapping/>
  </p:clrMapOvr>
  <p:transition>
    <p:fad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1_Blank">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1D071E7-698C-3F55-91CF-6285D3CA9CD6}"/>
              </a:ext>
            </a:extLst>
          </p:cNvPr>
          <p:cNvPicPr>
            <a:picLocks noChangeAspect="1"/>
          </p:cNvPicPr>
          <p:nvPr userDrawn="1"/>
        </p:nvPicPr>
        <p:blipFill>
          <a:blip r:embed="rId2"/>
          <a:stretch>
            <a:fillRect/>
          </a:stretch>
        </p:blipFill>
        <p:spPr>
          <a:xfrm>
            <a:off x="1" y="0"/>
            <a:ext cx="12192000" cy="6858000"/>
          </a:xfrm>
          <a:prstGeom prst="rect">
            <a:avLst/>
          </a:prstGeom>
        </p:spPr>
      </p:pic>
      <p:sp>
        <p:nvSpPr>
          <p:cNvPr id="7" name="Rectangle 6">
            <a:extLst>
              <a:ext uri="{FF2B5EF4-FFF2-40B4-BE49-F238E27FC236}">
                <a16:creationId xmlns:a16="http://schemas.microsoft.com/office/drawing/2014/main" id="{1B75048E-F20D-67B2-89BD-21C8C507131D}"/>
              </a:ext>
            </a:extLst>
          </p:cNvPr>
          <p:cNvSpPr/>
          <p:nvPr userDrawn="1"/>
        </p:nvSpPr>
        <p:spPr bwMode="gray">
          <a:xfrm>
            <a:off x="0" y="0"/>
            <a:ext cx="12192000" cy="6911340"/>
          </a:xfrm>
          <a:prstGeom prst="rect">
            <a:avLst/>
          </a:prstGeom>
          <a:gradFill flip="none" rotWithShape="1">
            <a:gsLst>
              <a:gs pos="100000">
                <a:srgbClr val="00A3E0"/>
              </a:gs>
              <a:gs pos="0">
                <a:srgbClr val="0076A8">
                  <a:alpha val="61000"/>
                </a:srgbClr>
              </a:gs>
            </a:gsLst>
            <a:lin ang="10800000" scaled="1"/>
            <a:tileRect/>
          </a:gra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6" name="Text Placeholder 7">
            <a:extLst>
              <a:ext uri="{FF2B5EF4-FFF2-40B4-BE49-F238E27FC236}">
                <a16:creationId xmlns:a16="http://schemas.microsoft.com/office/drawing/2014/main" id="{53EB2909-1E32-3FAB-D183-147A0AD0B3AE}"/>
              </a:ext>
            </a:extLst>
          </p:cNvPr>
          <p:cNvSpPr>
            <a:spLocks noGrp="1"/>
          </p:cNvSpPr>
          <p:nvPr>
            <p:ph type="body" sz="quarter" idx="12"/>
          </p:nvPr>
        </p:nvSpPr>
        <p:spPr>
          <a:xfrm>
            <a:off x="365760" y="2832746"/>
            <a:ext cx="5615940" cy="861774"/>
          </a:xfrm>
          <a:noFill/>
          <a:ln w="38100">
            <a:noFill/>
          </a:ln>
        </p:spPr>
        <p:txBody>
          <a:bodyPr wrap="square" lIns="91440" tIns="182880" rIns="182880" bIns="182880" rtlCol="0" anchor="b">
            <a:spAutoFit/>
          </a:bodyPr>
          <a:lstStyle>
            <a:lvl1pPr>
              <a:defRPr lang="en-US" sz="3200" i="0" cap="none" spc="-150" baseline="0" dirty="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pPr lvl="0"/>
            <a:r>
              <a:rPr lang="en-US"/>
              <a:t>Click to edit Master text styles</a:t>
            </a:r>
          </a:p>
        </p:txBody>
      </p:sp>
    </p:spTree>
    <p:extLst>
      <p:ext uri="{BB962C8B-B14F-4D97-AF65-F5344CB8AC3E}">
        <p14:creationId xmlns:p14="http://schemas.microsoft.com/office/powerpoint/2010/main" val="2383851221"/>
      </p:ext>
    </p:extLst>
  </p:cSld>
  <p:clrMapOvr>
    <a:masterClrMapping/>
  </p:clrMapOvr>
  <p:transition>
    <p:fade/>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1_Title, subtitle">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FB05972C-4EB5-02E5-D3B3-796AF5ABC9A4}"/>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3" name="think-cell data - do not delete" hidden="1">
                        <a:extLst>
                          <a:ext uri="{FF2B5EF4-FFF2-40B4-BE49-F238E27FC236}">
                            <a16:creationId xmlns:a16="http://schemas.microsoft.com/office/drawing/2014/main" id="{FB05972C-4EB5-02E5-D3B3-796AF5ABC9A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Text Placeholder 8">
            <a:extLst>
              <a:ext uri="{FF2B5EF4-FFF2-40B4-BE49-F238E27FC236}">
                <a16:creationId xmlns:a16="http://schemas.microsoft.com/office/drawing/2014/main" id="{8A9CD2DA-AA83-4DCB-8501-DE5878CC0B8A}"/>
              </a:ext>
            </a:extLst>
          </p:cNvPr>
          <p:cNvSpPr>
            <a:spLocks noGrp="1"/>
          </p:cNvSpPr>
          <p:nvPr>
            <p:ph type="body" sz="quarter" idx="13" hasCustomPrompt="1"/>
          </p:nvPr>
        </p:nvSpPr>
        <p:spPr>
          <a:xfrm>
            <a:off x="450000" y="731625"/>
            <a:ext cx="11145100" cy="757255"/>
          </a:xfrm>
          <a:prstGeom prst="rect">
            <a:avLst/>
          </a:prstGeom>
        </p:spPr>
        <p:txBody>
          <a:bodyPr lIns="0" tIns="0" rIns="0" bIns="0" anchor="t" anchorCtr="0">
            <a:noAutofit/>
          </a:bodyPr>
          <a:lstStyle>
            <a:lvl1pPr marL="0" indent="0">
              <a:spcBef>
                <a:spcPts val="0"/>
              </a:spcBef>
              <a:spcAft>
                <a:spcPts val="0"/>
              </a:spcAft>
              <a:buNone/>
              <a:defRPr sz="1400" b="0">
                <a:solidFill>
                  <a:schemeClr val="tx2"/>
                </a:solidFill>
                <a:latin typeface="+mn-lt"/>
              </a:defRPr>
            </a:lvl1pPr>
          </a:lstStyle>
          <a:p>
            <a:pPr lvl="0"/>
            <a:r>
              <a:rPr lang="en-US"/>
              <a:t>Click to add subtitle</a:t>
            </a:r>
          </a:p>
        </p:txBody>
      </p:sp>
      <p:sp>
        <p:nvSpPr>
          <p:cNvPr id="4" name="Title Placeholder 1">
            <a:extLst>
              <a:ext uri="{FF2B5EF4-FFF2-40B4-BE49-F238E27FC236}">
                <a16:creationId xmlns:a16="http://schemas.microsoft.com/office/drawing/2014/main" id="{2567164D-98D6-14DE-1654-8043100211A0}"/>
              </a:ext>
            </a:extLst>
          </p:cNvPr>
          <p:cNvSpPr>
            <a:spLocks noGrp="1"/>
          </p:cNvSpPr>
          <p:nvPr>
            <p:ph type="title" hasCustomPrompt="1"/>
          </p:nvPr>
        </p:nvSpPr>
        <p:spPr>
          <a:xfrm>
            <a:off x="450000" y="345992"/>
            <a:ext cx="11145100" cy="342000"/>
          </a:xfrm>
          <a:prstGeom prst="rect">
            <a:avLst/>
          </a:prstGeom>
        </p:spPr>
        <p:txBody>
          <a:bodyPr vert="horz" lIns="0" tIns="0" rIns="0" bIns="0" rtlCol="0" anchor="b" anchorCtr="0">
            <a:noAutofit/>
          </a:bodyPr>
          <a:lstStyle>
            <a:lvl1pPr>
              <a:spcBef>
                <a:spcPts val="0"/>
              </a:spcBef>
              <a:spcAft>
                <a:spcPts val="0"/>
              </a:spcAft>
              <a:defRPr sz="2400">
                <a:latin typeface="+mj-lt"/>
              </a:defRPr>
            </a:lvl1pPr>
          </a:lstStyle>
          <a:p>
            <a:r>
              <a:rPr lang="en-US"/>
              <a:t>Click to add title</a:t>
            </a:r>
          </a:p>
        </p:txBody>
      </p:sp>
      <p:sp>
        <p:nvSpPr>
          <p:cNvPr id="2" name="Text Placeholder 2">
            <a:extLst>
              <a:ext uri="{FF2B5EF4-FFF2-40B4-BE49-F238E27FC236}">
                <a16:creationId xmlns:a16="http://schemas.microsoft.com/office/drawing/2014/main" id="{D8A5E576-1EE3-41A2-173D-CD607535FDBC}"/>
              </a:ext>
            </a:extLst>
          </p:cNvPr>
          <p:cNvSpPr>
            <a:spLocks noGrp="1"/>
          </p:cNvSpPr>
          <p:nvPr>
            <p:ph type="body" sz="quarter" idx="10" hasCustomPrompt="1"/>
          </p:nvPr>
        </p:nvSpPr>
        <p:spPr>
          <a:xfrm>
            <a:off x="449999" y="180340"/>
            <a:ext cx="10241280" cy="124650"/>
          </a:xfrm>
        </p:spPr>
        <p:txBody>
          <a:bodyPr vert="horz" wrap="square" lIns="0" tIns="0" rIns="0" bIns="0" rtlCol="0">
            <a:spAutoFit/>
          </a:bodyPr>
          <a:lstStyle>
            <a:lvl1pPr marL="0" indent="0">
              <a:buNone/>
              <a:defRPr lang="en-US" sz="900" b="1" spc="100" baseline="0" dirty="0">
                <a:solidFill>
                  <a:srgbClr val="005587"/>
                </a:solidFill>
              </a:defRPr>
            </a:lvl1pPr>
          </a:lstStyle>
          <a:p>
            <a:pPr lvl="0"/>
            <a:r>
              <a:rPr lang="en-US"/>
              <a:t>BREADCRUMBS</a:t>
            </a:r>
          </a:p>
        </p:txBody>
      </p:sp>
      <p:sp>
        <p:nvSpPr>
          <p:cNvPr id="5" name="Slide Number Placeholder 4">
            <a:extLst>
              <a:ext uri="{FF2B5EF4-FFF2-40B4-BE49-F238E27FC236}">
                <a16:creationId xmlns:a16="http://schemas.microsoft.com/office/drawing/2014/main" id="{AE5C3171-AD8C-9C40-A8B6-CE5A9B23E81A}"/>
              </a:ext>
            </a:extLst>
          </p:cNvPr>
          <p:cNvSpPr>
            <a:spLocks noGrp="1"/>
          </p:cNvSpPr>
          <p:nvPr>
            <p:ph type="sldNum" sz="quarter" idx="14"/>
          </p:nvPr>
        </p:nvSpPr>
        <p:spPr/>
        <p:txBody>
          <a:bodyPr/>
          <a:lstStyle/>
          <a:p>
            <a:fld id="{51D8EE2E-5D6D-4442-B975-F945A07717C7}" type="slidenum">
              <a:rPr lang="en-US" smtClean="0"/>
              <a:t>‹#›</a:t>
            </a:fld>
            <a:endParaRPr lang="en-US"/>
          </a:p>
        </p:txBody>
      </p:sp>
    </p:spTree>
    <p:extLst>
      <p:ext uri="{BB962C8B-B14F-4D97-AF65-F5344CB8AC3E}">
        <p14:creationId xmlns:p14="http://schemas.microsoft.com/office/powerpoint/2010/main" val="2057220110"/>
      </p:ext>
    </p:extLst>
  </p:cSld>
  <p:clrMapOvr>
    <a:masterClrMapping/>
  </p:clrMapOvr>
  <p:transition>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_Title Only">
    <p:bg>
      <p:bgPr>
        <a:blipFill dpi="0" rotWithShape="1">
          <a:blip r:embed="rId3">
            <a:alphaModFix amt="29000"/>
            <a:lum/>
          </a:blip>
          <a:srcRect/>
          <a:stretch>
            <a:fillRect l="-2000" r="-2000"/>
          </a:stretch>
        </a:blipFill>
        <a:effectLst/>
      </p:bgPr>
    </p:bg>
    <p:spTree>
      <p:nvGrpSpPr>
        <p:cNvPr id="1" name=""/>
        <p:cNvGrpSpPr/>
        <p:nvPr/>
      </p:nvGrpSpPr>
      <p:grpSpPr>
        <a:xfrm>
          <a:off x="0" y="0"/>
          <a:ext cx="0" cy="0"/>
          <a:chOff x="0" y="0"/>
          <a:chExt cx="0" cy="0"/>
        </a:xfrm>
      </p:grpSpPr>
      <p:pic>
        <p:nvPicPr>
          <p:cNvPr id="24" name="Picture 23" descr="A black and white background&#10;&#10;AI-generated content may be incorrect.">
            <a:extLst>
              <a:ext uri="{FF2B5EF4-FFF2-40B4-BE49-F238E27FC236}">
                <a16:creationId xmlns:a16="http://schemas.microsoft.com/office/drawing/2014/main" id="{1CFE2212-1644-D647-2B62-D5E0A82CFAEE}"/>
              </a:ext>
            </a:extLst>
          </p:cNvPr>
          <p:cNvPicPr>
            <a:picLocks noChangeAspect="1"/>
          </p:cNvPicPr>
          <p:nvPr userDrawn="1"/>
        </p:nvPicPr>
        <p:blipFill>
          <a:blip r:embed="rId4">
            <a:alphaModFix amt="40000"/>
            <a:extLst>
              <a:ext uri="{28A0092B-C50C-407E-A947-70E740481C1C}">
                <a14:useLocalDpi xmlns:a14="http://schemas.microsoft.com/office/drawing/2010/main" val="0"/>
              </a:ext>
            </a:extLst>
          </a:blip>
          <a:stretch>
            <a:fillRect/>
          </a:stretch>
        </p:blipFill>
        <p:spPr>
          <a:xfrm>
            <a:off x="0" y="103909"/>
            <a:ext cx="12192000" cy="6650182"/>
          </a:xfrm>
          <a:prstGeom prst="rect">
            <a:avLst/>
          </a:prstGeom>
        </p:spPr>
      </p:pic>
      <p:graphicFrame>
        <p:nvGraphicFramePr>
          <p:cNvPr id="4" name="Object 3" hidden="1">
            <a:extLst>
              <a:ext uri="{FF2B5EF4-FFF2-40B4-BE49-F238E27FC236}">
                <a16:creationId xmlns:a16="http://schemas.microsoft.com/office/drawing/2014/main" id="{35049338-7875-4927-82E0-03C95D83209A}"/>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25" imgH="426" progId="TCLayout.ActiveDocument.1">
                  <p:embed/>
                </p:oleObj>
              </mc:Choice>
              <mc:Fallback>
                <p:oleObj name="think-cell Slide" r:id="rId5" imgW="425" imgH="426" progId="TCLayout.ActiveDocument.1">
                  <p:embed/>
                  <p:pic>
                    <p:nvPicPr>
                      <p:cNvPr id="4" name="Object 3" hidden="1">
                        <a:extLst>
                          <a:ext uri="{FF2B5EF4-FFF2-40B4-BE49-F238E27FC236}">
                            <a16:creationId xmlns:a16="http://schemas.microsoft.com/office/drawing/2014/main" id="{35049338-7875-4927-82E0-03C95D83209A}"/>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Text Placeholder 5">
            <a:extLst>
              <a:ext uri="{FF2B5EF4-FFF2-40B4-BE49-F238E27FC236}">
                <a16:creationId xmlns:a16="http://schemas.microsoft.com/office/drawing/2014/main" id="{B8262C90-11A8-EC6C-7B9D-87988D81176C}"/>
              </a:ext>
            </a:extLst>
          </p:cNvPr>
          <p:cNvSpPr>
            <a:spLocks noGrp="1"/>
          </p:cNvSpPr>
          <p:nvPr>
            <p:ph type="body" sz="quarter" idx="13"/>
          </p:nvPr>
        </p:nvSpPr>
        <p:spPr>
          <a:xfrm>
            <a:off x="481332" y="4211955"/>
            <a:ext cx="8528936" cy="2169796"/>
          </a:xfrm>
        </p:spPr>
        <p:txBody>
          <a:bodyPr anchor="b" anchorCtr="0">
            <a:normAutofit/>
          </a:bodyPr>
          <a:lstStyle>
            <a:lvl1pPr>
              <a:lnSpc>
                <a:spcPct val="100000"/>
              </a:lnSpc>
              <a:spcAft>
                <a:spcPts val="600"/>
              </a:spcAft>
              <a:defRPr sz="800">
                <a:latin typeface="Aptos" panose="020B0004020202020204" pitchFamily="34" charset="0"/>
              </a:defRPr>
            </a:lvl1pPr>
          </a:lstStyle>
          <a:p>
            <a:pPr lvl="0"/>
            <a:r>
              <a:rPr lang="en-US"/>
              <a:t>Click to edit Master text styles</a:t>
            </a:r>
          </a:p>
        </p:txBody>
      </p:sp>
      <p:sp>
        <p:nvSpPr>
          <p:cNvPr id="3" name="Picture Placeholder 2">
            <a:extLst>
              <a:ext uri="{FF2B5EF4-FFF2-40B4-BE49-F238E27FC236}">
                <a16:creationId xmlns:a16="http://schemas.microsoft.com/office/drawing/2014/main" id="{A6CEE224-E220-30F8-D387-4947C7F9B05A}"/>
              </a:ext>
            </a:extLst>
          </p:cNvPr>
          <p:cNvSpPr>
            <a:spLocks noGrp="1"/>
          </p:cNvSpPr>
          <p:nvPr>
            <p:ph type="pic" sz="quarter" idx="14" hasCustomPrompt="1"/>
          </p:nvPr>
        </p:nvSpPr>
        <p:spPr>
          <a:xfrm>
            <a:off x="9401327" y="4211955"/>
            <a:ext cx="2319503" cy="1725448"/>
          </a:xfrm>
        </p:spPr>
        <p:txBody>
          <a:bodyPr anchor="ctr" anchorCtr="0">
            <a:normAutofit/>
          </a:bodyPr>
          <a:lstStyle>
            <a:lvl1pPr algn="ctr">
              <a:defRPr sz="800">
                <a:latin typeface="Aptos" panose="020B0004020202020204" pitchFamily="34" charset="0"/>
              </a:defRPr>
            </a:lvl1pPr>
          </a:lstStyle>
          <a:p>
            <a:r>
              <a:rPr lang="en-GB" sz="900"/>
              <a:t>Insert sponsorship mark here</a:t>
            </a:r>
            <a:endParaRPr lang="en-GB"/>
          </a:p>
        </p:txBody>
      </p:sp>
      <p:sp>
        <p:nvSpPr>
          <p:cNvPr id="5" name="Text Placeholder 7">
            <a:extLst>
              <a:ext uri="{FF2B5EF4-FFF2-40B4-BE49-F238E27FC236}">
                <a16:creationId xmlns:a16="http://schemas.microsoft.com/office/drawing/2014/main" id="{D090C09C-747D-81CD-1516-D4DC7A4ACA19}"/>
              </a:ext>
            </a:extLst>
          </p:cNvPr>
          <p:cNvSpPr>
            <a:spLocks noGrp="1"/>
          </p:cNvSpPr>
          <p:nvPr>
            <p:ph type="body" sz="quarter" idx="15"/>
          </p:nvPr>
        </p:nvSpPr>
        <p:spPr>
          <a:xfrm>
            <a:off x="9401330" y="6018028"/>
            <a:ext cx="2319501" cy="363722"/>
          </a:xfrm>
        </p:spPr>
        <p:txBody>
          <a:bodyPr anchor="b" anchorCtr="0">
            <a:normAutofit/>
          </a:bodyPr>
          <a:lstStyle>
            <a:lvl1pPr>
              <a:lnSpc>
                <a:spcPct val="100000"/>
              </a:lnSpc>
              <a:defRPr sz="800">
                <a:latin typeface="Aptos" panose="020B0004020202020204" pitchFamily="34" charset="0"/>
              </a:defRPr>
            </a:lvl1pPr>
          </a:lstStyle>
          <a:p>
            <a:pPr lvl="0"/>
            <a:r>
              <a:rPr lang="en-US"/>
              <a:t>Click to edit Master text styles</a:t>
            </a:r>
          </a:p>
        </p:txBody>
      </p:sp>
      <p:grpSp>
        <p:nvGrpSpPr>
          <p:cNvPr id="6" name="Group 5">
            <a:extLst>
              <a:ext uri="{FF2B5EF4-FFF2-40B4-BE49-F238E27FC236}">
                <a16:creationId xmlns:a16="http://schemas.microsoft.com/office/drawing/2014/main" id="{297B53F5-7F71-E907-76FC-964A6835DA60}"/>
              </a:ext>
            </a:extLst>
          </p:cNvPr>
          <p:cNvGrpSpPr>
            <a:grpSpLocks noChangeAspect="1"/>
          </p:cNvGrpSpPr>
          <p:nvPr userDrawn="1"/>
        </p:nvGrpSpPr>
        <p:grpSpPr>
          <a:xfrm>
            <a:off x="466395" y="294640"/>
            <a:ext cx="1998000" cy="374400"/>
            <a:chOff x="398463" y="404813"/>
            <a:chExt cx="1627187" cy="307976"/>
          </a:xfrm>
          <a:solidFill>
            <a:schemeClr val="tx1"/>
          </a:solidFill>
        </p:grpSpPr>
        <p:sp>
          <p:nvSpPr>
            <p:cNvPr id="21" name="Oval 5">
              <a:extLst>
                <a:ext uri="{FF2B5EF4-FFF2-40B4-BE49-F238E27FC236}">
                  <a16:creationId xmlns:a16="http://schemas.microsoft.com/office/drawing/2014/main" id="{71456E26-F4A2-6E29-F52A-98719A54DFC7}"/>
                </a:ext>
              </a:extLst>
            </p:cNvPr>
            <p:cNvSpPr>
              <a:spLocks noChangeArrowheads="1"/>
            </p:cNvSpPr>
            <p:nvPr/>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latin typeface="Aptos" panose="020B0004020202020204" pitchFamily="34" charset="0"/>
              </a:endParaRPr>
            </a:p>
          </p:txBody>
        </p:sp>
        <p:sp>
          <p:nvSpPr>
            <p:cNvPr id="22" name="Freeform 6">
              <a:extLst>
                <a:ext uri="{FF2B5EF4-FFF2-40B4-BE49-F238E27FC236}">
                  <a16:creationId xmlns:a16="http://schemas.microsoft.com/office/drawing/2014/main" id="{EFD5BAB9-A99B-903D-16D0-D5868977825C}"/>
                </a:ext>
              </a:extLst>
            </p:cNvPr>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latin typeface="Aptos" panose="020B0004020202020204" pitchFamily="34" charset="0"/>
              </a:endParaRPr>
            </a:p>
          </p:txBody>
        </p:sp>
        <p:sp>
          <p:nvSpPr>
            <p:cNvPr id="23" name="Rectangle 7">
              <a:extLst>
                <a:ext uri="{FF2B5EF4-FFF2-40B4-BE49-F238E27FC236}">
                  <a16:creationId xmlns:a16="http://schemas.microsoft.com/office/drawing/2014/main" id="{AD707F91-C329-08C2-D4A4-F49EAF871812}"/>
                </a:ext>
              </a:extLst>
            </p:cNvPr>
            <p:cNvSpPr>
              <a:spLocks noChangeArrowheads="1"/>
            </p:cNvSpPr>
            <p:nvPr/>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latin typeface="Aptos" panose="020B0004020202020204" pitchFamily="34" charset="0"/>
              </a:endParaRPr>
            </a:p>
          </p:txBody>
        </p:sp>
        <p:sp>
          <p:nvSpPr>
            <p:cNvPr id="25" name="Freeform 8">
              <a:extLst>
                <a:ext uri="{FF2B5EF4-FFF2-40B4-BE49-F238E27FC236}">
                  <a16:creationId xmlns:a16="http://schemas.microsoft.com/office/drawing/2014/main" id="{DDD7BC9C-FE8C-E7EB-94B8-E845AE666D77}"/>
                </a:ext>
              </a:extLst>
            </p:cNvPr>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latin typeface="Aptos" panose="020B0004020202020204" pitchFamily="34" charset="0"/>
              </a:endParaRPr>
            </a:p>
          </p:txBody>
        </p:sp>
        <p:sp>
          <p:nvSpPr>
            <p:cNvPr id="26" name="Rectangle 9">
              <a:extLst>
                <a:ext uri="{FF2B5EF4-FFF2-40B4-BE49-F238E27FC236}">
                  <a16:creationId xmlns:a16="http://schemas.microsoft.com/office/drawing/2014/main" id="{E33563F8-B05E-B985-326F-14F4C2562D5E}"/>
                </a:ext>
              </a:extLst>
            </p:cNvPr>
            <p:cNvSpPr>
              <a:spLocks noChangeArrowheads="1"/>
            </p:cNvSpPr>
            <p:nvPr/>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latin typeface="Aptos" panose="020B0004020202020204" pitchFamily="34" charset="0"/>
              </a:endParaRPr>
            </a:p>
          </p:txBody>
        </p:sp>
        <p:sp>
          <p:nvSpPr>
            <p:cNvPr id="27" name="Rectangle 10">
              <a:extLst>
                <a:ext uri="{FF2B5EF4-FFF2-40B4-BE49-F238E27FC236}">
                  <a16:creationId xmlns:a16="http://schemas.microsoft.com/office/drawing/2014/main" id="{BCFEFA62-B3E2-1347-3DD9-B4964822D61C}"/>
                </a:ext>
              </a:extLst>
            </p:cNvPr>
            <p:cNvSpPr>
              <a:spLocks noChangeArrowheads="1"/>
            </p:cNvSpPr>
            <p:nvPr/>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latin typeface="Aptos" panose="020B0004020202020204" pitchFamily="34" charset="0"/>
              </a:endParaRPr>
            </a:p>
          </p:txBody>
        </p:sp>
        <p:sp>
          <p:nvSpPr>
            <p:cNvPr id="28" name="Freeform 11">
              <a:extLst>
                <a:ext uri="{FF2B5EF4-FFF2-40B4-BE49-F238E27FC236}">
                  <a16:creationId xmlns:a16="http://schemas.microsoft.com/office/drawing/2014/main" id="{658357E9-4830-D8C1-4A96-FDD0CBAB8F6B}"/>
                </a:ext>
              </a:extLst>
            </p:cNvPr>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latin typeface="Aptos" panose="020B0004020202020204" pitchFamily="34" charset="0"/>
              </a:endParaRPr>
            </a:p>
          </p:txBody>
        </p:sp>
        <p:sp>
          <p:nvSpPr>
            <p:cNvPr id="29" name="Freeform 12">
              <a:extLst>
                <a:ext uri="{FF2B5EF4-FFF2-40B4-BE49-F238E27FC236}">
                  <a16:creationId xmlns:a16="http://schemas.microsoft.com/office/drawing/2014/main" id="{7B516FB8-DD96-9315-BEED-D0C9D36931AE}"/>
                </a:ext>
              </a:extLst>
            </p:cNvPr>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latin typeface="Aptos" panose="020B0004020202020204" pitchFamily="34" charset="0"/>
              </a:endParaRPr>
            </a:p>
          </p:txBody>
        </p:sp>
        <p:sp>
          <p:nvSpPr>
            <p:cNvPr id="30" name="Freeform 13">
              <a:extLst>
                <a:ext uri="{FF2B5EF4-FFF2-40B4-BE49-F238E27FC236}">
                  <a16:creationId xmlns:a16="http://schemas.microsoft.com/office/drawing/2014/main" id="{F9F1E213-D876-424E-62B5-B8957588E2AD}"/>
                </a:ext>
              </a:extLst>
            </p:cNvPr>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latin typeface="Aptos" panose="020B0004020202020204" pitchFamily="34" charset="0"/>
              </a:endParaRPr>
            </a:p>
          </p:txBody>
        </p:sp>
        <p:sp>
          <p:nvSpPr>
            <p:cNvPr id="31" name="Freeform 14">
              <a:extLst>
                <a:ext uri="{FF2B5EF4-FFF2-40B4-BE49-F238E27FC236}">
                  <a16:creationId xmlns:a16="http://schemas.microsoft.com/office/drawing/2014/main" id="{1552278A-2D29-C72C-4EDA-22A3A26CF847}"/>
                </a:ext>
              </a:extLst>
            </p:cNvPr>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latin typeface="Aptos" panose="020B0004020202020204" pitchFamily="34" charset="0"/>
              </a:endParaRPr>
            </a:p>
          </p:txBody>
        </p:sp>
      </p:grpSp>
    </p:spTree>
    <p:extLst>
      <p:ext uri="{BB962C8B-B14F-4D97-AF65-F5344CB8AC3E}">
        <p14:creationId xmlns:p14="http://schemas.microsoft.com/office/powerpoint/2010/main" val="3799036085"/>
      </p:ext>
    </p:extLst>
  </p:cSld>
  <p:clrMapOvr>
    <a:masterClrMapping/>
  </p:clrMapOvr>
  <p:transition>
    <p:fad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3_Blank">
    <p:spTree>
      <p:nvGrpSpPr>
        <p:cNvPr id="1" name=""/>
        <p:cNvGrpSpPr/>
        <p:nvPr/>
      </p:nvGrpSpPr>
      <p:grpSpPr>
        <a:xfrm>
          <a:off x="0" y="0"/>
          <a:ext cx="0" cy="0"/>
          <a:chOff x="0" y="0"/>
          <a:chExt cx="0" cy="0"/>
        </a:xfrm>
      </p:grpSpPr>
      <p:sp>
        <p:nvSpPr>
          <p:cNvPr id="45" name="Rectangle 44">
            <a:extLst>
              <a:ext uri="{FF2B5EF4-FFF2-40B4-BE49-F238E27FC236}">
                <a16:creationId xmlns:a16="http://schemas.microsoft.com/office/drawing/2014/main" id="{B45EC780-2A43-5E41-9A7F-D67BEEBC7A56}"/>
              </a:ext>
            </a:extLst>
          </p:cNvPr>
          <p:cNvSpPr/>
          <p:nvPr userDrawn="1"/>
        </p:nvSpPr>
        <p:spPr bwMode="gray">
          <a:xfrm>
            <a:off x="7994241" y="3045961"/>
            <a:ext cx="3542552" cy="2558241"/>
          </a:xfrm>
          <a:prstGeom prst="rect">
            <a:avLst/>
          </a:prstGeom>
          <a:solidFill>
            <a:schemeClr val="bg1">
              <a:lumMod val="95000"/>
              <a:alpha val="50000"/>
            </a:schemeClr>
          </a:solidFill>
          <a:ln w="19050" algn="ctr">
            <a:noFill/>
            <a:miter lim="800000"/>
            <a:headEnd/>
            <a:tailEnd/>
          </a:ln>
        </p:spPr>
        <p:txBody>
          <a:bodyPr wrap="square" lIns="182880" tIns="88900" rIns="88900" bIns="88900" rtlCol="0" anchor="t"/>
          <a:lstStyle/>
          <a:p>
            <a:pPr algn="ctr">
              <a:lnSpc>
                <a:spcPct val="106000"/>
              </a:lnSpc>
              <a:buFont typeface="Wingdings 2" pitchFamily="18" charset="2"/>
              <a:buNone/>
            </a:pPr>
            <a:endParaRPr lang="en-US" sz="1600" b="1">
              <a:solidFill>
                <a:schemeClr val="bg1"/>
              </a:solidFill>
            </a:endParaRPr>
          </a:p>
        </p:txBody>
      </p:sp>
      <p:sp>
        <p:nvSpPr>
          <p:cNvPr id="44" name="Rectangle 43">
            <a:extLst>
              <a:ext uri="{FF2B5EF4-FFF2-40B4-BE49-F238E27FC236}">
                <a16:creationId xmlns:a16="http://schemas.microsoft.com/office/drawing/2014/main" id="{192135C2-9366-E54D-88D9-12CDEA62CCDF}"/>
              </a:ext>
            </a:extLst>
          </p:cNvPr>
          <p:cNvSpPr/>
          <p:nvPr userDrawn="1"/>
        </p:nvSpPr>
        <p:spPr bwMode="gray">
          <a:xfrm>
            <a:off x="4190167" y="3045961"/>
            <a:ext cx="3542552" cy="2558243"/>
          </a:xfrm>
          <a:prstGeom prst="rect">
            <a:avLst/>
          </a:prstGeom>
          <a:solidFill>
            <a:schemeClr val="bg1">
              <a:lumMod val="95000"/>
              <a:alpha val="50000"/>
            </a:schemeClr>
          </a:solidFill>
          <a:ln w="19050" algn="ctr">
            <a:noFill/>
            <a:miter lim="800000"/>
            <a:headEnd/>
            <a:tailEnd/>
          </a:ln>
        </p:spPr>
        <p:txBody>
          <a:bodyPr wrap="square" lIns="182880" tIns="88900" rIns="88900" bIns="88900" rtlCol="0" anchor="t"/>
          <a:lstStyle/>
          <a:p>
            <a:pPr algn="ctr">
              <a:lnSpc>
                <a:spcPct val="106000"/>
              </a:lnSpc>
              <a:buFont typeface="Wingdings 2" pitchFamily="18" charset="2"/>
              <a:buNone/>
            </a:pPr>
            <a:endParaRPr lang="en-US" sz="1600" b="1">
              <a:solidFill>
                <a:schemeClr val="bg1"/>
              </a:solidFill>
            </a:endParaRPr>
          </a:p>
        </p:txBody>
      </p:sp>
      <p:sp>
        <p:nvSpPr>
          <p:cNvPr id="43" name="Rectangle 42">
            <a:extLst>
              <a:ext uri="{FF2B5EF4-FFF2-40B4-BE49-F238E27FC236}">
                <a16:creationId xmlns:a16="http://schemas.microsoft.com/office/drawing/2014/main" id="{1F41654C-EFDB-B340-8B9A-5C0396A4CE9E}"/>
              </a:ext>
            </a:extLst>
          </p:cNvPr>
          <p:cNvSpPr/>
          <p:nvPr userDrawn="1"/>
        </p:nvSpPr>
        <p:spPr bwMode="gray">
          <a:xfrm>
            <a:off x="461137" y="3045962"/>
            <a:ext cx="3542552" cy="2558247"/>
          </a:xfrm>
          <a:prstGeom prst="rect">
            <a:avLst/>
          </a:prstGeom>
          <a:solidFill>
            <a:schemeClr val="bg1">
              <a:lumMod val="95000"/>
              <a:alpha val="50000"/>
            </a:schemeClr>
          </a:solidFill>
          <a:ln w="19050" algn="ctr">
            <a:noFill/>
            <a:miter lim="800000"/>
            <a:headEnd/>
            <a:tailEnd/>
          </a:ln>
        </p:spPr>
        <p:txBody>
          <a:bodyPr wrap="square" lIns="88900" tIns="88900" rIns="88900" bIns="88900" rtlCol="0" anchor="t"/>
          <a:lstStyle/>
          <a:p>
            <a:pPr algn="ctr">
              <a:lnSpc>
                <a:spcPct val="106000"/>
              </a:lnSpc>
              <a:buFont typeface="Wingdings 2" pitchFamily="18" charset="2"/>
              <a:buNone/>
            </a:pPr>
            <a:endParaRPr lang="en-US" sz="1600" b="1">
              <a:solidFill>
                <a:schemeClr val="bg1"/>
              </a:solidFill>
            </a:endParaRPr>
          </a:p>
        </p:txBody>
      </p:sp>
      <p:sp>
        <p:nvSpPr>
          <p:cNvPr id="5" name="Text Placeholder 2">
            <a:extLst>
              <a:ext uri="{FF2B5EF4-FFF2-40B4-BE49-F238E27FC236}">
                <a16:creationId xmlns:a16="http://schemas.microsoft.com/office/drawing/2014/main" id="{7DAF9F9B-F2A1-E34E-AC22-C9409DE4282E}"/>
              </a:ext>
            </a:extLst>
          </p:cNvPr>
          <p:cNvSpPr>
            <a:spLocks noGrp="1"/>
          </p:cNvSpPr>
          <p:nvPr>
            <p:ph type="body" sz="quarter" idx="13" hasCustomPrompt="1"/>
          </p:nvPr>
        </p:nvSpPr>
        <p:spPr>
          <a:xfrm>
            <a:off x="461137" y="954797"/>
            <a:ext cx="8650221" cy="303911"/>
          </a:xfrm>
        </p:spPr>
        <p:txBody>
          <a:bodyPr anchor="ctr"/>
          <a:lstStyle>
            <a:lvl1pPr>
              <a:defRPr sz="1400" b="0" i="0">
                <a:latin typeface="Open Sans Light" panose="020B0306030504020204" pitchFamily="34" charset="0"/>
                <a:ea typeface="Open Sans Light" panose="020B0306030504020204" pitchFamily="34" charset="0"/>
                <a:cs typeface="Open Sans Light" panose="020B0306030504020204" pitchFamily="34" charset="0"/>
              </a:defRPr>
            </a:lvl1pPr>
          </a:lstStyle>
          <a:p>
            <a:r>
              <a:rPr lang="en-US" sz="1200">
                <a:solidFill>
                  <a:schemeClr val="tx1"/>
                </a:solidFill>
              </a:rPr>
              <a:t>text</a:t>
            </a:r>
          </a:p>
        </p:txBody>
      </p:sp>
      <p:sp>
        <p:nvSpPr>
          <p:cNvPr id="6" name="Title 3">
            <a:extLst>
              <a:ext uri="{FF2B5EF4-FFF2-40B4-BE49-F238E27FC236}">
                <a16:creationId xmlns:a16="http://schemas.microsoft.com/office/drawing/2014/main" id="{F3FA3300-159D-594D-9102-3687E7F8F053}"/>
              </a:ext>
            </a:extLst>
          </p:cNvPr>
          <p:cNvSpPr>
            <a:spLocks noGrp="1"/>
          </p:cNvSpPr>
          <p:nvPr>
            <p:ph type="title" hasCustomPrompt="1"/>
          </p:nvPr>
        </p:nvSpPr>
        <p:spPr>
          <a:xfrm>
            <a:off x="478021" y="443560"/>
            <a:ext cx="8650221" cy="334102"/>
          </a:xfrm>
        </p:spPr>
        <p:txBody>
          <a:bodyPr anchor="ctr"/>
          <a:lstStyle>
            <a:lvl1pPr>
              <a:defRPr b="1"/>
            </a:lvl1pPr>
          </a:lstStyle>
          <a:p>
            <a:r>
              <a:rPr lang="en-US"/>
              <a:t>text</a:t>
            </a:r>
          </a:p>
        </p:txBody>
      </p:sp>
      <p:cxnSp>
        <p:nvCxnSpPr>
          <p:cNvPr id="15" name="Straight Connector 14">
            <a:extLst>
              <a:ext uri="{FF2B5EF4-FFF2-40B4-BE49-F238E27FC236}">
                <a16:creationId xmlns:a16="http://schemas.microsoft.com/office/drawing/2014/main" id="{E029D067-222E-DE45-9244-4EB6DA9045CF}"/>
              </a:ext>
            </a:extLst>
          </p:cNvPr>
          <p:cNvCxnSpPr>
            <a:cxnSpLocks/>
          </p:cNvCxnSpPr>
          <p:nvPr userDrawn="1"/>
        </p:nvCxnSpPr>
        <p:spPr>
          <a:xfrm>
            <a:off x="462203" y="2651321"/>
            <a:ext cx="3541486"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A9504AA5-5AAD-0A41-8F9E-A5007389638F}"/>
              </a:ext>
            </a:extLst>
          </p:cNvPr>
          <p:cNvCxnSpPr>
            <a:cxnSpLocks/>
          </p:cNvCxnSpPr>
          <p:nvPr userDrawn="1"/>
        </p:nvCxnSpPr>
        <p:spPr>
          <a:xfrm>
            <a:off x="4240923" y="2660846"/>
            <a:ext cx="3543655"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79F738A3-1E52-8946-983D-5EA153602CB5}"/>
              </a:ext>
            </a:extLst>
          </p:cNvPr>
          <p:cNvCxnSpPr/>
          <p:nvPr userDrawn="1"/>
        </p:nvCxnSpPr>
        <p:spPr>
          <a:xfrm>
            <a:off x="7990763" y="2660846"/>
            <a:ext cx="3549508" cy="0"/>
          </a:xfrm>
          <a:prstGeom prst="line">
            <a:avLst/>
          </a:prstGeom>
          <a:ln w="381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49D7BA07-3059-FF49-B9DA-0A47CB4A7381}"/>
              </a:ext>
            </a:extLst>
          </p:cNvPr>
          <p:cNvCxnSpPr>
            <a:cxnSpLocks/>
          </p:cNvCxnSpPr>
          <p:nvPr userDrawn="1"/>
        </p:nvCxnSpPr>
        <p:spPr>
          <a:xfrm>
            <a:off x="462203" y="1311684"/>
            <a:ext cx="11078068"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9" name="Group 360">
            <a:extLst>
              <a:ext uri="{FF2B5EF4-FFF2-40B4-BE49-F238E27FC236}">
                <a16:creationId xmlns:a16="http://schemas.microsoft.com/office/drawing/2014/main" id="{D39907DF-0179-0544-9FC5-A9588E2EE4A3}"/>
              </a:ext>
            </a:extLst>
          </p:cNvPr>
          <p:cNvGrpSpPr>
            <a:grpSpLocks noChangeAspect="1"/>
          </p:cNvGrpSpPr>
          <p:nvPr userDrawn="1"/>
        </p:nvGrpSpPr>
        <p:grpSpPr bwMode="auto">
          <a:xfrm>
            <a:off x="469900" y="1356775"/>
            <a:ext cx="321076" cy="321076"/>
            <a:chOff x="5799" y="1235"/>
            <a:chExt cx="340" cy="340"/>
          </a:xfrm>
          <a:solidFill>
            <a:schemeClr val="accent4"/>
          </a:solidFill>
        </p:grpSpPr>
        <p:sp>
          <p:nvSpPr>
            <p:cNvPr id="20" name="Freeform 361">
              <a:extLst>
                <a:ext uri="{FF2B5EF4-FFF2-40B4-BE49-F238E27FC236}">
                  <a16:creationId xmlns:a16="http://schemas.microsoft.com/office/drawing/2014/main" id="{AF5D9EC0-BBCF-434F-94D1-756BEF66BE87}"/>
                </a:ext>
              </a:extLst>
            </p:cNvPr>
            <p:cNvSpPr>
              <a:spLocks noEditPoints="1"/>
            </p:cNvSpPr>
            <p:nvPr/>
          </p:nvSpPr>
          <p:spPr bwMode="auto">
            <a:xfrm>
              <a:off x="5891" y="1299"/>
              <a:ext cx="156" cy="212"/>
            </a:xfrm>
            <a:custGeom>
              <a:avLst/>
              <a:gdLst>
                <a:gd name="T0" fmla="*/ 234 w 235"/>
                <a:gd name="T1" fmla="*/ 81 h 320"/>
                <a:gd name="T2" fmla="*/ 232 w 235"/>
                <a:gd name="T3" fmla="*/ 77 h 320"/>
                <a:gd name="T4" fmla="*/ 157 w 235"/>
                <a:gd name="T5" fmla="*/ 3 h 320"/>
                <a:gd name="T6" fmla="*/ 154 w 235"/>
                <a:gd name="T7" fmla="*/ 0 h 320"/>
                <a:gd name="T8" fmla="*/ 150 w 235"/>
                <a:gd name="T9" fmla="*/ 0 h 320"/>
                <a:gd name="T10" fmla="*/ 11 w 235"/>
                <a:gd name="T11" fmla="*/ 0 h 320"/>
                <a:gd name="T12" fmla="*/ 0 w 235"/>
                <a:gd name="T13" fmla="*/ 10 h 320"/>
                <a:gd name="T14" fmla="*/ 0 w 235"/>
                <a:gd name="T15" fmla="*/ 309 h 320"/>
                <a:gd name="T16" fmla="*/ 11 w 235"/>
                <a:gd name="T17" fmla="*/ 320 h 320"/>
                <a:gd name="T18" fmla="*/ 224 w 235"/>
                <a:gd name="T19" fmla="*/ 320 h 320"/>
                <a:gd name="T20" fmla="*/ 235 w 235"/>
                <a:gd name="T21" fmla="*/ 309 h 320"/>
                <a:gd name="T22" fmla="*/ 235 w 235"/>
                <a:gd name="T23" fmla="*/ 85 h 320"/>
                <a:gd name="T24" fmla="*/ 234 w 235"/>
                <a:gd name="T25" fmla="*/ 81 h 320"/>
                <a:gd name="T26" fmla="*/ 160 w 235"/>
                <a:gd name="T27" fmla="*/ 36 h 320"/>
                <a:gd name="T28" fmla="*/ 199 w 235"/>
                <a:gd name="T29" fmla="*/ 74 h 320"/>
                <a:gd name="T30" fmla="*/ 160 w 235"/>
                <a:gd name="T31" fmla="*/ 74 h 320"/>
                <a:gd name="T32" fmla="*/ 160 w 235"/>
                <a:gd name="T33" fmla="*/ 36 h 320"/>
                <a:gd name="T34" fmla="*/ 22 w 235"/>
                <a:gd name="T35" fmla="*/ 298 h 320"/>
                <a:gd name="T36" fmla="*/ 22 w 235"/>
                <a:gd name="T37" fmla="*/ 21 h 320"/>
                <a:gd name="T38" fmla="*/ 139 w 235"/>
                <a:gd name="T39" fmla="*/ 21 h 320"/>
                <a:gd name="T40" fmla="*/ 139 w 235"/>
                <a:gd name="T41" fmla="*/ 85 h 320"/>
                <a:gd name="T42" fmla="*/ 150 w 235"/>
                <a:gd name="T43" fmla="*/ 96 h 320"/>
                <a:gd name="T44" fmla="*/ 214 w 235"/>
                <a:gd name="T45" fmla="*/ 96 h 320"/>
                <a:gd name="T46" fmla="*/ 214 w 235"/>
                <a:gd name="T47" fmla="*/ 298 h 320"/>
                <a:gd name="T48" fmla="*/ 22 w 235"/>
                <a:gd name="T49" fmla="*/ 298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35" h="320">
                  <a:moveTo>
                    <a:pt x="234" y="81"/>
                  </a:moveTo>
                  <a:cubicBezTo>
                    <a:pt x="234" y="80"/>
                    <a:pt x="233" y="78"/>
                    <a:pt x="232" y="77"/>
                  </a:cubicBezTo>
                  <a:cubicBezTo>
                    <a:pt x="157" y="3"/>
                    <a:pt x="157" y="3"/>
                    <a:pt x="157" y="3"/>
                  </a:cubicBezTo>
                  <a:cubicBezTo>
                    <a:pt x="156" y="2"/>
                    <a:pt x="155" y="1"/>
                    <a:pt x="154" y="0"/>
                  </a:cubicBezTo>
                  <a:cubicBezTo>
                    <a:pt x="152" y="0"/>
                    <a:pt x="151" y="0"/>
                    <a:pt x="150" y="0"/>
                  </a:cubicBezTo>
                  <a:cubicBezTo>
                    <a:pt x="11" y="0"/>
                    <a:pt x="11" y="0"/>
                    <a:pt x="11" y="0"/>
                  </a:cubicBezTo>
                  <a:cubicBezTo>
                    <a:pt x="5" y="0"/>
                    <a:pt x="0" y="4"/>
                    <a:pt x="0" y="10"/>
                  </a:cubicBezTo>
                  <a:cubicBezTo>
                    <a:pt x="0" y="309"/>
                    <a:pt x="0" y="309"/>
                    <a:pt x="0" y="309"/>
                  </a:cubicBezTo>
                  <a:cubicBezTo>
                    <a:pt x="0" y="315"/>
                    <a:pt x="5" y="320"/>
                    <a:pt x="11" y="320"/>
                  </a:cubicBezTo>
                  <a:cubicBezTo>
                    <a:pt x="224" y="320"/>
                    <a:pt x="224" y="320"/>
                    <a:pt x="224" y="320"/>
                  </a:cubicBezTo>
                  <a:cubicBezTo>
                    <a:pt x="230" y="320"/>
                    <a:pt x="235" y="315"/>
                    <a:pt x="235" y="309"/>
                  </a:cubicBezTo>
                  <a:cubicBezTo>
                    <a:pt x="235" y="85"/>
                    <a:pt x="235" y="85"/>
                    <a:pt x="235" y="85"/>
                  </a:cubicBezTo>
                  <a:cubicBezTo>
                    <a:pt x="235" y="84"/>
                    <a:pt x="235" y="82"/>
                    <a:pt x="234" y="81"/>
                  </a:cubicBezTo>
                  <a:close/>
                  <a:moveTo>
                    <a:pt x="160" y="36"/>
                  </a:moveTo>
                  <a:cubicBezTo>
                    <a:pt x="199" y="74"/>
                    <a:pt x="199" y="74"/>
                    <a:pt x="199" y="74"/>
                  </a:cubicBezTo>
                  <a:cubicBezTo>
                    <a:pt x="160" y="74"/>
                    <a:pt x="160" y="74"/>
                    <a:pt x="160" y="74"/>
                  </a:cubicBezTo>
                  <a:lnTo>
                    <a:pt x="160" y="36"/>
                  </a:lnTo>
                  <a:close/>
                  <a:moveTo>
                    <a:pt x="22" y="298"/>
                  </a:moveTo>
                  <a:cubicBezTo>
                    <a:pt x="22" y="21"/>
                    <a:pt x="22" y="21"/>
                    <a:pt x="22" y="21"/>
                  </a:cubicBezTo>
                  <a:cubicBezTo>
                    <a:pt x="139" y="21"/>
                    <a:pt x="139" y="21"/>
                    <a:pt x="139" y="21"/>
                  </a:cubicBezTo>
                  <a:cubicBezTo>
                    <a:pt x="139" y="85"/>
                    <a:pt x="139" y="85"/>
                    <a:pt x="139" y="85"/>
                  </a:cubicBezTo>
                  <a:cubicBezTo>
                    <a:pt x="139" y="91"/>
                    <a:pt x="144" y="96"/>
                    <a:pt x="150" y="96"/>
                  </a:cubicBezTo>
                  <a:cubicBezTo>
                    <a:pt x="214" y="96"/>
                    <a:pt x="214" y="96"/>
                    <a:pt x="214" y="96"/>
                  </a:cubicBezTo>
                  <a:cubicBezTo>
                    <a:pt x="214" y="298"/>
                    <a:pt x="214" y="298"/>
                    <a:pt x="214" y="298"/>
                  </a:cubicBezTo>
                  <a:lnTo>
                    <a:pt x="22" y="298"/>
                  </a:lnTo>
                  <a:close/>
                </a:path>
              </a:pathLst>
            </a:custGeom>
            <a:grpFill/>
            <a:ln>
              <a:solidFill>
                <a:schemeClr val="tx1"/>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endParaRPr lang="en-GB"/>
            </a:p>
          </p:txBody>
        </p:sp>
        <p:sp>
          <p:nvSpPr>
            <p:cNvPr id="21" name="Freeform 362">
              <a:extLst>
                <a:ext uri="{FF2B5EF4-FFF2-40B4-BE49-F238E27FC236}">
                  <a16:creationId xmlns:a16="http://schemas.microsoft.com/office/drawing/2014/main" id="{CFC0CE34-C5C1-EF4D-8E27-0DA5DF311FC0}"/>
                </a:ext>
              </a:extLst>
            </p:cNvPr>
            <p:cNvSpPr>
              <a:spLocks noEditPoints="1"/>
            </p:cNvSpPr>
            <p:nvPr/>
          </p:nvSpPr>
          <p:spPr bwMode="auto">
            <a:xfrm>
              <a:off x="5799" y="1235"/>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solidFill>
                <a:schemeClr val="tx1"/>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endParaRPr lang="en-GB"/>
            </a:p>
          </p:txBody>
        </p:sp>
      </p:grpSp>
      <p:grpSp>
        <p:nvGrpSpPr>
          <p:cNvPr id="22" name="Group 519">
            <a:extLst>
              <a:ext uri="{FF2B5EF4-FFF2-40B4-BE49-F238E27FC236}">
                <a16:creationId xmlns:a16="http://schemas.microsoft.com/office/drawing/2014/main" id="{1960563D-4ECE-E541-896C-B7697D0A7AF1}"/>
              </a:ext>
            </a:extLst>
          </p:cNvPr>
          <p:cNvGrpSpPr>
            <a:grpSpLocks noChangeAspect="1"/>
          </p:cNvGrpSpPr>
          <p:nvPr userDrawn="1"/>
        </p:nvGrpSpPr>
        <p:grpSpPr bwMode="auto">
          <a:xfrm>
            <a:off x="4232045" y="2702666"/>
            <a:ext cx="321383" cy="321383"/>
            <a:chOff x="4190" y="2983"/>
            <a:chExt cx="340" cy="340"/>
          </a:xfrm>
          <a:solidFill>
            <a:schemeClr val="accent3"/>
          </a:solidFill>
        </p:grpSpPr>
        <p:sp>
          <p:nvSpPr>
            <p:cNvPr id="23" name="Freeform 520">
              <a:extLst>
                <a:ext uri="{FF2B5EF4-FFF2-40B4-BE49-F238E27FC236}">
                  <a16:creationId xmlns:a16="http://schemas.microsoft.com/office/drawing/2014/main" id="{7E42F418-0A3D-A646-9E51-FF69AA63B40D}"/>
                </a:ext>
              </a:extLst>
            </p:cNvPr>
            <p:cNvSpPr>
              <a:spLocks noEditPoints="1"/>
            </p:cNvSpPr>
            <p:nvPr/>
          </p:nvSpPr>
          <p:spPr bwMode="auto">
            <a:xfrm>
              <a:off x="4268" y="3061"/>
              <a:ext cx="184" cy="184"/>
            </a:xfrm>
            <a:custGeom>
              <a:avLst/>
              <a:gdLst>
                <a:gd name="T0" fmla="*/ 267 w 278"/>
                <a:gd name="T1" fmla="*/ 96 h 277"/>
                <a:gd name="T2" fmla="*/ 277 w 278"/>
                <a:gd name="T3" fmla="*/ 13 h 277"/>
                <a:gd name="T4" fmla="*/ 267 w 278"/>
                <a:gd name="T5" fmla="*/ 0 h 277"/>
                <a:gd name="T6" fmla="*/ 163 w 278"/>
                <a:gd name="T7" fmla="*/ 4 h 277"/>
                <a:gd name="T8" fmla="*/ 169 w 278"/>
                <a:gd name="T9" fmla="*/ 96 h 277"/>
                <a:gd name="T10" fmla="*/ 149 w 278"/>
                <a:gd name="T11" fmla="*/ 107 h 277"/>
                <a:gd name="T12" fmla="*/ 128 w 278"/>
                <a:gd name="T13" fmla="*/ 128 h 277"/>
                <a:gd name="T14" fmla="*/ 117 w 278"/>
                <a:gd name="T15" fmla="*/ 96 h 277"/>
                <a:gd name="T16" fmla="*/ 117 w 278"/>
                <a:gd name="T17" fmla="*/ 12 h 277"/>
                <a:gd name="T18" fmla="*/ 107 w 278"/>
                <a:gd name="T19" fmla="*/ 0 h 277"/>
                <a:gd name="T20" fmla="*/ 2 w 278"/>
                <a:gd name="T21" fmla="*/ 4 h 277"/>
                <a:gd name="T22" fmla="*/ 19 w 278"/>
                <a:gd name="T23" fmla="*/ 96 h 277"/>
                <a:gd name="T24" fmla="*/ 3 w 278"/>
                <a:gd name="T25" fmla="*/ 100 h 277"/>
                <a:gd name="T26" fmla="*/ 12 w 278"/>
                <a:gd name="T27" fmla="*/ 225 h 277"/>
                <a:gd name="T28" fmla="*/ 32 w 278"/>
                <a:gd name="T29" fmla="*/ 235 h 277"/>
                <a:gd name="T30" fmla="*/ 43 w 278"/>
                <a:gd name="T31" fmla="*/ 277 h 277"/>
                <a:gd name="T32" fmla="*/ 117 w 278"/>
                <a:gd name="T33" fmla="*/ 267 h 277"/>
                <a:gd name="T34" fmla="*/ 128 w 278"/>
                <a:gd name="T35" fmla="*/ 224 h 277"/>
                <a:gd name="T36" fmla="*/ 149 w 278"/>
                <a:gd name="T37" fmla="*/ 213 h 277"/>
                <a:gd name="T38" fmla="*/ 160 w 278"/>
                <a:gd name="T39" fmla="*/ 235 h 277"/>
                <a:gd name="T40" fmla="*/ 171 w 278"/>
                <a:gd name="T41" fmla="*/ 277 h 277"/>
                <a:gd name="T42" fmla="*/ 245 w 278"/>
                <a:gd name="T43" fmla="*/ 267 h 277"/>
                <a:gd name="T44" fmla="*/ 255 w 278"/>
                <a:gd name="T45" fmla="*/ 235 h 277"/>
                <a:gd name="T46" fmla="*/ 277 w 278"/>
                <a:gd name="T47" fmla="*/ 108 h 277"/>
                <a:gd name="T48" fmla="*/ 183 w 278"/>
                <a:gd name="T49" fmla="*/ 21 h 277"/>
                <a:gd name="T50" fmla="*/ 237 w 278"/>
                <a:gd name="T51" fmla="*/ 96 h 277"/>
                <a:gd name="T52" fmla="*/ 183 w 278"/>
                <a:gd name="T53" fmla="*/ 21 h 277"/>
                <a:gd name="T54" fmla="*/ 95 w 278"/>
                <a:gd name="T55" fmla="*/ 21 h 277"/>
                <a:gd name="T56" fmla="*/ 41 w 278"/>
                <a:gd name="T57" fmla="*/ 96 h 277"/>
                <a:gd name="T58" fmla="*/ 107 w 278"/>
                <a:gd name="T59" fmla="*/ 117 h 277"/>
                <a:gd name="T60" fmla="*/ 32 w 278"/>
                <a:gd name="T61" fmla="*/ 213 h 277"/>
                <a:gd name="T62" fmla="*/ 107 w 278"/>
                <a:gd name="T63" fmla="*/ 117 h 277"/>
                <a:gd name="T64" fmla="*/ 53 w 278"/>
                <a:gd name="T65" fmla="*/ 256 h 277"/>
                <a:gd name="T66" fmla="*/ 96 w 278"/>
                <a:gd name="T67" fmla="*/ 235 h 277"/>
                <a:gd name="T68" fmla="*/ 128 w 278"/>
                <a:gd name="T69" fmla="*/ 192 h 277"/>
                <a:gd name="T70" fmla="*/ 149 w 278"/>
                <a:gd name="T71" fmla="*/ 149 h 277"/>
                <a:gd name="T72" fmla="*/ 128 w 278"/>
                <a:gd name="T73" fmla="*/ 192 h 277"/>
                <a:gd name="T74" fmla="*/ 181 w 278"/>
                <a:gd name="T75" fmla="*/ 256 h 277"/>
                <a:gd name="T76" fmla="*/ 224 w 278"/>
                <a:gd name="T77" fmla="*/ 235 h 277"/>
                <a:gd name="T78" fmla="*/ 245 w 278"/>
                <a:gd name="T79" fmla="*/ 213 h 277"/>
                <a:gd name="T80" fmla="*/ 171 w 278"/>
                <a:gd name="T81" fmla="*/ 117 h 277"/>
                <a:gd name="T82" fmla="*/ 245 w 278"/>
                <a:gd name="T83" fmla="*/ 213 h 2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78" h="277">
                  <a:moveTo>
                    <a:pt x="275" y="100"/>
                  </a:moveTo>
                  <a:cubicBezTo>
                    <a:pt x="273" y="97"/>
                    <a:pt x="270" y="96"/>
                    <a:pt x="267" y="96"/>
                  </a:cubicBezTo>
                  <a:cubicBezTo>
                    <a:pt x="259" y="96"/>
                    <a:pt x="259" y="96"/>
                    <a:pt x="259" y="96"/>
                  </a:cubicBezTo>
                  <a:cubicBezTo>
                    <a:pt x="277" y="13"/>
                    <a:pt x="277" y="13"/>
                    <a:pt x="277" y="13"/>
                  </a:cubicBezTo>
                  <a:cubicBezTo>
                    <a:pt x="278" y="10"/>
                    <a:pt x="277" y="7"/>
                    <a:pt x="275" y="4"/>
                  </a:cubicBezTo>
                  <a:cubicBezTo>
                    <a:pt x="273" y="1"/>
                    <a:pt x="270" y="0"/>
                    <a:pt x="267" y="0"/>
                  </a:cubicBezTo>
                  <a:cubicBezTo>
                    <a:pt x="171" y="0"/>
                    <a:pt x="171" y="0"/>
                    <a:pt x="171" y="0"/>
                  </a:cubicBezTo>
                  <a:cubicBezTo>
                    <a:pt x="168" y="0"/>
                    <a:pt x="165" y="1"/>
                    <a:pt x="163" y="4"/>
                  </a:cubicBezTo>
                  <a:cubicBezTo>
                    <a:pt x="161" y="6"/>
                    <a:pt x="160" y="9"/>
                    <a:pt x="160" y="12"/>
                  </a:cubicBezTo>
                  <a:cubicBezTo>
                    <a:pt x="169" y="96"/>
                    <a:pt x="169" y="96"/>
                    <a:pt x="169" y="96"/>
                  </a:cubicBezTo>
                  <a:cubicBezTo>
                    <a:pt x="160" y="96"/>
                    <a:pt x="160" y="96"/>
                    <a:pt x="160" y="96"/>
                  </a:cubicBezTo>
                  <a:cubicBezTo>
                    <a:pt x="154" y="96"/>
                    <a:pt x="149" y="101"/>
                    <a:pt x="149" y="107"/>
                  </a:cubicBezTo>
                  <a:cubicBezTo>
                    <a:pt x="149" y="128"/>
                    <a:pt x="149" y="128"/>
                    <a:pt x="149" y="128"/>
                  </a:cubicBezTo>
                  <a:cubicBezTo>
                    <a:pt x="128" y="128"/>
                    <a:pt x="128" y="128"/>
                    <a:pt x="128" y="128"/>
                  </a:cubicBezTo>
                  <a:cubicBezTo>
                    <a:pt x="128" y="107"/>
                    <a:pt x="128" y="107"/>
                    <a:pt x="128" y="107"/>
                  </a:cubicBezTo>
                  <a:cubicBezTo>
                    <a:pt x="128" y="101"/>
                    <a:pt x="123" y="96"/>
                    <a:pt x="117" y="96"/>
                  </a:cubicBezTo>
                  <a:cubicBezTo>
                    <a:pt x="108" y="96"/>
                    <a:pt x="108" y="96"/>
                    <a:pt x="108" y="96"/>
                  </a:cubicBezTo>
                  <a:cubicBezTo>
                    <a:pt x="117" y="12"/>
                    <a:pt x="117" y="12"/>
                    <a:pt x="117" y="12"/>
                  </a:cubicBezTo>
                  <a:cubicBezTo>
                    <a:pt x="118" y="9"/>
                    <a:pt x="117" y="6"/>
                    <a:pt x="115" y="4"/>
                  </a:cubicBezTo>
                  <a:cubicBezTo>
                    <a:pt x="113" y="1"/>
                    <a:pt x="110" y="0"/>
                    <a:pt x="107" y="0"/>
                  </a:cubicBezTo>
                  <a:cubicBezTo>
                    <a:pt x="11" y="0"/>
                    <a:pt x="11" y="0"/>
                    <a:pt x="11" y="0"/>
                  </a:cubicBezTo>
                  <a:cubicBezTo>
                    <a:pt x="7" y="0"/>
                    <a:pt x="4" y="1"/>
                    <a:pt x="2" y="4"/>
                  </a:cubicBezTo>
                  <a:cubicBezTo>
                    <a:pt x="0" y="7"/>
                    <a:pt x="0" y="10"/>
                    <a:pt x="0" y="13"/>
                  </a:cubicBezTo>
                  <a:cubicBezTo>
                    <a:pt x="19" y="96"/>
                    <a:pt x="19" y="96"/>
                    <a:pt x="19" y="96"/>
                  </a:cubicBezTo>
                  <a:cubicBezTo>
                    <a:pt x="11" y="96"/>
                    <a:pt x="11" y="96"/>
                    <a:pt x="11" y="96"/>
                  </a:cubicBezTo>
                  <a:cubicBezTo>
                    <a:pt x="8" y="96"/>
                    <a:pt x="5" y="97"/>
                    <a:pt x="3" y="100"/>
                  </a:cubicBezTo>
                  <a:cubicBezTo>
                    <a:pt x="1" y="102"/>
                    <a:pt x="0" y="105"/>
                    <a:pt x="0" y="108"/>
                  </a:cubicBezTo>
                  <a:cubicBezTo>
                    <a:pt x="12" y="225"/>
                    <a:pt x="12" y="225"/>
                    <a:pt x="12" y="225"/>
                  </a:cubicBezTo>
                  <a:cubicBezTo>
                    <a:pt x="12" y="231"/>
                    <a:pt x="17" y="235"/>
                    <a:pt x="22" y="235"/>
                  </a:cubicBezTo>
                  <a:cubicBezTo>
                    <a:pt x="32" y="235"/>
                    <a:pt x="32" y="235"/>
                    <a:pt x="32" y="235"/>
                  </a:cubicBezTo>
                  <a:cubicBezTo>
                    <a:pt x="32" y="267"/>
                    <a:pt x="32" y="267"/>
                    <a:pt x="32" y="267"/>
                  </a:cubicBezTo>
                  <a:cubicBezTo>
                    <a:pt x="32" y="273"/>
                    <a:pt x="37" y="277"/>
                    <a:pt x="43" y="277"/>
                  </a:cubicBezTo>
                  <a:cubicBezTo>
                    <a:pt x="107" y="277"/>
                    <a:pt x="107" y="277"/>
                    <a:pt x="107" y="277"/>
                  </a:cubicBezTo>
                  <a:cubicBezTo>
                    <a:pt x="113" y="277"/>
                    <a:pt x="117" y="273"/>
                    <a:pt x="117" y="267"/>
                  </a:cubicBezTo>
                  <a:cubicBezTo>
                    <a:pt x="117" y="235"/>
                    <a:pt x="117" y="235"/>
                    <a:pt x="117" y="235"/>
                  </a:cubicBezTo>
                  <a:cubicBezTo>
                    <a:pt x="123" y="235"/>
                    <a:pt x="128" y="230"/>
                    <a:pt x="128" y="224"/>
                  </a:cubicBezTo>
                  <a:cubicBezTo>
                    <a:pt x="128" y="213"/>
                    <a:pt x="128" y="213"/>
                    <a:pt x="128" y="213"/>
                  </a:cubicBezTo>
                  <a:cubicBezTo>
                    <a:pt x="149" y="213"/>
                    <a:pt x="149" y="213"/>
                    <a:pt x="149" y="213"/>
                  </a:cubicBezTo>
                  <a:cubicBezTo>
                    <a:pt x="149" y="224"/>
                    <a:pt x="149" y="224"/>
                    <a:pt x="149" y="224"/>
                  </a:cubicBezTo>
                  <a:cubicBezTo>
                    <a:pt x="149" y="230"/>
                    <a:pt x="154" y="235"/>
                    <a:pt x="160" y="235"/>
                  </a:cubicBezTo>
                  <a:cubicBezTo>
                    <a:pt x="160" y="267"/>
                    <a:pt x="160" y="267"/>
                    <a:pt x="160" y="267"/>
                  </a:cubicBezTo>
                  <a:cubicBezTo>
                    <a:pt x="160" y="273"/>
                    <a:pt x="165" y="277"/>
                    <a:pt x="171" y="277"/>
                  </a:cubicBezTo>
                  <a:cubicBezTo>
                    <a:pt x="235" y="277"/>
                    <a:pt x="235" y="277"/>
                    <a:pt x="235" y="277"/>
                  </a:cubicBezTo>
                  <a:cubicBezTo>
                    <a:pt x="241" y="277"/>
                    <a:pt x="245" y="273"/>
                    <a:pt x="245" y="267"/>
                  </a:cubicBezTo>
                  <a:cubicBezTo>
                    <a:pt x="245" y="235"/>
                    <a:pt x="245" y="235"/>
                    <a:pt x="245" y="235"/>
                  </a:cubicBezTo>
                  <a:cubicBezTo>
                    <a:pt x="255" y="235"/>
                    <a:pt x="255" y="235"/>
                    <a:pt x="255" y="235"/>
                  </a:cubicBezTo>
                  <a:cubicBezTo>
                    <a:pt x="260" y="235"/>
                    <a:pt x="265" y="231"/>
                    <a:pt x="266" y="225"/>
                  </a:cubicBezTo>
                  <a:cubicBezTo>
                    <a:pt x="277" y="108"/>
                    <a:pt x="277" y="108"/>
                    <a:pt x="277" y="108"/>
                  </a:cubicBezTo>
                  <a:cubicBezTo>
                    <a:pt x="278" y="105"/>
                    <a:pt x="277" y="102"/>
                    <a:pt x="275" y="100"/>
                  </a:cubicBezTo>
                  <a:close/>
                  <a:moveTo>
                    <a:pt x="183" y="21"/>
                  </a:moveTo>
                  <a:cubicBezTo>
                    <a:pt x="253" y="21"/>
                    <a:pt x="253" y="21"/>
                    <a:pt x="253" y="21"/>
                  </a:cubicBezTo>
                  <a:cubicBezTo>
                    <a:pt x="237" y="96"/>
                    <a:pt x="237" y="96"/>
                    <a:pt x="237" y="96"/>
                  </a:cubicBezTo>
                  <a:cubicBezTo>
                    <a:pt x="191" y="96"/>
                    <a:pt x="191" y="96"/>
                    <a:pt x="191" y="96"/>
                  </a:cubicBezTo>
                  <a:lnTo>
                    <a:pt x="183" y="21"/>
                  </a:lnTo>
                  <a:close/>
                  <a:moveTo>
                    <a:pt x="24" y="21"/>
                  </a:moveTo>
                  <a:cubicBezTo>
                    <a:pt x="95" y="21"/>
                    <a:pt x="95" y="21"/>
                    <a:pt x="95" y="21"/>
                  </a:cubicBezTo>
                  <a:cubicBezTo>
                    <a:pt x="86" y="96"/>
                    <a:pt x="86" y="96"/>
                    <a:pt x="86" y="96"/>
                  </a:cubicBezTo>
                  <a:cubicBezTo>
                    <a:pt x="41" y="96"/>
                    <a:pt x="41" y="96"/>
                    <a:pt x="41" y="96"/>
                  </a:cubicBezTo>
                  <a:lnTo>
                    <a:pt x="24" y="21"/>
                  </a:lnTo>
                  <a:close/>
                  <a:moveTo>
                    <a:pt x="107" y="117"/>
                  </a:moveTo>
                  <a:cubicBezTo>
                    <a:pt x="107" y="213"/>
                    <a:pt x="107" y="213"/>
                    <a:pt x="107" y="213"/>
                  </a:cubicBezTo>
                  <a:cubicBezTo>
                    <a:pt x="32" y="213"/>
                    <a:pt x="32" y="213"/>
                    <a:pt x="32" y="213"/>
                  </a:cubicBezTo>
                  <a:cubicBezTo>
                    <a:pt x="22" y="117"/>
                    <a:pt x="22" y="117"/>
                    <a:pt x="22" y="117"/>
                  </a:cubicBezTo>
                  <a:lnTo>
                    <a:pt x="107" y="117"/>
                  </a:lnTo>
                  <a:close/>
                  <a:moveTo>
                    <a:pt x="96" y="256"/>
                  </a:moveTo>
                  <a:cubicBezTo>
                    <a:pt x="53" y="256"/>
                    <a:pt x="53" y="256"/>
                    <a:pt x="53" y="256"/>
                  </a:cubicBezTo>
                  <a:cubicBezTo>
                    <a:pt x="53" y="235"/>
                    <a:pt x="53" y="235"/>
                    <a:pt x="53" y="235"/>
                  </a:cubicBezTo>
                  <a:cubicBezTo>
                    <a:pt x="96" y="235"/>
                    <a:pt x="96" y="235"/>
                    <a:pt x="96" y="235"/>
                  </a:cubicBezTo>
                  <a:lnTo>
                    <a:pt x="96" y="256"/>
                  </a:lnTo>
                  <a:close/>
                  <a:moveTo>
                    <a:pt x="128" y="192"/>
                  </a:moveTo>
                  <a:cubicBezTo>
                    <a:pt x="128" y="149"/>
                    <a:pt x="128" y="149"/>
                    <a:pt x="128" y="149"/>
                  </a:cubicBezTo>
                  <a:cubicBezTo>
                    <a:pt x="149" y="149"/>
                    <a:pt x="149" y="149"/>
                    <a:pt x="149" y="149"/>
                  </a:cubicBezTo>
                  <a:cubicBezTo>
                    <a:pt x="149" y="192"/>
                    <a:pt x="149" y="192"/>
                    <a:pt x="149" y="192"/>
                  </a:cubicBezTo>
                  <a:lnTo>
                    <a:pt x="128" y="192"/>
                  </a:lnTo>
                  <a:close/>
                  <a:moveTo>
                    <a:pt x="224" y="256"/>
                  </a:moveTo>
                  <a:cubicBezTo>
                    <a:pt x="181" y="256"/>
                    <a:pt x="181" y="256"/>
                    <a:pt x="181" y="256"/>
                  </a:cubicBezTo>
                  <a:cubicBezTo>
                    <a:pt x="181" y="235"/>
                    <a:pt x="181" y="235"/>
                    <a:pt x="181" y="235"/>
                  </a:cubicBezTo>
                  <a:cubicBezTo>
                    <a:pt x="224" y="235"/>
                    <a:pt x="224" y="235"/>
                    <a:pt x="224" y="235"/>
                  </a:cubicBezTo>
                  <a:lnTo>
                    <a:pt x="224" y="256"/>
                  </a:lnTo>
                  <a:close/>
                  <a:moveTo>
                    <a:pt x="245" y="213"/>
                  </a:moveTo>
                  <a:cubicBezTo>
                    <a:pt x="171" y="213"/>
                    <a:pt x="171" y="213"/>
                    <a:pt x="171" y="213"/>
                  </a:cubicBezTo>
                  <a:cubicBezTo>
                    <a:pt x="171" y="117"/>
                    <a:pt x="171" y="117"/>
                    <a:pt x="171" y="117"/>
                  </a:cubicBezTo>
                  <a:cubicBezTo>
                    <a:pt x="255" y="117"/>
                    <a:pt x="255" y="117"/>
                    <a:pt x="255" y="117"/>
                  </a:cubicBezTo>
                  <a:lnTo>
                    <a:pt x="245" y="21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4" name="Freeform 521">
              <a:extLst>
                <a:ext uri="{FF2B5EF4-FFF2-40B4-BE49-F238E27FC236}">
                  <a16:creationId xmlns:a16="http://schemas.microsoft.com/office/drawing/2014/main" id="{C6E14E27-01E3-A04E-9A88-E47299197F7B}"/>
                </a:ext>
              </a:extLst>
            </p:cNvPr>
            <p:cNvSpPr>
              <a:spLocks noEditPoints="1"/>
            </p:cNvSpPr>
            <p:nvPr/>
          </p:nvSpPr>
          <p:spPr bwMode="auto">
            <a:xfrm>
              <a:off x="4190" y="2983"/>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grpSp>
        <p:nvGrpSpPr>
          <p:cNvPr id="25" name="Group 360">
            <a:extLst>
              <a:ext uri="{FF2B5EF4-FFF2-40B4-BE49-F238E27FC236}">
                <a16:creationId xmlns:a16="http://schemas.microsoft.com/office/drawing/2014/main" id="{4C174321-4F71-1546-8171-B9DFA14308A1}"/>
              </a:ext>
            </a:extLst>
          </p:cNvPr>
          <p:cNvGrpSpPr>
            <a:grpSpLocks noChangeAspect="1"/>
          </p:cNvGrpSpPr>
          <p:nvPr userDrawn="1"/>
        </p:nvGrpSpPr>
        <p:grpSpPr bwMode="auto">
          <a:xfrm>
            <a:off x="7978156" y="2702666"/>
            <a:ext cx="323811" cy="322862"/>
            <a:chOff x="1935" y="1199"/>
            <a:chExt cx="341" cy="340"/>
          </a:xfrm>
          <a:solidFill>
            <a:schemeClr val="accent5"/>
          </a:solidFill>
        </p:grpSpPr>
        <p:sp>
          <p:nvSpPr>
            <p:cNvPr id="26" name="Freeform 361">
              <a:extLst>
                <a:ext uri="{FF2B5EF4-FFF2-40B4-BE49-F238E27FC236}">
                  <a16:creationId xmlns:a16="http://schemas.microsoft.com/office/drawing/2014/main" id="{95F117F7-EDBF-2F40-BD49-D1687FE18060}"/>
                </a:ext>
              </a:extLst>
            </p:cNvPr>
            <p:cNvSpPr>
              <a:spLocks noEditPoints="1"/>
            </p:cNvSpPr>
            <p:nvPr/>
          </p:nvSpPr>
          <p:spPr bwMode="auto">
            <a:xfrm>
              <a:off x="1998" y="1263"/>
              <a:ext cx="214" cy="206"/>
            </a:xfrm>
            <a:custGeom>
              <a:avLst/>
              <a:gdLst>
                <a:gd name="T0" fmla="*/ 257 w 321"/>
                <a:gd name="T1" fmla="*/ 309 h 310"/>
                <a:gd name="T2" fmla="*/ 251 w 321"/>
                <a:gd name="T3" fmla="*/ 308 h 310"/>
                <a:gd name="T4" fmla="*/ 161 w 321"/>
                <a:gd name="T5" fmla="*/ 257 h 310"/>
                <a:gd name="T6" fmla="*/ 70 w 321"/>
                <a:gd name="T7" fmla="*/ 308 h 310"/>
                <a:gd name="T8" fmla="*/ 58 w 321"/>
                <a:gd name="T9" fmla="*/ 307 h 310"/>
                <a:gd name="T10" fmla="*/ 54 w 321"/>
                <a:gd name="T11" fmla="*/ 296 h 310"/>
                <a:gd name="T12" fmla="*/ 74 w 321"/>
                <a:gd name="T13" fmla="*/ 195 h 310"/>
                <a:gd name="T14" fmla="*/ 4 w 321"/>
                <a:gd name="T15" fmla="*/ 125 h 310"/>
                <a:gd name="T16" fmla="*/ 1 w 321"/>
                <a:gd name="T17" fmla="*/ 113 h 310"/>
                <a:gd name="T18" fmla="*/ 10 w 321"/>
                <a:gd name="T19" fmla="*/ 106 h 310"/>
                <a:gd name="T20" fmla="*/ 111 w 321"/>
                <a:gd name="T21" fmla="*/ 96 h 310"/>
                <a:gd name="T22" fmla="*/ 151 w 321"/>
                <a:gd name="T23" fmla="*/ 6 h 310"/>
                <a:gd name="T24" fmla="*/ 161 w 321"/>
                <a:gd name="T25" fmla="*/ 0 h 310"/>
                <a:gd name="T26" fmla="*/ 170 w 321"/>
                <a:gd name="T27" fmla="*/ 6 h 310"/>
                <a:gd name="T28" fmla="*/ 211 w 321"/>
                <a:gd name="T29" fmla="*/ 96 h 310"/>
                <a:gd name="T30" fmla="*/ 311 w 321"/>
                <a:gd name="T31" fmla="*/ 106 h 310"/>
                <a:gd name="T32" fmla="*/ 320 w 321"/>
                <a:gd name="T33" fmla="*/ 113 h 310"/>
                <a:gd name="T34" fmla="*/ 318 w 321"/>
                <a:gd name="T35" fmla="*/ 125 h 310"/>
                <a:gd name="T36" fmla="*/ 247 w 321"/>
                <a:gd name="T37" fmla="*/ 195 h 310"/>
                <a:gd name="T38" fmla="*/ 267 w 321"/>
                <a:gd name="T39" fmla="*/ 296 h 310"/>
                <a:gd name="T40" fmla="*/ 263 w 321"/>
                <a:gd name="T41" fmla="*/ 307 h 310"/>
                <a:gd name="T42" fmla="*/ 257 w 321"/>
                <a:gd name="T43" fmla="*/ 309 h 310"/>
                <a:gd name="T44" fmla="*/ 161 w 321"/>
                <a:gd name="T45" fmla="*/ 234 h 310"/>
                <a:gd name="T46" fmla="*/ 166 w 321"/>
                <a:gd name="T47" fmla="*/ 236 h 310"/>
                <a:gd name="T48" fmla="*/ 242 w 321"/>
                <a:gd name="T49" fmla="*/ 278 h 310"/>
                <a:gd name="T50" fmla="*/ 225 w 321"/>
                <a:gd name="T51" fmla="*/ 194 h 310"/>
                <a:gd name="T52" fmla="*/ 228 w 321"/>
                <a:gd name="T53" fmla="*/ 184 h 310"/>
                <a:gd name="T54" fmla="*/ 287 w 321"/>
                <a:gd name="T55" fmla="*/ 125 h 310"/>
                <a:gd name="T56" fmla="*/ 202 w 321"/>
                <a:gd name="T57" fmla="*/ 117 h 310"/>
                <a:gd name="T58" fmla="*/ 194 w 321"/>
                <a:gd name="T59" fmla="*/ 111 h 310"/>
                <a:gd name="T60" fmla="*/ 161 w 321"/>
                <a:gd name="T61" fmla="*/ 37 h 310"/>
                <a:gd name="T62" fmla="*/ 128 w 321"/>
                <a:gd name="T63" fmla="*/ 111 h 310"/>
                <a:gd name="T64" fmla="*/ 119 w 321"/>
                <a:gd name="T65" fmla="*/ 117 h 310"/>
                <a:gd name="T66" fmla="*/ 35 w 321"/>
                <a:gd name="T67" fmla="*/ 125 h 310"/>
                <a:gd name="T68" fmla="*/ 94 w 321"/>
                <a:gd name="T69" fmla="*/ 184 h 310"/>
                <a:gd name="T70" fmla="*/ 96 w 321"/>
                <a:gd name="T71" fmla="*/ 194 h 310"/>
                <a:gd name="T72" fmla="*/ 80 w 321"/>
                <a:gd name="T73" fmla="*/ 278 h 310"/>
                <a:gd name="T74" fmla="*/ 155 w 321"/>
                <a:gd name="T75" fmla="*/ 236 h 310"/>
                <a:gd name="T76" fmla="*/ 161 w 321"/>
                <a:gd name="T77" fmla="*/ 234 h 3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321" h="310">
                  <a:moveTo>
                    <a:pt x="257" y="309"/>
                  </a:moveTo>
                  <a:cubicBezTo>
                    <a:pt x="255" y="309"/>
                    <a:pt x="253" y="309"/>
                    <a:pt x="251" y="308"/>
                  </a:cubicBezTo>
                  <a:cubicBezTo>
                    <a:pt x="161" y="257"/>
                    <a:pt x="161" y="257"/>
                    <a:pt x="161" y="257"/>
                  </a:cubicBezTo>
                  <a:cubicBezTo>
                    <a:pt x="70" y="308"/>
                    <a:pt x="70" y="308"/>
                    <a:pt x="70" y="308"/>
                  </a:cubicBezTo>
                  <a:cubicBezTo>
                    <a:pt x="66" y="310"/>
                    <a:pt x="62" y="309"/>
                    <a:pt x="58" y="307"/>
                  </a:cubicBezTo>
                  <a:cubicBezTo>
                    <a:pt x="55" y="305"/>
                    <a:pt x="53" y="300"/>
                    <a:pt x="54" y="296"/>
                  </a:cubicBezTo>
                  <a:cubicBezTo>
                    <a:pt x="74" y="195"/>
                    <a:pt x="74" y="195"/>
                    <a:pt x="74" y="195"/>
                  </a:cubicBezTo>
                  <a:cubicBezTo>
                    <a:pt x="4" y="125"/>
                    <a:pt x="4" y="125"/>
                    <a:pt x="4" y="125"/>
                  </a:cubicBezTo>
                  <a:cubicBezTo>
                    <a:pt x="1" y="122"/>
                    <a:pt x="0" y="117"/>
                    <a:pt x="1" y="113"/>
                  </a:cubicBezTo>
                  <a:cubicBezTo>
                    <a:pt x="3" y="110"/>
                    <a:pt x="6" y="107"/>
                    <a:pt x="10" y="106"/>
                  </a:cubicBezTo>
                  <a:cubicBezTo>
                    <a:pt x="111" y="96"/>
                    <a:pt x="111" y="96"/>
                    <a:pt x="111" y="96"/>
                  </a:cubicBezTo>
                  <a:cubicBezTo>
                    <a:pt x="151" y="6"/>
                    <a:pt x="151" y="6"/>
                    <a:pt x="151" y="6"/>
                  </a:cubicBezTo>
                  <a:cubicBezTo>
                    <a:pt x="153" y="2"/>
                    <a:pt x="156" y="0"/>
                    <a:pt x="161" y="0"/>
                  </a:cubicBezTo>
                  <a:cubicBezTo>
                    <a:pt x="165" y="0"/>
                    <a:pt x="169" y="2"/>
                    <a:pt x="170" y="6"/>
                  </a:cubicBezTo>
                  <a:cubicBezTo>
                    <a:pt x="211" y="96"/>
                    <a:pt x="211" y="96"/>
                    <a:pt x="211" y="96"/>
                  </a:cubicBezTo>
                  <a:cubicBezTo>
                    <a:pt x="311" y="106"/>
                    <a:pt x="311" y="106"/>
                    <a:pt x="311" y="106"/>
                  </a:cubicBezTo>
                  <a:cubicBezTo>
                    <a:pt x="315" y="107"/>
                    <a:pt x="319" y="110"/>
                    <a:pt x="320" y="113"/>
                  </a:cubicBezTo>
                  <a:cubicBezTo>
                    <a:pt x="321" y="117"/>
                    <a:pt x="320" y="122"/>
                    <a:pt x="318" y="125"/>
                  </a:cubicBezTo>
                  <a:cubicBezTo>
                    <a:pt x="247" y="195"/>
                    <a:pt x="247" y="195"/>
                    <a:pt x="247" y="195"/>
                  </a:cubicBezTo>
                  <a:cubicBezTo>
                    <a:pt x="267" y="296"/>
                    <a:pt x="267" y="296"/>
                    <a:pt x="267" y="296"/>
                  </a:cubicBezTo>
                  <a:cubicBezTo>
                    <a:pt x="268" y="300"/>
                    <a:pt x="266" y="305"/>
                    <a:pt x="263" y="307"/>
                  </a:cubicBezTo>
                  <a:cubicBezTo>
                    <a:pt x="261" y="308"/>
                    <a:pt x="259" y="309"/>
                    <a:pt x="257" y="309"/>
                  </a:cubicBezTo>
                  <a:close/>
                  <a:moveTo>
                    <a:pt x="161" y="234"/>
                  </a:moveTo>
                  <a:cubicBezTo>
                    <a:pt x="162" y="234"/>
                    <a:pt x="164" y="235"/>
                    <a:pt x="166" y="236"/>
                  </a:cubicBezTo>
                  <a:cubicBezTo>
                    <a:pt x="242" y="278"/>
                    <a:pt x="242" y="278"/>
                    <a:pt x="242" y="278"/>
                  </a:cubicBezTo>
                  <a:cubicBezTo>
                    <a:pt x="225" y="194"/>
                    <a:pt x="225" y="194"/>
                    <a:pt x="225" y="194"/>
                  </a:cubicBezTo>
                  <a:cubicBezTo>
                    <a:pt x="224" y="190"/>
                    <a:pt x="225" y="187"/>
                    <a:pt x="228" y="184"/>
                  </a:cubicBezTo>
                  <a:cubicBezTo>
                    <a:pt x="287" y="125"/>
                    <a:pt x="287" y="125"/>
                    <a:pt x="287" y="125"/>
                  </a:cubicBezTo>
                  <a:cubicBezTo>
                    <a:pt x="202" y="117"/>
                    <a:pt x="202" y="117"/>
                    <a:pt x="202" y="117"/>
                  </a:cubicBezTo>
                  <a:cubicBezTo>
                    <a:pt x="198" y="117"/>
                    <a:pt x="195" y="114"/>
                    <a:pt x="194" y="111"/>
                  </a:cubicBezTo>
                  <a:cubicBezTo>
                    <a:pt x="161" y="37"/>
                    <a:pt x="161" y="37"/>
                    <a:pt x="161" y="37"/>
                  </a:cubicBezTo>
                  <a:cubicBezTo>
                    <a:pt x="128" y="111"/>
                    <a:pt x="128" y="111"/>
                    <a:pt x="128" y="111"/>
                  </a:cubicBezTo>
                  <a:cubicBezTo>
                    <a:pt x="126" y="114"/>
                    <a:pt x="123" y="117"/>
                    <a:pt x="119" y="117"/>
                  </a:cubicBezTo>
                  <a:cubicBezTo>
                    <a:pt x="35" y="125"/>
                    <a:pt x="35" y="125"/>
                    <a:pt x="35" y="125"/>
                  </a:cubicBezTo>
                  <a:cubicBezTo>
                    <a:pt x="94" y="184"/>
                    <a:pt x="94" y="184"/>
                    <a:pt x="94" y="184"/>
                  </a:cubicBezTo>
                  <a:cubicBezTo>
                    <a:pt x="96" y="187"/>
                    <a:pt x="97" y="190"/>
                    <a:pt x="96" y="194"/>
                  </a:cubicBezTo>
                  <a:cubicBezTo>
                    <a:pt x="80" y="278"/>
                    <a:pt x="80" y="278"/>
                    <a:pt x="80" y="278"/>
                  </a:cubicBezTo>
                  <a:cubicBezTo>
                    <a:pt x="155" y="236"/>
                    <a:pt x="155" y="236"/>
                    <a:pt x="155" y="236"/>
                  </a:cubicBezTo>
                  <a:cubicBezTo>
                    <a:pt x="157" y="235"/>
                    <a:pt x="159" y="234"/>
                    <a:pt x="161" y="23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7" name="Freeform 362">
              <a:extLst>
                <a:ext uri="{FF2B5EF4-FFF2-40B4-BE49-F238E27FC236}">
                  <a16:creationId xmlns:a16="http://schemas.microsoft.com/office/drawing/2014/main" id="{73158AEE-E509-E640-99B4-045CD33FB882}"/>
                </a:ext>
              </a:extLst>
            </p:cNvPr>
            <p:cNvSpPr>
              <a:spLocks noEditPoints="1"/>
            </p:cNvSpPr>
            <p:nvPr/>
          </p:nvSpPr>
          <p:spPr bwMode="auto">
            <a:xfrm>
              <a:off x="1935" y="1199"/>
              <a:ext cx="341"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grpSp>
        <p:nvGrpSpPr>
          <p:cNvPr id="28" name="Group 27">
            <a:extLst>
              <a:ext uri="{FF2B5EF4-FFF2-40B4-BE49-F238E27FC236}">
                <a16:creationId xmlns:a16="http://schemas.microsoft.com/office/drawing/2014/main" id="{9FBB52B5-60BE-E941-979F-F1B964319DD4}"/>
              </a:ext>
            </a:extLst>
          </p:cNvPr>
          <p:cNvGrpSpPr/>
          <p:nvPr userDrawn="1"/>
        </p:nvGrpSpPr>
        <p:grpSpPr>
          <a:xfrm>
            <a:off x="461137" y="2702666"/>
            <a:ext cx="322835" cy="321888"/>
            <a:chOff x="441252" y="3152900"/>
            <a:chExt cx="322835" cy="321888"/>
          </a:xfrm>
        </p:grpSpPr>
        <p:sp>
          <p:nvSpPr>
            <p:cNvPr id="29" name="Freeform 286">
              <a:extLst>
                <a:ext uri="{FF2B5EF4-FFF2-40B4-BE49-F238E27FC236}">
                  <a16:creationId xmlns:a16="http://schemas.microsoft.com/office/drawing/2014/main" id="{DFE93F2B-0BC3-0E4C-900B-469191D6603C}"/>
                </a:ext>
              </a:extLst>
            </p:cNvPr>
            <p:cNvSpPr>
              <a:spLocks noEditPoints="1"/>
            </p:cNvSpPr>
            <p:nvPr/>
          </p:nvSpPr>
          <p:spPr bwMode="auto">
            <a:xfrm>
              <a:off x="512027" y="3203702"/>
              <a:ext cx="201168" cy="201168"/>
            </a:xfrm>
            <a:custGeom>
              <a:avLst/>
              <a:gdLst>
                <a:gd name="T0" fmla="*/ 43 w 289"/>
                <a:gd name="T1" fmla="*/ 289 h 289"/>
                <a:gd name="T2" fmla="*/ 13 w 289"/>
                <a:gd name="T3" fmla="*/ 276 h 289"/>
                <a:gd name="T4" fmla="*/ 0 w 289"/>
                <a:gd name="T5" fmla="*/ 246 h 289"/>
                <a:gd name="T6" fmla="*/ 13 w 289"/>
                <a:gd name="T7" fmla="*/ 216 h 289"/>
                <a:gd name="T8" fmla="*/ 118 w 289"/>
                <a:gd name="T9" fmla="*/ 111 h 289"/>
                <a:gd name="T10" fmla="*/ 140 w 289"/>
                <a:gd name="T11" fmla="*/ 29 h 289"/>
                <a:gd name="T12" fmla="*/ 156 w 289"/>
                <a:gd name="T13" fmla="*/ 16 h 289"/>
                <a:gd name="T14" fmla="*/ 229 w 289"/>
                <a:gd name="T15" fmla="*/ 9 h 289"/>
                <a:gd name="T16" fmla="*/ 235 w 289"/>
                <a:gd name="T17" fmla="*/ 16 h 289"/>
                <a:gd name="T18" fmla="*/ 233 w 289"/>
                <a:gd name="T19" fmla="*/ 26 h 289"/>
                <a:gd name="T20" fmla="*/ 194 w 289"/>
                <a:gd name="T21" fmla="*/ 65 h 289"/>
                <a:gd name="T22" fmla="*/ 208 w 289"/>
                <a:gd name="T23" fmla="*/ 81 h 289"/>
                <a:gd name="T24" fmla="*/ 224 w 289"/>
                <a:gd name="T25" fmla="*/ 95 h 289"/>
                <a:gd name="T26" fmla="*/ 263 w 289"/>
                <a:gd name="T27" fmla="*/ 56 h 289"/>
                <a:gd name="T28" fmla="*/ 273 w 289"/>
                <a:gd name="T29" fmla="*/ 54 h 289"/>
                <a:gd name="T30" fmla="*/ 280 w 289"/>
                <a:gd name="T31" fmla="*/ 60 h 289"/>
                <a:gd name="T32" fmla="*/ 273 w 289"/>
                <a:gd name="T33" fmla="*/ 133 h 289"/>
                <a:gd name="T34" fmla="*/ 273 w 289"/>
                <a:gd name="T35" fmla="*/ 133 h 289"/>
                <a:gd name="T36" fmla="*/ 260 w 289"/>
                <a:gd name="T37" fmla="*/ 149 h 289"/>
                <a:gd name="T38" fmla="*/ 178 w 289"/>
                <a:gd name="T39" fmla="*/ 171 h 289"/>
                <a:gd name="T40" fmla="*/ 73 w 289"/>
                <a:gd name="T41" fmla="*/ 276 h 289"/>
                <a:gd name="T42" fmla="*/ 43 w 289"/>
                <a:gd name="T43" fmla="*/ 289 h 289"/>
                <a:gd name="T44" fmla="*/ 200 w 289"/>
                <a:gd name="T45" fmla="*/ 25 h 289"/>
                <a:gd name="T46" fmla="*/ 167 w 289"/>
                <a:gd name="T47" fmla="*/ 34 h 289"/>
                <a:gd name="T48" fmla="*/ 155 w 289"/>
                <a:gd name="T49" fmla="*/ 44 h 289"/>
                <a:gd name="T50" fmla="*/ 140 w 289"/>
                <a:gd name="T51" fmla="*/ 110 h 289"/>
                <a:gd name="T52" fmla="*/ 137 w 289"/>
                <a:gd name="T53" fmla="*/ 122 h 289"/>
                <a:gd name="T54" fmla="*/ 28 w 289"/>
                <a:gd name="T55" fmla="*/ 231 h 289"/>
                <a:gd name="T56" fmla="*/ 22 w 289"/>
                <a:gd name="T57" fmla="*/ 246 h 289"/>
                <a:gd name="T58" fmla="*/ 28 w 289"/>
                <a:gd name="T59" fmla="*/ 261 h 289"/>
                <a:gd name="T60" fmla="*/ 58 w 289"/>
                <a:gd name="T61" fmla="*/ 261 h 289"/>
                <a:gd name="T62" fmla="*/ 167 w 289"/>
                <a:gd name="T63" fmla="*/ 152 h 289"/>
                <a:gd name="T64" fmla="*/ 179 w 289"/>
                <a:gd name="T65" fmla="*/ 149 h 289"/>
                <a:gd name="T66" fmla="*/ 245 w 289"/>
                <a:gd name="T67" fmla="*/ 134 h 289"/>
                <a:gd name="T68" fmla="*/ 255 w 289"/>
                <a:gd name="T69" fmla="*/ 122 h 289"/>
                <a:gd name="T70" fmla="*/ 255 w 289"/>
                <a:gd name="T71" fmla="*/ 122 h 289"/>
                <a:gd name="T72" fmla="*/ 264 w 289"/>
                <a:gd name="T73" fmla="*/ 85 h 289"/>
                <a:gd name="T74" fmla="*/ 232 w 289"/>
                <a:gd name="T75" fmla="*/ 117 h 289"/>
                <a:gd name="T76" fmla="*/ 219 w 289"/>
                <a:gd name="T77" fmla="*/ 118 h 289"/>
                <a:gd name="T78" fmla="*/ 192 w 289"/>
                <a:gd name="T79" fmla="*/ 96 h 289"/>
                <a:gd name="T80" fmla="*/ 171 w 289"/>
                <a:gd name="T81" fmla="*/ 70 h 289"/>
                <a:gd name="T82" fmla="*/ 172 w 289"/>
                <a:gd name="T83" fmla="*/ 56 h 289"/>
                <a:gd name="T84" fmla="*/ 204 w 289"/>
                <a:gd name="T85" fmla="*/ 25 h 289"/>
                <a:gd name="T86" fmla="*/ 200 w 289"/>
                <a:gd name="T87" fmla="*/ 25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89" h="289">
                  <a:moveTo>
                    <a:pt x="43" y="289"/>
                  </a:moveTo>
                  <a:cubicBezTo>
                    <a:pt x="32" y="289"/>
                    <a:pt x="21" y="284"/>
                    <a:pt x="13" y="276"/>
                  </a:cubicBezTo>
                  <a:cubicBezTo>
                    <a:pt x="5" y="268"/>
                    <a:pt x="0" y="257"/>
                    <a:pt x="0" y="246"/>
                  </a:cubicBezTo>
                  <a:cubicBezTo>
                    <a:pt x="0" y="235"/>
                    <a:pt x="5" y="224"/>
                    <a:pt x="13" y="216"/>
                  </a:cubicBezTo>
                  <a:cubicBezTo>
                    <a:pt x="118" y="111"/>
                    <a:pt x="118" y="111"/>
                    <a:pt x="118" y="111"/>
                  </a:cubicBezTo>
                  <a:cubicBezTo>
                    <a:pt x="110" y="82"/>
                    <a:pt x="118" y="50"/>
                    <a:pt x="140" y="29"/>
                  </a:cubicBezTo>
                  <a:cubicBezTo>
                    <a:pt x="144" y="24"/>
                    <a:pt x="150" y="20"/>
                    <a:pt x="156" y="16"/>
                  </a:cubicBezTo>
                  <a:cubicBezTo>
                    <a:pt x="178" y="3"/>
                    <a:pt x="204" y="0"/>
                    <a:pt x="229" y="9"/>
                  </a:cubicBezTo>
                  <a:cubicBezTo>
                    <a:pt x="232" y="10"/>
                    <a:pt x="235" y="13"/>
                    <a:pt x="235" y="16"/>
                  </a:cubicBezTo>
                  <a:cubicBezTo>
                    <a:pt x="236" y="20"/>
                    <a:pt x="235" y="24"/>
                    <a:pt x="233" y="26"/>
                  </a:cubicBezTo>
                  <a:cubicBezTo>
                    <a:pt x="194" y="65"/>
                    <a:pt x="194" y="65"/>
                    <a:pt x="194" y="65"/>
                  </a:cubicBezTo>
                  <a:cubicBezTo>
                    <a:pt x="198" y="71"/>
                    <a:pt x="203" y="76"/>
                    <a:pt x="208" y="81"/>
                  </a:cubicBezTo>
                  <a:cubicBezTo>
                    <a:pt x="213" y="86"/>
                    <a:pt x="218" y="91"/>
                    <a:pt x="224" y="95"/>
                  </a:cubicBezTo>
                  <a:cubicBezTo>
                    <a:pt x="263" y="56"/>
                    <a:pt x="263" y="56"/>
                    <a:pt x="263" y="56"/>
                  </a:cubicBezTo>
                  <a:cubicBezTo>
                    <a:pt x="265" y="54"/>
                    <a:pt x="269" y="53"/>
                    <a:pt x="273" y="54"/>
                  </a:cubicBezTo>
                  <a:cubicBezTo>
                    <a:pt x="276" y="54"/>
                    <a:pt x="279" y="57"/>
                    <a:pt x="280" y="60"/>
                  </a:cubicBezTo>
                  <a:cubicBezTo>
                    <a:pt x="289" y="85"/>
                    <a:pt x="286" y="111"/>
                    <a:pt x="273" y="133"/>
                  </a:cubicBezTo>
                  <a:cubicBezTo>
                    <a:pt x="273" y="133"/>
                    <a:pt x="273" y="133"/>
                    <a:pt x="273" y="133"/>
                  </a:cubicBezTo>
                  <a:cubicBezTo>
                    <a:pt x="269" y="139"/>
                    <a:pt x="265" y="145"/>
                    <a:pt x="260" y="149"/>
                  </a:cubicBezTo>
                  <a:cubicBezTo>
                    <a:pt x="239" y="171"/>
                    <a:pt x="207" y="179"/>
                    <a:pt x="178" y="171"/>
                  </a:cubicBezTo>
                  <a:cubicBezTo>
                    <a:pt x="73" y="276"/>
                    <a:pt x="73" y="276"/>
                    <a:pt x="73" y="276"/>
                  </a:cubicBezTo>
                  <a:cubicBezTo>
                    <a:pt x="65" y="284"/>
                    <a:pt x="54" y="289"/>
                    <a:pt x="43" y="289"/>
                  </a:cubicBezTo>
                  <a:close/>
                  <a:moveTo>
                    <a:pt x="200" y="25"/>
                  </a:moveTo>
                  <a:cubicBezTo>
                    <a:pt x="188" y="25"/>
                    <a:pt x="177" y="28"/>
                    <a:pt x="167" y="34"/>
                  </a:cubicBezTo>
                  <a:cubicBezTo>
                    <a:pt x="162" y="37"/>
                    <a:pt x="158" y="40"/>
                    <a:pt x="155" y="44"/>
                  </a:cubicBezTo>
                  <a:cubicBezTo>
                    <a:pt x="137" y="61"/>
                    <a:pt x="132" y="87"/>
                    <a:pt x="140" y="110"/>
                  </a:cubicBezTo>
                  <a:cubicBezTo>
                    <a:pt x="141" y="114"/>
                    <a:pt x="140" y="119"/>
                    <a:pt x="137" y="122"/>
                  </a:cubicBezTo>
                  <a:cubicBezTo>
                    <a:pt x="28" y="231"/>
                    <a:pt x="28" y="231"/>
                    <a:pt x="28" y="231"/>
                  </a:cubicBezTo>
                  <a:cubicBezTo>
                    <a:pt x="24" y="235"/>
                    <a:pt x="22" y="240"/>
                    <a:pt x="22" y="246"/>
                  </a:cubicBezTo>
                  <a:cubicBezTo>
                    <a:pt x="22" y="252"/>
                    <a:pt x="24" y="257"/>
                    <a:pt x="28" y="261"/>
                  </a:cubicBezTo>
                  <a:cubicBezTo>
                    <a:pt x="36" y="269"/>
                    <a:pt x="50" y="269"/>
                    <a:pt x="58" y="261"/>
                  </a:cubicBezTo>
                  <a:cubicBezTo>
                    <a:pt x="167" y="152"/>
                    <a:pt x="167" y="152"/>
                    <a:pt x="167" y="152"/>
                  </a:cubicBezTo>
                  <a:cubicBezTo>
                    <a:pt x="170" y="149"/>
                    <a:pt x="175" y="148"/>
                    <a:pt x="179" y="149"/>
                  </a:cubicBezTo>
                  <a:cubicBezTo>
                    <a:pt x="202" y="157"/>
                    <a:pt x="228" y="152"/>
                    <a:pt x="245" y="134"/>
                  </a:cubicBezTo>
                  <a:cubicBezTo>
                    <a:pt x="249" y="131"/>
                    <a:pt x="252" y="127"/>
                    <a:pt x="255" y="122"/>
                  </a:cubicBezTo>
                  <a:cubicBezTo>
                    <a:pt x="255" y="122"/>
                    <a:pt x="255" y="122"/>
                    <a:pt x="255" y="122"/>
                  </a:cubicBezTo>
                  <a:cubicBezTo>
                    <a:pt x="261" y="111"/>
                    <a:pt x="265" y="98"/>
                    <a:pt x="264" y="85"/>
                  </a:cubicBezTo>
                  <a:cubicBezTo>
                    <a:pt x="232" y="117"/>
                    <a:pt x="232" y="117"/>
                    <a:pt x="232" y="117"/>
                  </a:cubicBezTo>
                  <a:cubicBezTo>
                    <a:pt x="229" y="120"/>
                    <a:pt x="223" y="121"/>
                    <a:pt x="219" y="118"/>
                  </a:cubicBezTo>
                  <a:cubicBezTo>
                    <a:pt x="210" y="112"/>
                    <a:pt x="201" y="105"/>
                    <a:pt x="192" y="96"/>
                  </a:cubicBezTo>
                  <a:cubicBezTo>
                    <a:pt x="184" y="88"/>
                    <a:pt x="177" y="79"/>
                    <a:pt x="171" y="70"/>
                  </a:cubicBezTo>
                  <a:cubicBezTo>
                    <a:pt x="168" y="66"/>
                    <a:pt x="169" y="60"/>
                    <a:pt x="172" y="56"/>
                  </a:cubicBezTo>
                  <a:cubicBezTo>
                    <a:pt x="204" y="25"/>
                    <a:pt x="204" y="25"/>
                    <a:pt x="204" y="25"/>
                  </a:cubicBezTo>
                  <a:cubicBezTo>
                    <a:pt x="202" y="25"/>
                    <a:pt x="201" y="25"/>
                    <a:pt x="200" y="25"/>
                  </a:cubicBezTo>
                  <a:close/>
                </a:path>
              </a:pathLst>
            </a:custGeom>
            <a:solidFill>
              <a:schemeClr val="accent1"/>
            </a:solidFill>
            <a:ln>
              <a:noFill/>
            </a:ln>
            <a:extLst>
              <a:ext uri="{91240B29-F687-4f45-9708-019B960494DF}">
                <a14:hiddenLine xmlns="" xmlns:a14="http://schemas.microsoft.com/office/drawing/2010/main" xmlns:p14="http://schemas.microsoft.com/office/powerpoint/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en-GB" sz="1100">
                <a:solidFill>
                  <a:prstClr val="black"/>
                </a:solidFill>
              </a:endParaRPr>
            </a:p>
          </p:txBody>
        </p:sp>
        <p:sp>
          <p:nvSpPr>
            <p:cNvPr id="30" name="Freeform 287">
              <a:extLst>
                <a:ext uri="{FF2B5EF4-FFF2-40B4-BE49-F238E27FC236}">
                  <a16:creationId xmlns:a16="http://schemas.microsoft.com/office/drawing/2014/main" id="{C399076D-C063-7246-BEA9-DD8573EE1019}"/>
                </a:ext>
              </a:extLst>
            </p:cNvPr>
            <p:cNvSpPr>
              <a:spLocks noEditPoints="1"/>
            </p:cNvSpPr>
            <p:nvPr/>
          </p:nvSpPr>
          <p:spPr bwMode="auto">
            <a:xfrm>
              <a:off x="441252" y="3152900"/>
              <a:ext cx="322835" cy="321888"/>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solidFill>
              <a:schemeClr val="accent1"/>
            </a:solidFill>
            <a:ln>
              <a:noFill/>
            </a:ln>
            <a:extLst>
              <a:ext uri="{91240B29-F687-4f45-9708-019B960494DF}">
                <a14:hiddenLine xmlns="" xmlns:a14="http://schemas.microsoft.com/office/drawing/2010/main" xmlns:p14="http://schemas.microsoft.com/office/powerpoint/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en-GB" sz="1100">
                <a:solidFill>
                  <a:prstClr val="black"/>
                </a:solidFill>
              </a:endParaRPr>
            </a:p>
          </p:txBody>
        </p:sp>
      </p:grpSp>
      <p:sp>
        <p:nvSpPr>
          <p:cNvPr id="39" name="Text Placeholder 2">
            <a:extLst>
              <a:ext uri="{FF2B5EF4-FFF2-40B4-BE49-F238E27FC236}">
                <a16:creationId xmlns:a16="http://schemas.microsoft.com/office/drawing/2014/main" id="{EE12DA01-0A92-4347-A48F-74843B7ADA58}"/>
              </a:ext>
            </a:extLst>
          </p:cNvPr>
          <p:cNvSpPr>
            <a:spLocks noGrp="1"/>
          </p:cNvSpPr>
          <p:nvPr>
            <p:ph type="body" sz="quarter" idx="15" hasCustomPrompt="1"/>
          </p:nvPr>
        </p:nvSpPr>
        <p:spPr>
          <a:xfrm>
            <a:off x="478021" y="1751705"/>
            <a:ext cx="11049174" cy="563733"/>
          </a:xfrm>
        </p:spPr>
        <p:txBody>
          <a:bodyPr anchor="t"/>
          <a:lstStyle>
            <a:lvl1pPr>
              <a:defRPr sz="1400" b="0" i="0">
                <a:latin typeface="Open Sans Light" panose="020B0306030504020204" pitchFamily="34" charset="0"/>
                <a:ea typeface="Open Sans Light" panose="020B0306030504020204" pitchFamily="34" charset="0"/>
                <a:cs typeface="Open Sans Light" panose="020B0306030504020204" pitchFamily="34" charset="0"/>
              </a:defRPr>
            </a:lvl1pPr>
          </a:lstStyle>
          <a:p>
            <a:r>
              <a:rPr lang="en-US" sz="1200">
                <a:solidFill>
                  <a:schemeClr val="tx1"/>
                </a:solidFill>
              </a:rPr>
              <a:t>text</a:t>
            </a:r>
          </a:p>
        </p:txBody>
      </p:sp>
      <p:sp>
        <p:nvSpPr>
          <p:cNvPr id="40" name="Text Placeholder 2">
            <a:extLst>
              <a:ext uri="{FF2B5EF4-FFF2-40B4-BE49-F238E27FC236}">
                <a16:creationId xmlns:a16="http://schemas.microsoft.com/office/drawing/2014/main" id="{0DFB94D7-B1EE-1245-8104-E14D1EE410AC}"/>
              </a:ext>
            </a:extLst>
          </p:cNvPr>
          <p:cNvSpPr>
            <a:spLocks noGrp="1"/>
          </p:cNvSpPr>
          <p:nvPr>
            <p:ph type="body" sz="quarter" idx="16" hasCustomPrompt="1"/>
          </p:nvPr>
        </p:nvSpPr>
        <p:spPr>
          <a:xfrm>
            <a:off x="478021" y="3085492"/>
            <a:ext cx="3542552" cy="2400543"/>
          </a:xfrm>
        </p:spPr>
        <p:txBody>
          <a:bodyPr lIns="91440" tIns="91440" rIns="91440" bIns="91440" anchor="t"/>
          <a:lstStyle>
            <a:lvl1pPr marL="127000" indent="-127000">
              <a:lnSpc>
                <a:spcPts val="1600"/>
              </a:lnSpc>
              <a:spcAft>
                <a:spcPts val="0"/>
              </a:spcAft>
              <a:buSzPct val="70000"/>
              <a:buFont typeface="Arial" panose="020B0604020202020204" pitchFamily="34" charset="0"/>
              <a:buChar char="•"/>
              <a:defRPr sz="1400" b="0" i="0">
                <a:latin typeface="Open Sans Light" panose="020B0306030504020204" pitchFamily="34" charset="0"/>
                <a:ea typeface="Open Sans Light" panose="020B0306030504020204" pitchFamily="34" charset="0"/>
                <a:cs typeface="Open Sans Light" panose="020B0306030504020204" pitchFamily="34" charset="0"/>
              </a:defRPr>
            </a:lvl1pPr>
            <a:lvl2pPr>
              <a:defRPr lang="en-US" sz="1050" b="0" kern="1200" dirty="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lvl2pPr>
          </a:lstStyle>
          <a:p>
            <a:pPr marL="171450" lvl="1" indent="-171450" algn="l" defTabSz="1219170" rtl="0" eaLnBrk="1" latinLnBrk="0" hangingPunct="1">
              <a:lnSpc>
                <a:spcPts val="1500"/>
              </a:lnSpc>
              <a:spcBef>
                <a:spcPts val="0"/>
              </a:spcBef>
              <a:spcAft>
                <a:spcPts val="0"/>
              </a:spcAft>
              <a:buClr>
                <a:schemeClr val="tx1"/>
              </a:buClr>
              <a:buSzTx/>
              <a:buFont typeface="Arial" panose="020B0604020202020204" pitchFamily="34" charset="0"/>
              <a:buChar char="•"/>
              <a:defRPr/>
            </a:pPr>
            <a:r>
              <a:rPr lang="en-US" sz="1200">
                <a:solidFill>
                  <a:schemeClr val="tx1"/>
                </a:solidFill>
              </a:rPr>
              <a:t>text</a:t>
            </a:r>
          </a:p>
        </p:txBody>
      </p:sp>
      <p:sp>
        <p:nvSpPr>
          <p:cNvPr id="41" name="Text Placeholder 2">
            <a:extLst>
              <a:ext uri="{FF2B5EF4-FFF2-40B4-BE49-F238E27FC236}">
                <a16:creationId xmlns:a16="http://schemas.microsoft.com/office/drawing/2014/main" id="{9610F47C-EEC1-F747-8F99-A9AFC6A54322}"/>
              </a:ext>
            </a:extLst>
          </p:cNvPr>
          <p:cNvSpPr>
            <a:spLocks noGrp="1"/>
          </p:cNvSpPr>
          <p:nvPr>
            <p:ph type="body" sz="quarter" idx="17" hasCustomPrompt="1"/>
          </p:nvPr>
        </p:nvSpPr>
        <p:spPr>
          <a:xfrm>
            <a:off x="4207540" y="3085492"/>
            <a:ext cx="3542552" cy="2418831"/>
          </a:xfrm>
        </p:spPr>
        <p:txBody>
          <a:bodyPr lIns="91440" tIns="91440" rIns="91440" bIns="91440" anchor="t"/>
          <a:lstStyle>
            <a:lvl1pPr marL="91440" indent="-91440">
              <a:lnSpc>
                <a:spcPts val="1600"/>
              </a:lnSpc>
              <a:spcAft>
                <a:spcPts val="0"/>
              </a:spcAft>
              <a:buSzPct val="70000"/>
              <a:buFont typeface="Arial" panose="020B0604020202020204" pitchFamily="34" charset="0"/>
              <a:buChar char="•"/>
              <a:defRPr sz="1400" b="0" i="0">
                <a:latin typeface="Open Sans Light" panose="020B0306030504020204" pitchFamily="34" charset="0"/>
                <a:ea typeface="Open Sans Light" panose="020B0306030504020204" pitchFamily="34" charset="0"/>
                <a:cs typeface="Open Sans Light" panose="020B0306030504020204" pitchFamily="34" charset="0"/>
              </a:defRPr>
            </a:lvl1pPr>
          </a:lstStyle>
          <a:p>
            <a:r>
              <a:rPr lang="en-US" sz="1200">
                <a:solidFill>
                  <a:schemeClr val="tx1"/>
                </a:solidFill>
              </a:rPr>
              <a:t>text</a:t>
            </a:r>
          </a:p>
        </p:txBody>
      </p:sp>
      <p:sp>
        <p:nvSpPr>
          <p:cNvPr id="42" name="Text Placeholder 2">
            <a:extLst>
              <a:ext uri="{FF2B5EF4-FFF2-40B4-BE49-F238E27FC236}">
                <a16:creationId xmlns:a16="http://schemas.microsoft.com/office/drawing/2014/main" id="{41149A62-5556-7346-ADAE-7AB707D27AA1}"/>
              </a:ext>
            </a:extLst>
          </p:cNvPr>
          <p:cNvSpPr>
            <a:spLocks noGrp="1"/>
          </p:cNvSpPr>
          <p:nvPr>
            <p:ph type="body" sz="quarter" idx="18" hasCustomPrompt="1"/>
          </p:nvPr>
        </p:nvSpPr>
        <p:spPr>
          <a:xfrm>
            <a:off x="7978156" y="3085491"/>
            <a:ext cx="3542552" cy="2443082"/>
          </a:xfrm>
        </p:spPr>
        <p:txBody>
          <a:bodyPr lIns="91440" tIns="91440" rIns="91440" bIns="91440" anchor="t"/>
          <a:lstStyle>
            <a:lvl1pPr marL="91440" indent="-91440">
              <a:lnSpc>
                <a:spcPts val="1600"/>
              </a:lnSpc>
              <a:spcAft>
                <a:spcPts val="0"/>
              </a:spcAft>
              <a:buSzPct val="70000"/>
              <a:buFont typeface="Arial" panose="020B0604020202020204" pitchFamily="34" charset="0"/>
              <a:buChar char="•"/>
              <a:defRPr sz="1400" b="0" i="0">
                <a:latin typeface="Open Sans Light" panose="020B0306030504020204" pitchFamily="34" charset="0"/>
                <a:ea typeface="Open Sans Light" panose="020B0306030504020204" pitchFamily="34" charset="0"/>
                <a:cs typeface="Open Sans Light" panose="020B0306030504020204" pitchFamily="34" charset="0"/>
              </a:defRPr>
            </a:lvl1pPr>
          </a:lstStyle>
          <a:p>
            <a:r>
              <a:rPr lang="en-US" sz="1200">
                <a:solidFill>
                  <a:schemeClr val="tx1"/>
                </a:solidFill>
              </a:rPr>
              <a:t>text</a:t>
            </a:r>
          </a:p>
        </p:txBody>
      </p:sp>
      <p:cxnSp>
        <p:nvCxnSpPr>
          <p:cNvPr id="34" name="Straight Connector 33">
            <a:extLst>
              <a:ext uri="{FF2B5EF4-FFF2-40B4-BE49-F238E27FC236}">
                <a16:creationId xmlns:a16="http://schemas.microsoft.com/office/drawing/2014/main" id="{574015B0-D136-4BE4-AD0A-B82A6EA61BCB}"/>
              </a:ext>
            </a:extLst>
          </p:cNvPr>
          <p:cNvCxnSpPr>
            <a:cxnSpLocks/>
          </p:cNvCxnSpPr>
          <p:nvPr userDrawn="1"/>
        </p:nvCxnSpPr>
        <p:spPr>
          <a:xfrm>
            <a:off x="469900" y="5681590"/>
            <a:ext cx="11078068"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762F1E81-0579-416F-A9AB-302F74C3497D}"/>
              </a:ext>
            </a:extLst>
          </p:cNvPr>
          <p:cNvSpPr txBox="1"/>
          <p:nvPr userDrawn="1"/>
        </p:nvSpPr>
        <p:spPr>
          <a:xfrm>
            <a:off x="783215" y="1371899"/>
            <a:ext cx="3093901" cy="307777"/>
          </a:xfrm>
          <a:prstGeom prst="rect">
            <a:avLst/>
          </a:prstGeom>
          <a:noFill/>
        </p:spPr>
        <p:txBody>
          <a:bodyPr wrap="square" rtlCol="0" anchor="ctr">
            <a:spAutoFit/>
          </a:bodyPr>
          <a:lstStyle/>
          <a:p>
            <a:pPr fontAlgn="base">
              <a:spcBef>
                <a:spcPct val="0"/>
              </a:spcBef>
              <a:spcAft>
                <a:spcPct val="0"/>
              </a:spcAft>
            </a:pPr>
            <a:r>
              <a:rPr lang="en-US" sz="1400" b="1">
                <a:latin typeface="Open Sans ExtraBold" panose="020B0606030504020204" pitchFamily="34" charset="0"/>
                <a:ea typeface="Open Sans ExtraBold" panose="020B0606030504020204" pitchFamily="34" charset="0"/>
                <a:cs typeface="Open Sans ExtraBold" panose="020B0606030504020204" pitchFamily="34" charset="0"/>
              </a:rPr>
              <a:t>ENGAGEMENT SUMMARY</a:t>
            </a:r>
          </a:p>
        </p:txBody>
      </p:sp>
      <p:sp>
        <p:nvSpPr>
          <p:cNvPr id="32" name="Title 1">
            <a:extLst>
              <a:ext uri="{FF2B5EF4-FFF2-40B4-BE49-F238E27FC236}">
                <a16:creationId xmlns:a16="http://schemas.microsoft.com/office/drawing/2014/main" id="{792822E7-5761-4C57-9902-AFDB3401F642}"/>
              </a:ext>
            </a:extLst>
          </p:cNvPr>
          <p:cNvSpPr txBox="1">
            <a:spLocks/>
          </p:cNvSpPr>
          <p:nvPr userDrawn="1"/>
        </p:nvSpPr>
        <p:spPr bwMode="auto">
          <a:xfrm>
            <a:off x="854879" y="2725789"/>
            <a:ext cx="3159980" cy="215444"/>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gn="l" defTabSz="957263" rtl="0" eaLnBrk="1" fontAlgn="base" hangingPunct="1">
              <a:lnSpc>
                <a:spcPct val="106000"/>
              </a:lnSpc>
              <a:spcBef>
                <a:spcPct val="0"/>
              </a:spcBef>
              <a:spcAft>
                <a:spcPct val="0"/>
              </a:spcAft>
              <a:defRPr b="1" kern="1200">
                <a:solidFill>
                  <a:schemeClr val="tx2"/>
                </a:solidFill>
                <a:latin typeface="+mj-lt"/>
                <a:ea typeface="+mj-ea"/>
                <a:cs typeface="+mj-cs"/>
              </a:defRPr>
            </a:lvl1pPr>
            <a:lvl2pPr algn="l" defTabSz="957263" rtl="0" eaLnBrk="1" fontAlgn="base" hangingPunct="1">
              <a:lnSpc>
                <a:spcPct val="106000"/>
              </a:lnSpc>
              <a:spcBef>
                <a:spcPct val="0"/>
              </a:spcBef>
              <a:spcAft>
                <a:spcPct val="0"/>
              </a:spcAft>
              <a:defRPr b="1">
                <a:solidFill>
                  <a:schemeClr val="tx2"/>
                </a:solidFill>
                <a:latin typeface="Arial" charset="0"/>
              </a:defRPr>
            </a:lvl2pPr>
            <a:lvl3pPr algn="l" defTabSz="957263" rtl="0" eaLnBrk="1" fontAlgn="base" hangingPunct="1">
              <a:lnSpc>
                <a:spcPct val="106000"/>
              </a:lnSpc>
              <a:spcBef>
                <a:spcPct val="0"/>
              </a:spcBef>
              <a:spcAft>
                <a:spcPct val="0"/>
              </a:spcAft>
              <a:defRPr b="1">
                <a:solidFill>
                  <a:schemeClr val="tx2"/>
                </a:solidFill>
                <a:latin typeface="Arial" charset="0"/>
              </a:defRPr>
            </a:lvl3pPr>
            <a:lvl4pPr algn="l" defTabSz="957263" rtl="0" eaLnBrk="1" fontAlgn="base" hangingPunct="1">
              <a:lnSpc>
                <a:spcPct val="106000"/>
              </a:lnSpc>
              <a:spcBef>
                <a:spcPct val="0"/>
              </a:spcBef>
              <a:spcAft>
                <a:spcPct val="0"/>
              </a:spcAft>
              <a:defRPr b="1">
                <a:solidFill>
                  <a:schemeClr val="tx2"/>
                </a:solidFill>
                <a:latin typeface="Arial" charset="0"/>
              </a:defRPr>
            </a:lvl4pPr>
            <a:lvl5pPr algn="l" defTabSz="957263" rtl="0" eaLnBrk="1" fontAlgn="base" hangingPunct="1">
              <a:lnSpc>
                <a:spcPct val="106000"/>
              </a:lnSpc>
              <a:spcBef>
                <a:spcPct val="0"/>
              </a:spcBef>
              <a:spcAft>
                <a:spcPct val="0"/>
              </a:spcAft>
              <a:defRPr b="1">
                <a:solidFill>
                  <a:schemeClr val="tx2"/>
                </a:solidFill>
                <a:latin typeface="Arial" charset="0"/>
              </a:defRPr>
            </a:lvl5pPr>
            <a:lvl6pPr marL="429756" algn="l" rtl="0" eaLnBrk="1" fontAlgn="base" hangingPunct="1">
              <a:spcBef>
                <a:spcPct val="0"/>
              </a:spcBef>
              <a:spcAft>
                <a:spcPct val="0"/>
              </a:spcAft>
              <a:defRPr sz="2300" b="1">
                <a:solidFill>
                  <a:schemeClr val="accent1"/>
                </a:solidFill>
                <a:latin typeface="Arial" charset="0"/>
              </a:defRPr>
            </a:lvl6pPr>
            <a:lvl7pPr marL="859512" algn="l" rtl="0" eaLnBrk="1" fontAlgn="base" hangingPunct="1">
              <a:spcBef>
                <a:spcPct val="0"/>
              </a:spcBef>
              <a:spcAft>
                <a:spcPct val="0"/>
              </a:spcAft>
              <a:defRPr sz="2300" b="1">
                <a:solidFill>
                  <a:schemeClr val="accent1"/>
                </a:solidFill>
                <a:latin typeface="Arial" charset="0"/>
              </a:defRPr>
            </a:lvl7pPr>
            <a:lvl8pPr marL="1289268" algn="l" rtl="0" eaLnBrk="1" fontAlgn="base" hangingPunct="1">
              <a:spcBef>
                <a:spcPct val="0"/>
              </a:spcBef>
              <a:spcAft>
                <a:spcPct val="0"/>
              </a:spcAft>
              <a:defRPr sz="2300" b="1">
                <a:solidFill>
                  <a:schemeClr val="accent1"/>
                </a:solidFill>
                <a:latin typeface="Arial" charset="0"/>
              </a:defRPr>
            </a:lvl8pPr>
            <a:lvl9pPr marL="1719024" algn="l" rtl="0" eaLnBrk="1" fontAlgn="base" hangingPunct="1">
              <a:spcBef>
                <a:spcPct val="0"/>
              </a:spcBef>
              <a:spcAft>
                <a:spcPct val="0"/>
              </a:spcAft>
              <a:defRPr sz="2300" b="1">
                <a:solidFill>
                  <a:schemeClr val="accent1"/>
                </a:solidFill>
                <a:latin typeface="Arial" charset="0"/>
              </a:defRPr>
            </a:lvl9pPr>
          </a:lstStyle>
          <a:p>
            <a:pPr defTabSz="1219170">
              <a:lnSpc>
                <a:spcPct val="100000"/>
              </a:lnSpc>
            </a:pPr>
            <a:r>
              <a:rPr lang="en-US" sz="1400">
                <a:solidFill>
                  <a:schemeClr val="accent1"/>
                </a:solidFill>
                <a:latin typeface="Open Sans Extrabold" panose="020B0606030504020204" pitchFamily="34" charset="0"/>
                <a:ea typeface="Open Sans Extrabold" panose="020B0606030504020204" pitchFamily="34" charset="0"/>
                <a:cs typeface="Open Sans Extrabold" panose="020B0606030504020204" pitchFamily="34" charset="0"/>
              </a:rPr>
              <a:t>BUSINESS ISSUE</a:t>
            </a:r>
          </a:p>
        </p:txBody>
      </p:sp>
      <p:sp>
        <p:nvSpPr>
          <p:cNvPr id="33" name="Title 1">
            <a:extLst>
              <a:ext uri="{FF2B5EF4-FFF2-40B4-BE49-F238E27FC236}">
                <a16:creationId xmlns:a16="http://schemas.microsoft.com/office/drawing/2014/main" id="{73A11992-AE8E-4E55-9943-E91AF00F4394}"/>
              </a:ext>
            </a:extLst>
          </p:cNvPr>
          <p:cNvSpPr txBox="1">
            <a:spLocks/>
          </p:cNvSpPr>
          <p:nvPr userDrawn="1"/>
        </p:nvSpPr>
        <p:spPr bwMode="auto">
          <a:xfrm>
            <a:off x="4627157" y="2725789"/>
            <a:ext cx="3273983" cy="215444"/>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gn="l" defTabSz="957263" rtl="0" eaLnBrk="1" fontAlgn="base" hangingPunct="1">
              <a:lnSpc>
                <a:spcPct val="106000"/>
              </a:lnSpc>
              <a:spcBef>
                <a:spcPct val="0"/>
              </a:spcBef>
              <a:spcAft>
                <a:spcPct val="0"/>
              </a:spcAft>
              <a:defRPr b="1" kern="1200">
                <a:solidFill>
                  <a:schemeClr val="tx2"/>
                </a:solidFill>
                <a:latin typeface="+mj-lt"/>
                <a:ea typeface="+mj-ea"/>
                <a:cs typeface="+mj-cs"/>
              </a:defRPr>
            </a:lvl1pPr>
            <a:lvl2pPr algn="l" defTabSz="957263" rtl="0" eaLnBrk="1" fontAlgn="base" hangingPunct="1">
              <a:lnSpc>
                <a:spcPct val="106000"/>
              </a:lnSpc>
              <a:spcBef>
                <a:spcPct val="0"/>
              </a:spcBef>
              <a:spcAft>
                <a:spcPct val="0"/>
              </a:spcAft>
              <a:defRPr b="1">
                <a:solidFill>
                  <a:schemeClr val="tx2"/>
                </a:solidFill>
                <a:latin typeface="Arial" charset="0"/>
              </a:defRPr>
            </a:lvl2pPr>
            <a:lvl3pPr algn="l" defTabSz="957263" rtl="0" eaLnBrk="1" fontAlgn="base" hangingPunct="1">
              <a:lnSpc>
                <a:spcPct val="106000"/>
              </a:lnSpc>
              <a:spcBef>
                <a:spcPct val="0"/>
              </a:spcBef>
              <a:spcAft>
                <a:spcPct val="0"/>
              </a:spcAft>
              <a:defRPr b="1">
                <a:solidFill>
                  <a:schemeClr val="tx2"/>
                </a:solidFill>
                <a:latin typeface="Arial" charset="0"/>
              </a:defRPr>
            </a:lvl3pPr>
            <a:lvl4pPr algn="l" defTabSz="957263" rtl="0" eaLnBrk="1" fontAlgn="base" hangingPunct="1">
              <a:lnSpc>
                <a:spcPct val="106000"/>
              </a:lnSpc>
              <a:spcBef>
                <a:spcPct val="0"/>
              </a:spcBef>
              <a:spcAft>
                <a:spcPct val="0"/>
              </a:spcAft>
              <a:defRPr b="1">
                <a:solidFill>
                  <a:schemeClr val="tx2"/>
                </a:solidFill>
                <a:latin typeface="Arial" charset="0"/>
              </a:defRPr>
            </a:lvl4pPr>
            <a:lvl5pPr algn="l" defTabSz="957263" rtl="0" eaLnBrk="1" fontAlgn="base" hangingPunct="1">
              <a:lnSpc>
                <a:spcPct val="106000"/>
              </a:lnSpc>
              <a:spcBef>
                <a:spcPct val="0"/>
              </a:spcBef>
              <a:spcAft>
                <a:spcPct val="0"/>
              </a:spcAft>
              <a:defRPr b="1">
                <a:solidFill>
                  <a:schemeClr val="tx2"/>
                </a:solidFill>
                <a:latin typeface="Arial" charset="0"/>
              </a:defRPr>
            </a:lvl5pPr>
            <a:lvl6pPr marL="429756" algn="l" rtl="0" eaLnBrk="1" fontAlgn="base" hangingPunct="1">
              <a:spcBef>
                <a:spcPct val="0"/>
              </a:spcBef>
              <a:spcAft>
                <a:spcPct val="0"/>
              </a:spcAft>
              <a:defRPr sz="2300" b="1">
                <a:solidFill>
                  <a:schemeClr val="accent1"/>
                </a:solidFill>
                <a:latin typeface="Arial" charset="0"/>
              </a:defRPr>
            </a:lvl6pPr>
            <a:lvl7pPr marL="859512" algn="l" rtl="0" eaLnBrk="1" fontAlgn="base" hangingPunct="1">
              <a:spcBef>
                <a:spcPct val="0"/>
              </a:spcBef>
              <a:spcAft>
                <a:spcPct val="0"/>
              </a:spcAft>
              <a:defRPr sz="2300" b="1">
                <a:solidFill>
                  <a:schemeClr val="accent1"/>
                </a:solidFill>
                <a:latin typeface="Arial" charset="0"/>
              </a:defRPr>
            </a:lvl7pPr>
            <a:lvl8pPr marL="1289268" algn="l" rtl="0" eaLnBrk="1" fontAlgn="base" hangingPunct="1">
              <a:spcBef>
                <a:spcPct val="0"/>
              </a:spcBef>
              <a:spcAft>
                <a:spcPct val="0"/>
              </a:spcAft>
              <a:defRPr sz="2300" b="1">
                <a:solidFill>
                  <a:schemeClr val="accent1"/>
                </a:solidFill>
                <a:latin typeface="Arial" charset="0"/>
              </a:defRPr>
            </a:lvl8pPr>
            <a:lvl9pPr marL="1719024" algn="l" rtl="0" eaLnBrk="1" fontAlgn="base" hangingPunct="1">
              <a:spcBef>
                <a:spcPct val="0"/>
              </a:spcBef>
              <a:spcAft>
                <a:spcPct val="0"/>
              </a:spcAft>
              <a:defRPr sz="2300" b="1">
                <a:solidFill>
                  <a:schemeClr val="accent1"/>
                </a:solidFill>
                <a:latin typeface="Arial" charset="0"/>
              </a:defRPr>
            </a:lvl9pPr>
          </a:lstStyle>
          <a:p>
            <a:pPr defTabSz="1219170">
              <a:lnSpc>
                <a:spcPct val="100000"/>
              </a:lnSpc>
            </a:pPr>
            <a:r>
              <a:rPr lang="en-US" sz="1400">
                <a:solidFill>
                  <a:schemeClr val="accent3"/>
                </a:solidFill>
                <a:latin typeface="Open Sans Extrabold" panose="020B0606030504020204" pitchFamily="34" charset="0"/>
                <a:ea typeface="Open Sans Extrabold" panose="020B0606030504020204" pitchFamily="34" charset="0"/>
                <a:cs typeface="Open Sans Extrabold" panose="020B0606030504020204" pitchFamily="34" charset="0"/>
              </a:rPr>
              <a:t>ENGAGEMENT SCOPE &amp; SOLUTION</a:t>
            </a:r>
          </a:p>
        </p:txBody>
      </p:sp>
      <p:sp>
        <p:nvSpPr>
          <p:cNvPr id="36" name="Title 1">
            <a:extLst>
              <a:ext uri="{FF2B5EF4-FFF2-40B4-BE49-F238E27FC236}">
                <a16:creationId xmlns:a16="http://schemas.microsoft.com/office/drawing/2014/main" id="{F156B554-40DA-4E2E-9842-63170F39C437}"/>
              </a:ext>
            </a:extLst>
          </p:cNvPr>
          <p:cNvSpPr txBox="1">
            <a:spLocks/>
          </p:cNvSpPr>
          <p:nvPr userDrawn="1"/>
        </p:nvSpPr>
        <p:spPr bwMode="auto">
          <a:xfrm>
            <a:off x="8386522" y="2725789"/>
            <a:ext cx="2993743" cy="215444"/>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gn="l" defTabSz="957263" rtl="0" eaLnBrk="1" fontAlgn="base" hangingPunct="1">
              <a:lnSpc>
                <a:spcPct val="106000"/>
              </a:lnSpc>
              <a:spcBef>
                <a:spcPct val="0"/>
              </a:spcBef>
              <a:spcAft>
                <a:spcPct val="0"/>
              </a:spcAft>
              <a:defRPr b="1" kern="1200">
                <a:solidFill>
                  <a:schemeClr val="tx2"/>
                </a:solidFill>
                <a:latin typeface="+mj-lt"/>
                <a:ea typeface="+mj-ea"/>
                <a:cs typeface="+mj-cs"/>
              </a:defRPr>
            </a:lvl1pPr>
            <a:lvl2pPr algn="l" defTabSz="957263" rtl="0" eaLnBrk="1" fontAlgn="base" hangingPunct="1">
              <a:lnSpc>
                <a:spcPct val="106000"/>
              </a:lnSpc>
              <a:spcBef>
                <a:spcPct val="0"/>
              </a:spcBef>
              <a:spcAft>
                <a:spcPct val="0"/>
              </a:spcAft>
              <a:defRPr b="1">
                <a:solidFill>
                  <a:schemeClr val="tx2"/>
                </a:solidFill>
                <a:latin typeface="Arial" charset="0"/>
              </a:defRPr>
            </a:lvl2pPr>
            <a:lvl3pPr algn="l" defTabSz="957263" rtl="0" eaLnBrk="1" fontAlgn="base" hangingPunct="1">
              <a:lnSpc>
                <a:spcPct val="106000"/>
              </a:lnSpc>
              <a:spcBef>
                <a:spcPct val="0"/>
              </a:spcBef>
              <a:spcAft>
                <a:spcPct val="0"/>
              </a:spcAft>
              <a:defRPr b="1">
                <a:solidFill>
                  <a:schemeClr val="tx2"/>
                </a:solidFill>
                <a:latin typeface="Arial" charset="0"/>
              </a:defRPr>
            </a:lvl3pPr>
            <a:lvl4pPr algn="l" defTabSz="957263" rtl="0" eaLnBrk="1" fontAlgn="base" hangingPunct="1">
              <a:lnSpc>
                <a:spcPct val="106000"/>
              </a:lnSpc>
              <a:spcBef>
                <a:spcPct val="0"/>
              </a:spcBef>
              <a:spcAft>
                <a:spcPct val="0"/>
              </a:spcAft>
              <a:defRPr b="1">
                <a:solidFill>
                  <a:schemeClr val="tx2"/>
                </a:solidFill>
                <a:latin typeface="Arial" charset="0"/>
              </a:defRPr>
            </a:lvl4pPr>
            <a:lvl5pPr algn="l" defTabSz="957263" rtl="0" eaLnBrk="1" fontAlgn="base" hangingPunct="1">
              <a:lnSpc>
                <a:spcPct val="106000"/>
              </a:lnSpc>
              <a:spcBef>
                <a:spcPct val="0"/>
              </a:spcBef>
              <a:spcAft>
                <a:spcPct val="0"/>
              </a:spcAft>
              <a:defRPr b="1">
                <a:solidFill>
                  <a:schemeClr val="tx2"/>
                </a:solidFill>
                <a:latin typeface="Arial" charset="0"/>
              </a:defRPr>
            </a:lvl5pPr>
            <a:lvl6pPr marL="429756" algn="l" rtl="0" eaLnBrk="1" fontAlgn="base" hangingPunct="1">
              <a:spcBef>
                <a:spcPct val="0"/>
              </a:spcBef>
              <a:spcAft>
                <a:spcPct val="0"/>
              </a:spcAft>
              <a:defRPr sz="2300" b="1">
                <a:solidFill>
                  <a:schemeClr val="accent1"/>
                </a:solidFill>
                <a:latin typeface="Arial" charset="0"/>
              </a:defRPr>
            </a:lvl6pPr>
            <a:lvl7pPr marL="859512" algn="l" rtl="0" eaLnBrk="1" fontAlgn="base" hangingPunct="1">
              <a:spcBef>
                <a:spcPct val="0"/>
              </a:spcBef>
              <a:spcAft>
                <a:spcPct val="0"/>
              </a:spcAft>
              <a:defRPr sz="2300" b="1">
                <a:solidFill>
                  <a:schemeClr val="accent1"/>
                </a:solidFill>
                <a:latin typeface="Arial" charset="0"/>
              </a:defRPr>
            </a:lvl7pPr>
            <a:lvl8pPr marL="1289268" algn="l" rtl="0" eaLnBrk="1" fontAlgn="base" hangingPunct="1">
              <a:spcBef>
                <a:spcPct val="0"/>
              </a:spcBef>
              <a:spcAft>
                <a:spcPct val="0"/>
              </a:spcAft>
              <a:defRPr sz="2300" b="1">
                <a:solidFill>
                  <a:schemeClr val="accent1"/>
                </a:solidFill>
                <a:latin typeface="Arial" charset="0"/>
              </a:defRPr>
            </a:lvl8pPr>
            <a:lvl9pPr marL="1719024" algn="l" rtl="0" eaLnBrk="1" fontAlgn="base" hangingPunct="1">
              <a:spcBef>
                <a:spcPct val="0"/>
              </a:spcBef>
              <a:spcAft>
                <a:spcPct val="0"/>
              </a:spcAft>
              <a:defRPr sz="2300" b="1">
                <a:solidFill>
                  <a:schemeClr val="accent1"/>
                </a:solidFill>
                <a:latin typeface="Arial" charset="0"/>
              </a:defRPr>
            </a:lvl9pPr>
          </a:lstStyle>
          <a:p>
            <a:pPr defTabSz="1219170">
              <a:lnSpc>
                <a:spcPct val="100000"/>
              </a:lnSpc>
            </a:pPr>
            <a:r>
              <a:rPr lang="en-US" sz="1400">
                <a:solidFill>
                  <a:schemeClr val="accent5"/>
                </a:solidFill>
                <a:latin typeface="Open Sans Extrabold" panose="020B0606030504020204" pitchFamily="34" charset="0"/>
                <a:ea typeface="Open Sans Extrabold" panose="020B0606030504020204" pitchFamily="34" charset="0"/>
                <a:cs typeface="Open Sans Extrabold" panose="020B0606030504020204" pitchFamily="34" charset="0"/>
              </a:rPr>
              <a:t>RESULTS &amp; IMPACT</a:t>
            </a:r>
          </a:p>
        </p:txBody>
      </p:sp>
      <p:sp>
        <p:nvSpPr>
          <p:cNvPr id="37" name="Title 1">
            <a:extLst>
              <a:ext uri="{FF2B5EF4-FFF2-40B4-BE49-F238E27FC236}">
                <a16:creationId xmlns:a16="http://schemas.microsoft.com/office/drawing/2014/main" id="{09439D30-A3A5-42F6-A8E3-CE4AA47420C9}"/>
              </a:ext>
            </a:extLst>
          </p:cNvPr>
          <p:cNvSpPr txBox="1">
            <a:spLocks/>
          </p:cNvSpPr>
          <p:nvPr userDrawn="1"/>
        </p:nvSpPr>
        <p:spPr bwMode="auto">
          <a:xfrm>
            <a:off x="469900" y="5676435"/>
            <a:ext cx="3159980" cy="307777"/>
          </a:xfrm>
          <a:prstGeom prst="rect">
            <a:avLst/>
          </a:prstGeom>
          <a:noFill/>
        </p:spPr>
        <p:txBody>
          <a:bodyPr wrap="square" rtlCol="0" anchor="ctr">
            <a:spAutoFit/>
          </a:bodyPr>
          <a:lstStyle>
            <a:defPPr>
              <a:defRPr lang="en-US"/>
            </a:defPPr>
            <a:lvl1pPr fontAlgn="base">
              <a:spcBef>
                <a:spcPct val="0"/>
              </a:spcBef>
              <a:spcAft>
                <a:spcPct val="0"/>
              </a:spcAft>
              <a:defRPr sz="1400" b="1">
                <a:solidFill>
                  <a:schemeClr val="accent4"/>
                </a:solidFill>
                <a:latin typeface="Open Sans ExtraBold" panose="020B0606030504020204" pitchFamily="34" charset="0"/>
                <a:ea typeface="Open Sans ExtraBold" panose="020B0606030504020204" pitchFamily="34" charset="0"/>
                <a:cs typeface="Open Sans ExtraBold" panose="020B0606030504020204" pitchFamily="34" charset="0"/>
              </a:defRPr>
            </a:lvl1pPr>
            <a:lvl2pPr algn="l" defTabSz="957263" rtl="0" eaLnBrk="1" fontAlgn="base" hangingPunct="1">
              <a:lnSpc>
                <a:spcPct val="106000"/>
              </a:lnSpc>
              <a:spcBef>
                <a:spcPct val="0"/>
              </a:spcBef>
              <a:spcAft>
                <a:spcPct val="0"/>
              </a:spcAft>
              <a:defRPr b="1">
                <a:solidFill>
                  <a:schemeClr val="tx2"/>
                </a:solidFill>
                <a:latin typeface="Arial" charset="0"/>
              </a:defRPr>
            </a:lvl2pPr>
            <a:lvl3pPr algn="l" defTabSz="957263" rtl="0" eaLnBrk="1" fontAlgn="base" hangingPunct="1">
              <a:lnSpc>
                <a:spcPct val="106000"/>
              </a:lnSpc>
              <a:spcBef>
                <a:spcPct val="0"/>
              </a:spcBef>
              <a:spcAft>
                <a:spcPct val="0"/>
              </a:spcAft>
              <a:defRPr b="1">
                <a:solidFill>
                  <a:schemeClr val="tx2"/>
                </a:solidFill>
                <a:latin typeface="Arial" charset="0"/>
              </a:defRPr>
            </a:lvl3pPr>
            <a:lvl4pPr algn="l" defTabSz="957263" rtl="0" eaLnBrk="1" fontAlgn="base" hangingPunct="1">
              <a:lnSpc>
                <a:spcPct val="106000"/>
              </a:lnSpc>
              <a:spcBef>
                <a:spcPct val="0"/>
              </a:spcBef>
              <a:spcAft>
                <a:spcPct val="0"/>
              </a:spcAft>
              <a:defRPr b="1">
                <a:solidFill>
                  <a:schemeClr val="tx2"/>
                </a:solidFill>
                <a:latin typeface="Arial" charset="0"/>
              </a:defRPr>
            </a:lvl4pPr>
            <a:lvl5pPr algn="l" defTabSz="957263" rtl="0" eaLnBrk="1" fontAlgn="base" hangingPunct="1">
              <a:lnSpc>
                <a:spcPct val="106000"/>
              </a:lnSpc>
              <a:spcBef>
                <a:spcPct val="0"/>
              </a:spcBef>
              <a:spcAft>
                <a:spcPct val="0"/>
              </a:spcAft>
              <a:defRPr b="1">
                <a:solidFill>
                  <a:schemeClr val="tx2"/>
                </a:solidFill>
                <a:latin typeface="Arial" charset="0"/>
              </a:defRPr>
            </a:lvl5pPr>
            <a:lvl6pPr marL="429756" algn="l" rtl="0" eaLnBrk="1" fontAlgn="base" hangingPunct="1">
              <a:spcBef>
                <a:spcPct val="0"/>
              </a:spcBef>
              <a:spcAft>
                <a:spcPct val="0"/>
              </a:spcAft>
              <a:defRPr sz="2300" b="1">
                <a:solidFill>
                  <a:schemeClr val="accent1"/>
                </a:solidFill>
                <a:latin typeface="Arial" charset="0"/>
              </a:defRPr>
            </a:lvl6pPr>
            <a:lvl7pPr marL="859512" algn="l" rtl="0" eaLnBrk="1" fontAlgn="base" hangingPunct="1">
              <a:spcBef>
                <a:spcPct val="0"/>
              </a:spcBef>
              <a:spcAft>
                <a:spcPct val="0"/>
              </a:spcAft>
              <a:defRPr sz="2300" b="1">
                <a:solidFill>
                  <a:schemeClr val="accent1"/>
                </a:solidFill>
                <a:latin typeface="Arial" charset="0"/>
              </a:defRPr>
            </a:lvl7pPr>
            <a:lvl8pPr marL="1289268" algn="l" rtl="0" eaLnBrk="1" fontAlgn="base" hangingPunct="1">
              <a:spcBef>
                <a:spcPct val="0"/>
              </a:spcBef>
              <a:spcAft>
                <a:spcPct val="0"/>
              </a:spcAft>
              <a:defRPr sz="2300" b="1">
                <a:solidFill>
                  <a:schemeClr val="accent1"/>
                </a:solidFill>
                <a:latin typeface="Arial" charset="0"/>
              </a:defRPr>
            </a:lvl8pPr>
            <a:lvl9pPr marL="1719024" algn="l" rtl="0" eaLnBrk="1" fontAlgn="base" hangingPunct="1">
              <a:spcBef>
                <a:spcPct val="0"/>
              </a:spcBef>
              <a:spcAft>
                <a:spcPct val="0"/>
              </a:spcAft>
              <a:defRPr sz="2300" b="1">
                <a:solidFill>
                  <a:schemeClr val="accent1"/>
                </a:solidFill>
                <a:latin typeface="Arial" charset="0"/>
              </a:defRPr>
            </a:lvl9pPr>
          </a:lstStyle>
          <a:p>
            <a:r>
              <a:rPr lang="en-US">
                <a:solidFill>
                  <a:schemeClr val="tx1"/>
                </a:solidFill>
              </a:rPr>
              <a:t>DELOITTE LEADERSHIP</a:t>
            </a:r>
          </a:p>
        </p:txBody>
      </p:sp>
      <p:sp>
        <p:nvSpPr>
          <p:cNvPr id="38" name="Title 1">
            <a:extLst>
              <a:ext uri="{FF2B5EF4-FFF2-40B4-BE49-F238E27FC236}">
                <a16:creationId xmlns:a16="http://schemas.microsoft.com/office/drawing/2014/main" id="{A6D8C8CE-FD37-4041-83C9-B08532F74C4E}"/>
              </a:ext>
            </a:extLst>
          </p:cNvPr>
          <p:cNvSpPr txBox="1">
            <a:spLocks/>
          </p:cNvSpPr>
          <p:nvPr userDrawn="1"/>
        </p:nvSpPr>
        <p:spPr bwMode="auto">
          <a:xfrm>
            <a:off x="4134426" y="5676435"/>
            <a:ext cx="3273983" cy="307777"/>
          </a:xfrm>
          <a:prstGeom prst="rect">
            <a:avLst/>
          </a:prstGeom>
          <a:noFill/>
        </p:spPr>
        <p:txBody>
          <a:bodyPr wrap="square" rtlCol="0" anchor="ctr">
            <a:spAutoFit/>
          </a:bodyPr>
          <a:lstStyle>
            <a:defPPr>
              <a:defRPr lang="en-US"/>
            </a:defPPr>
            <a:lvl1pPr fontAlgn="base">
              <a:spcBef>
                <a:spcPct val="0"/>
              </a:spcBef>
              <a:spcAft>
                <a:spcPct val="0"/>
              </a:spcAft>
              <a:defRPr sz="1400" b="1">
                <a:solidFill>
                  <a:schemeClr val="accent4"/>
                </a:solidFill>
                <a:latin typeface="Open Sans ExtraBold" panose="020B0606030504020204" pitchFamily="34" charset="0"/>
                <a:ea typeface="Open Sans ExtraBold" panose="020B0606030504020204" pitchFamily="34" charset="0"/>
                <a:cs typeface="Open Sans ExtraBold" panose="020B0606030504020204" pitchFamily="34" charset="0"/>
              </a:defRPr>
            </a:lvl1pPr>
            <a:lvl2pPr algn="l" defTabSz="957263" rtl="0" eaLnBrk="1" fontAlgn="base" hangingPunct="1">
              <a:lnSpc>
                <a:spcPct val="106000"/>
              </a:lnSpc>
              <a:spcBef>
                <a:spcPct val="0"/>
              </a:spcBef>
              <a:spcAft>
                <a:spcPct val="0"/>
              </a:spcAft>
              <a:defRPr b="1">
                <a:solidFill>
                  <a:schemeClr val="tx2"/>
                </a:solidFill>
                <a:latin typeface="Arial" charset="0"/>
              </a:defRPr>
            </a:lvl2pPr>
            <a:lvl3pPr algn="l" defTabSz="957263" rtl="0" eaLnBrk="1" fontAlgn="base" hangingPunct="1">
              <a:lnSpc>
                <a:spcPct val="106000"/>
              </a:lnSpc>
              <a:spcBef>
                <a:spcPct val="0"/>
              </a:spcBef>
              <a:spcAft>
                <a:spcPct val="0"/>
              </a:spcAft>
              <a:defRPr b="1">
                <a:solidFill>
                  <a:schemeClr val="tx2"/>
                </a:solidFill>
                <a:latin typeface="Arial" charset="0"/>
              </a:defRPr>
            </a:lvl3pPr>
            <a:lvl4pPr algn="l" defTabSz="957263" rtl="0" eaLnBrk="1" fontAlgn="base" hangingPunct="1">
              <a:lnSpc>
                <a:spcPct val="106000"/>
              </a:lnSpc>
              <a:spcBef>
                <a:spcPct val="0"/>
              </a:spcBef>
              <a:spcAft>
                <a:spcPct val="0"/>
              </a:spcAft>
              <a:defRPr b="1">
                <a:solidFill>
                  <a:schemeClr val="tx2"/>
                </a:solidFill>
                <a:latin typeface="Arial" charset="0"/>
              </a:defRPr>
            </a:lvl4pPr>
            <a:lvl5pPr algn="l" defTabSz="957263" rtl="0" eaLnBrk="1" fontAlgn="base" hangingPunct="1">
              <a:lnSpc>
                <a:spcPct val="106000"/>
              </a:lnSpc>
              <a:spcBef>
                <a:spcPct val="0"/>
              </a:spcBef>
              <a:spcAft>
                <a:spcPct val="0"/>
              </a:spcAft>
              <a:defRPr b="1">
                <a:solidFill>
                  <a:schemeClr val="tx2"/>
                </a:solidFill>
                <a:latin typeface="Arial" charset="0"/>
              </a:defRPr>
            </a:lvl5pPr>
            <a:lvl6pPr marL="429756" algn="l" rtl="0" eaLnBrk="1" fontAlgn="base" hangingPunct="1">
              <a:spcBef>
                <a:spcPct val="0"/>
              </a:spcBef>
              <a:spcAft>
                <a:spcPct val="0"/>
              </a:spcAft>
              <a:defRPr sz="2300" b="1">
                <a:solidFill>
                  <a:schemeClr val="accent1"/>
                </a:solidFill>
                <a:latin typeface="Arial" charset="0"/>
              </a:defRPr>
            </a:lvl6pPr>
            <a:lvl7pPr marL="859512" algn="l" rtl="0" eaLnBrk="1" fontAlgn="base" hangingPunct="1">
              <a:spcBef>
                <a:spcPct val="0"/>
              </a:spcBef>
              <a:spcAft>
                <a:spcPct val="0"/>
              </a:spcAft>
              <a:defRPr sz="2300" b="1">
                <a:solidFill>
                  <a:schemeClr val="accent1"/>
                </a:solidFill>
                <a:latin typeface="Arial" charset="0"/>
              </a:defRPr>
            </a:lvl7pPr>
            <a:lvl8pPr marL="1289268" algn="l" rtl="0" eaLnBrk="1" fontAlgn="base" hangingPunct="1">
              <a:spcBef>
                <a:spcPct val="0"/>
              </a:spcBef>
              <a:spcAft>
                <a:spcPct val="0"/>
              </a:spcAft>
              <a:defRPr sz="2300" b="1">
                <a:solidFill>
                  <a:schemeClr val="accent1"/>
                </a:solidFill>
                <a:latin typeface="Arial" charset="0"/>
              </a:defRPr>
            </a:lvl8pPr>
            <a:lvl9pPr marL="1719024" algn="l" rtl="0" eaLnBrk="1" fontAlgn="base" hangingPunct="1">
              <a:spcBef>
                <a:spcPct val="0"/>
              </a:spcBef>
              <a:spcAft>
                <a:spcPct val="0"/>
              </a:spcAft>
              <a:defRPr sz="2300" b="1">
                <a:solidFill>
                  <a:schemeClr val="accent1"/>
                </a:solidFill>
                <a:latin typeface="Arial" charset="0"/>
              </a:defRPr>
            </a:lvl9pPr>
          </a:lstStyle>
          <a:p>
            <a:r>
              <a:rPr lang="en-US">
                <a:solidFill>
                  <a:schemeClr val="tx1"/>
                </a:solidFill>
              </a:rPr>
              <a:t>CISCO BUYER &amp; BUSINESS</a:t>
            </a:r>
          </a:p>
        </p:txBody>
      </p:sp>
      <p:sp>
        <p:nvSpPr>
          <p:cNvPr id="46" name="Title 1">
            <a:extLst>
              <a:ext uri="{FF2B5EF4-FFF2-40B4-BE49-F238E27FC236}">
                <a16:creationId xmlns:a16="http://schemas.microsoft.com/office/drawing/2014/main" id="{1683B4AA-1BEA-420B-AB52-ABCBE7202917}"/>
              </a:ext>
            </a:extLst>
          </p:cNvPr>
          <p:cNvSpPr txBox="1">
            <a:spLocks/>
          </p:cNvSpPr>
          <p:nvPr userDrawn="1"/>
        </p:nvSpPr>
        <p:spPr bwMode="auto">
          <a:xfrm>
            <a:off x="7936294" y="5676435"/>
            <a:ext cx="2970404" cy="307777"/>
          </a:xfrm>
          <a:prstGeom prst="rect">
            <a:avLst/>
          </a:prstGeom>
          <a:noFill/>
        </p:spPr>
        <p:txBody>
          <a:bodyPr wrap="square" rtlCol="0" anchor="ctr">
            <a:spAutoFit/>
          </a:bodyPr>
          <a:lstStyle>
            <a:defPPr>
              <a:defRPr lang="en-US"/>
            </a:defPPr>
            <a:lvl1pPr fontAlgn="base">
              <a:spcBef>
                <a:spcPct val="0"/>
              </a:spcBef>
              <a:spcAft>
                <a:spcPct val="0"/>
              </a:spcAft>
              <a:defRPr sz="1400" b="1">
                <a:solidFill>
                  <a:schemeClr val="accent4"/>
                </a:solidFill>
                <a:latin typeface="Open Sans ExtraBold" panose="020B0606030504020204" pitchFamily="34" charset="0"/>
                <a:ea typeface="Open Sans ExtraBold" panose="020B0606030504020204" pitchFamily="34" charset="0"/>
                <a:cs typeface="Open Sans ExtraBold" panose="020B0606030504020204" pitchFamily="34" charset="0"/>
              </a:defRPr>
            </a:lvl1pPr>
            <a:lvl2pPr algn="l" defTabSz="957263" rtl="0" eaLnBrk="1" fontAlgn="base" hangingPunct="1">
              <a:lnSpc>
                <a:spcPct val="106000"/>
              </a:lnSpc>
              <a:spcBef>
                <a:spcPct val="0"/>
              </a:spcBef>
              <a:spcAft>
                <a:spcPct val="0"/>
              </a:spcAft>
              <a:defRPr b="1">
                <a:solidFill>
                  <a:schemeClr val="tx2"/>
                </a:solidFill>
                <a:latin typeface="Arial" charset="0"/>
              </a:defRPr>
            </a:lvl2pPr>
            <a:lvl3pPr algn="l" defTabSz="957263" rtl="0" eaLnBrk="1" fontAlgn="base" hangingPunct="1">
              <a:lnSpc>
                <a:spcPct val="106000"/>
              </a:lnSpc>
              <a:spcBef>
                <a:spcPct val="0"/>
              </a:spcBef>
              <a:spcAft>
                <a:spcPct val="0"/>
              </a:spcAft>
              <a:defRPr b="1">
                <a:solidFill>
                  <a:schemeClr val="tx2"/>
                </a:solidFill>
                <a:latin typeface="Arial" charset="0"/>
              </a:defRPr>
            </a:lvl3pPr>
            <a:lvl4pPr algn="l" defTabSz="957263" rtl="0" eaLnBrk="1" fontAlgn="base" hangingPunct="1">
              <a:lnSpc>
                <a:spcPct val="106000"/>
              </a:lnSpc>
              <a:spcBef>
                <a:spcPct val="0"/>
              </a:spcBef>
              <a:spcAft>
                <a:spcPct val="0"/>
              </a:spcAft>
              <a:defRPr b="1">
                <a:solidFill>
                  <a:schemeClr val="tx2"/>
                </a:solidFill>
                <a:latin typeface="Arial" charset="0"/>
              </a:defRPr>
            </a:lvl4pPr>
            <a:lvl5pPr algn="l" defTabSz="957263" rtl="0" eaLnBrk="1" fontAlgn="base" hangingPunct="1">
              <a:lnSpc>
                <a:spcPct val="106000"/>
              </a:lnSpc>
              <a:spcBef>
                <a:spcPct val="0"/>
              </a:spcBef>
              <a:spcAft>
                <a:spcPct val="0"/>
              </a:spcAft>
              <a:defRPr b="1">
                <a:solidFill>
                  <a:schemeClr val="tx2"/>
                </a:solidFill>
                <a:latin typeface="Arial" charset="0"/>
              </a:defRPr>
            </a:lvl5pPr>
            <a:lvl6pPr marL="429756" algn="l" rtl="0" eaLnBrk="1" fontAlgn="base" hangingPunct="1">
              <a:spcBef>
                <a:spcPct val="0"/>
              </a:spcBef>
              <a:spcAft>
                <a:spcPct val="0"/>
              </a:spcAft>
              <a:defRPr sz="2300" b="1">
                <a:solidFill>
                  <a:schemeClr val="accent1"/>
                </a:solidFill>
                <a:latin typeface="Arial" charset="0"/>
              </a:defRPr>
            </a:lvl6pPr>
            <a:lvl7pPr marL="859512" algn="l" rtl="0" eaLnBrk="1" fontAlgn="base" hangingPunct="1">
              <a:spcBef>
                <a:spcPct val="0"/>
              </a:spcBef>
              <a:spcAft>
                <a:spcPct val="0"/>
              </a:spcAft>
              <a:defRPr sz="2300" b="1">
                <a:solidFill>
                  <a:schemeClr val="accent1"/>
                </a:solidFill>
                <a:latin typeface="Arial" charset="0"/>
              </a:defRPr>
            </a:lvl7pPr>
            <a:lvl8pPr marL="1289268" algn="l" rtl="0" eaLnBrk="1" fontAlgn="base" hangingPunct="1">
              <a:spcBef>
                <a:spcPct val="0"/>
              </a:spcBef>
              <a:spcAft>
                <a:spcPct val="0"/>
              </a:spcAft>
              <a:defRPr sz="2300" b="1">
                <a:solidFill>
                  <a:schemeClr val="accent1"/>
                </a:solidFill>
                <a:latin typeface="Arial" charset="0"/>
              </a:defRPr>
            </a:lvl8pPr>
            <a:lvl9pPr marL="1719024" algn="l" rtl="0" eaLnBrk="1" fontAlgn="base" hangingPunct="1">
              <a:spcBef>
                <a:spcPct val="0"/>
              </a:spcBef>
              <a:spcAft>
                <a:spcPct val="0"/>
              </a:spcAft>
              <a:defRPr sz="2300" b="1">
                <a:solidFill>
                  <a:schemeClr val="accent1"/>
                </a:solidFill>
                <a:latin typeface="Arial" charset="0"/>
              </a:defRPr>
            </a:lvl9pPr>
          </a:lstStyle>
          <a:p>
            <a:r>
              <a:rPr lang="en-US">
                <a:solidFill>
                  <a:schemeClr val="tx1"/>
                </a:solidFill>
              </a:rPr>
              <a:t>TECHNOLOGY STACK</a:t>
            </a:r>
          </a:p>
        </p:txBody>
      </p:sp>
      <p:sp>
        <p:nvSpPr>
          <p:cNvPr id="50" name="Text Placeholder 2">
            <a:extLst>
              <a:ext uri="{FF2B5EF4-FFF2-40B4-BE49-F238E27FC236}">
                <a16:creationId xmlns:a16="http://schemas.microsoft.com/office/drawing/2014/main" id="{0DFB94D7-B1EE-1245-8104-E14D1EE410AC}"/>
              </a:ext>
            </a:extLst>
          </p:cNvPr>
          <p:cNvSpPr>
            <a:spLocks noGrp="1"/>
          </p:cNvSpPr>
          <p:nvPr>
            <p:ph type="body" sz="quarter" idx="19" hasCustomPrompt="1"/>
          </p:nvPr>
        </p:nvSpPr>
        <p:spPr>
          <a:xfrm>
            <a:off x="4202419" y="6056437"/>
            <a:ext cx="3518047" cy="419176"/>
          </a:xfrm>
        </p:spPr>
        <p:txBody>
          <a:bodyPr anchor="t"/>
          <a:lstStyle>
            <a:lvl1pPr marL="127000" indent="-127000">
              <a:lnSpc>
                <a:spcPts val="1600"/>
              </a:lnSpc>
              <a:spcAft>
                <a:spcPts val="0"/>
              </a:spcAft>
              <a:buSzPct val="70000"/>
              <a:buFont typeface="Arial" panose="020B0604020202020204" pitchFamily="34" charset="0"/>
              <a:buChar char="•"/>
              <a:defRPr sz="1400" b="0" i="0">
                <a:latin typeface="Open Sans Light" panose="020B0306030504020204" pitchFamily="34" charset="0"/>
                <a:ea typeface="Open Sans Light" panose="020B0306030504020204" pitchFamily="34" charset="0"/>
                <a:cs typeface="Open Sans Light" panose="020B0306030504020204" pitchFamily="34" charset="0"/>
              </a:defRPr>
            </a:lvl1pPr>
            <a:lvl2pPr marL="0" indent="0">
              <a:buFontTx/>
              <a:buNone/>
              <a:defRPr lang="en-US" sz="1050" b="0" kern="1200" dirty="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lvl2pPr>
          </a:lstStyle>
          <a:p>
            <a:pPr marL="171450" lvl="1" indent="-171450" algn="l" defTabSz="1219170" rtl="0" eaLnBrk="1" latinLnBrk="0" hangingPunct="1">
              <a:lnSpc>
                <a:spcPts val="1500"/>
              </a:lnSpc>
              <a:spcBef>
                <a:spcPts val="0"/>
              </a:spcBef>
              <a:spcAft>
                <a:spcPts val="0"/>
              </a:spcAft>
              <a:buClr>
                <a:schemeClr val="tx1"/>
              </a:buClr>
              <a:buSzTx/>
              <a:buFont typeface="Arial" panose="020B0604020202020204" pitchFamily="34" charset="0"/>
              <a:buChar char="•"/>
              <a:defRPr/>
            </a:pPr>
            <a:r>
              <a:rPr lang="en-US" sz="1200">
                <a:solidFill>
                  <a:schemeClr val="tx1"/>
                </a:solidFill>
              </a:rPr>
              <a:t>text</a:t>
            </a:r>
          </a:p>
        </p:txBody>
      </p:sp>
      <p:sp>
        <p:nvSpPr>
          <p:cNvPr id="51" name="Text Placeholder 2">
            <a:extLst>
              <a:ext uri="{FF2B5EF4-FFF2-40B4-BE49-F238E27FC236}">
                <a16:creationId xmlns:a16="http://schemas.microsoft.com/office/drawing/2014/main" id="{0DFB94D7-B1EE-1245-8104-E14D1EE410AC}"/>
              </a:ext>
            </a:extLst>
          </p:cNvPr>
          <p:cNvSpPr>
            <a:spLocks noGrp="1"/>
          </p:cNvSpPr>
          <p:nvPr>
            <p:ph type="body" sz="quarter" idx="20" hasCustomPrompt="1"/>
          </p:nvPr>
        </p:nvSpPr>
        <p:spPr>
          <a:xfrm>
            <a:off x="554959" y="6056437"/>
            <a:ext cx="3322157" cy="412066"/>
          </a:xfrm>
        </p:spPr>
        <p:txBody>
          <a:bodyPr anchor="t"/>
          <a:lstStyle>
            <a:lvl1pPr marL="127000" indent="-127000">
              <a:lnSpc>
                <a:spcPts val="1600"/>
              </a:lnSpc>
              <a:spcAft>
                <a:spcPts val="0"/>
              </a:spcAft>
              <a:buSzPct val="70000"/>
              <a:buFont typeface="Arial" panose="020B0604020202020204" pitchFamily="34" charset="0"/>
              <a:buChar char="•"/>
              <a:defRPr sz="1400" b="0" i="0">
                <a:latin typeface="Open Sans Light" panose="020B0306030504020204" pitchFamily="34" charset="0"/>
                <a:ea typeface="Open Sans Light" panose="020B0306030504020204" pitchFamily="34" charset="0"/>
                <a:cs typeface="Open Sans Light" panose="020B0306030504020204" pitchFamily="34" charset="0"/>
              </a:defRPr>
            </a:lvl1pPr>
            <a:lvl2pPr>
              <a:defRPr lang="en-US" sz="1050" b="0" kern="1200" dirty="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lvl2pPr>
          </a:lstStyle>
          <a:p>
            <a:pPr marL="171450" lvl="1" indent="-171450" algn="l" defTabSz="1219170" rtl="0" eaLnBrk="1" latinLnBrk="0" hangingPunct="1">
              <a:lnSpc>
                <a:spcPts val="1500"/>
              </a:lnSpc>
              <a:spcBef>
                <a:spcPts val="0"/>
              </a:spcBef>
              <a:spcAft>
                <a:spcPts val="0"/>
              </a:spcAft>
              <a:buClr>
                <a:schemeClr val="tx1"/>
              </a:buClr>
              <a:buSzTx/>
              <a:buFont typeface="Arial" panose="020B0604020202020204" pitchFamily="34" charset="0"/>
              <a:buChar char="•"/>
              <a:defRPr/>
            </a:pPr>
            <a:r>
              <a:rPr lang="en-US" sz="1200">
                <a:solidFill>
                  <a:schemeClr val="tx1"/>
                </a:solidFill>
              </a:rPr>
              <a:t>text</a:t>
            </a:r>
          </a:p>
        </p:txBody>
      </p:sp>
      <p:sp>
        <p:nvSpPr>
          <p:cNvPr id="52" name="Text Placeholder 2">
            <a:extLst>
              <a:ext uri="{FF2B5EF4-FFF2-40B4-BE49-F238E27FC236}">
                <a16:creationId xmlns:a16="http://schemas.microsoft.com/office/drawing/2014/main" id="{0DFB94D7-B1EE-1245-8104-E14D1EE410AC}"/>
              </a:ext>
            </a:extLst>
          </p:cNvPr>
          <p:cNvSpPr>
            <a:spLocks noGrp="1"/>
          </p:cNvSpPr>
          <p:nvPr>
            <p:ph type="body" sz="quarter" idx="21" hasCustomPrompt="1"/>
          </p:nvPr>
        </p:nvSpPr>
        <p:spPr>
          <a:xfrm>
            <a:off x="7971669" y="6056437"/>
            <a:ext cx="3549039" cy="419171"/>
          </a:xfrm>
        </p:spPr>
        <p:txBody>
          <a:bodyPr anchor="t"/>
          <a:lstStyle>
            <a:lvl1pPr marL="127000" indent="-127000">
              <a:lnSpc>
                <a:spcPts val="1600"/>
              </a:lnSpc>
              <a:spcAft>
                <a:spcPts val="0"/>
              </a:spcAft>
              <a:buSzPct val="70000"/>
              <a:buFont typeface="Arial" panose="020B0604020202020204" pitchFamily="34" charset="0"/>
              <a:buChar char="•"/>
              <a:defRPr sz="1400" b="0" i="0">
                <a:latin typeface="Open Sans Light" panose="020B0306030504020204" pitchFamily="34" charset="0"/>
                <a:ea typeface="Open Sans Light" panose="020B0306030504020204" pitchFamily="34" charset="0"/>
                <a:cs typeface="Open Sans Light" panose="020B0306030504020204" pitchFamily="34" charset="0"/>
              </a:defRPr>
            </a:lvl1pPr>
            <a:lvl2pPr>
              <a:defRPr lang="en-US" sz="1050" b="0" kern="1200" dirty="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lvl2pPr>
          </a:lstStyle>
          <a:p>
            <a:pPr marL="171450" lvl="1" indent="-171450" algn="l" defTabSz="1219170" rtl="0" eaLnBrk="1" latinLnBrk="0" hangingPunct="1">
              <a:lnSpc>
                <a:spcPts val="1500"/>
              </a:lnSpc>
              <a:spcBef>
                <a:spcPts val="0"/>
              </a:spcBef>
              <a:spcAft>
                <a:spcPts val="0"/>
              </a:spcAft>
              <a:buClr>
                <a:schemeClr val="tx1"/>
              </a:buClr>
              <a:buSzTx/>
              <a:buFont typeface="Arial" panose="020B0604020202020204" pitchFamily="34" charset="0"/>
              <a:buChar char="•"/>
              <a:defRPr/>
            </a:pPr>
            <a:r>
              <a:rPr lang="en-US" sz="1200">
                <a:solidFill>
                  <a:schemeClr val="tx1"/>
                </a:solidFill>
              </a:rPr>
              <a:t>text</a:t>
            </a:r>
          </a:p>
        </p:txBody>
      </p:sp>
      <p:pic>
        <p:nvPicPr>
          <p:cNvPr id="2" name="Picture 4" descr="Cisco - Wikipedia">
            <a:extLst>
              <a:ext uri="{FF2B5EF4-FFF2-40B4-BE49-F238E27FC236}">
                <a16:creationId xmlns:a16="http://schemas.microsoft.com/office/drawing/2014/main" id="{FEF21BE7-0FB2-A378-900C-AD39658AAD5C}"/>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1030356" y="124856"/>
            <a:ext cx="756260" cy="398927"/>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655AD6FF-B446-995D-FCDE-936AA31105B0}"/>
              </a:ext>
            </a:extLst>
          </p:cNvPr>
          <p:cNvSpPr txBox="1"/>
          <p:nvPr userDrawn="1"/>
        </p:nvSpPr>
        <p:spPr>
          <a:xfrm>
            <a:off x="8072165" y="1371899"/>
            <a:ext cx="852760" cy="307777"/>
          </a:xfrm>
          <a:prstGeom prst="rect">
            <a:avLst/>
          </a:prstGeom>
          <a:noFill/>
        </p:spPr>
        <p:txBody>
          <a:bodyPr wrap="square" rtlCol="0" anchor="ctr">
            <a:spAutoFit/>
          </a:bodyPr>
          <a:lstStyle/>
          <a:p>
            <a:pPr fontAlgn="base">
              <a:spcBef>
                <a:spcPct val="0"/>
              </a:spcBef>
              <a:spcAft>
                <a:spcPct val="0"/>
              </a:spcAft>
            </a:pPr>
            <a:r>
              <a:rPr lang="en-US" sz="1400" b="1">
                <a:latin typeface="Open Sans ExtraBold" panose="020B0606030504020204" pitchFamily="34" charset="0"/>
                <a:ea typeface="Open Sans ExtraBold" panose="020B0606030504020204" pitchFamily="34" charset="0"/>
                <a:cs typeface="Open Sans ExtraBold" panose="020B0606030504020204" pitchFamily="34" charset="0"/>
              </a:rPr>
              <a:t>DATES</a:t>
            </a:r>
          </a:p>
        </p:txBody>
      </p:sp>
      <p:sp>
        <p:nvSpPr>
          <p:cNvPr id="8" name="Freeform 362">
            <a:extLst>
              <a:ext uri="{FF2B5EF4-FFF2-40B4-BE49-F238E27FC236}">
                <a16:creationId xmlns:a16="http://schemas.microsoft.com/office/drawing/2014/main" id="{72096F86-A4D2-A5B0-45C4-1BA06E59624C}"/>
              </a:ext>
            </a:extLst>
          </p:cNvPr>
          <p:cNvSpPr>
            <a:spLocks noEditPoints="1"/>
          </p:cNvSpPr>
          <p:nvPr/>
        </p:nvSpPr>
        <p:spPr bwMode="auto">
          <a:xfrm>
            <a:off x="7775756" y="1364052"/>
            <a:ext cx="321076" cy="321076"/>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solidFill>
            <a:schemeClr val="accent4"/>
          </a:solidFill>
          <a:ln>
            <a:solidFill>
              <a:schemeClr val="tx1"/>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endParaRPr lang="en-GB"/>
          </a:p>
        </p:txBody>
      </p:sp>
      <p:sp>
        <p:nvSpPr>
          <p:cNvPr id="9" name="Text Placeholder 2">
            <a:extLst>
              <a:ext uri="{FF2B5EF4-FFF2-40B4-BE49-F238E27FC236}">
                <a16:creationId xmlns:a16="http://schemas.microsoft.com/office/drawing/2014/main" id="{008672CE-9A35-0A46-B106-E1252FCCF258}"/>
              </a:ext>
            </a:extLst>
          </p:cNvPr>
          <p:cNvSpPr>
            <a:spLocks noGrp="1"/>
          </p:cNvSpPr>
          <p:nvPr>
            <p:ph type="body" sz="quarter" idx="22" hasCustomPrompt="1"/>
          </p:nvPr>
        </p:nvSpPr>
        <p:spPr>
          <a:xfrm>
            <a:off x="8810715" y="1372563"/>
            <a:ext cx="2737253" cy="299037"/>
          </a:xfrm>
        </p:spPr>
        <p:txBody>
          <a:bodyPr anchor="t"/>
          <a:lstStyle>
            <a:lvl1pPr>
              <a:defRPr sz="1400" b="0" i="0">
                <a:latin typeface="Open Sans Light" panose="020B0306030504020204" pitchFamily="34" charset="0"/>
                <a:ea typeface="Open Sans Light" panose="020B0306030504020204" pitchFamily="34" charset="0"/>
                <a:cs typeface="Open Sans Light" panose="020B0306030504020204" pitchFamily="34" charset="0"/>
              </a:defRPr>
            </a:lvl1pPr>
          </a:lstStyle>
          <a:p>
            <a:r>
              <a:rPr lang="en-US" sz="1200">
                <a:solidFill>
                  <a:schemeClr val="tx1"/>
                </a:solidFill>
              </a:rPr>
              <a:t>text</a:t>
            </a:r>
          </a:p>
        </p:txBody>
      </p:sp>
      <p:pic>
        <p:nvPicPr>
          <p:cNvPr id="13" name="Graphic 12" descr="Daily calendar with solid fill">
            <a:extLst>
              <a:ext uri="{FF2B5EF4-FFF2-40B4-BE49-F238E27FC236}">
                <a16:creationId xmlns:a16="http://schemas.microsoft.com/office/drawing/2014/main" id="{684B4ADA-C066-D87C-69D0-5E7752979B95}"/>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775756" y="1356775"/>
            <a:ext cx="323811" cy="323811"/>
          </a:xfrm>
          <a:prstGeom prst="rect">
            <a:avLst/>
          </a:prstGeom>
        </p:spPr>
      </p:pic>
      <p:sp>
        <p:nvSpPr>
          <p:cNvPr id="4" name="TextBox 3">
            <a:extLst>
              <a:ext uri="{FF2B5EF4-FFF2-40B4-BE49-F238E27FC236}">
                <a16:creationId xmlns:a16="http://schemas.microsoft.com/office/drawing/2014/main" id="{D81B93DD-049D-0DEE-B73A-BDF0A1CAE092}"/>
              </a:ext>
            </a:extLst>
          </p:cNvPr>
          <p:cNvSpPr txBox="1"/>
          <p:nvPr userDrawn="1"/>
        </p:nvSpPr>
        <p:spPr>
          <a:xfrm>
            <a:off x="8072165" y="1905478"/>
            <a:ext cx="852760" cy="307777"/>
          </a:xfrm>
          <a:prstGeom prst="rect">
            <a:avLst/>
          </a:prstGeom>
          <a:noFill/>
        </p:spPr>
        <p:txBody>
          <a:bodyPr wrap="square" rtlCol="0" anchor="ctr">
            <a:spAutoFit/>
          </a:bodyPr>
          <a:lstStyle/>
          <a:p>
            <a:pPr fontAlgn="base">
              <a:spcBef>
                <a:spcPct val="0"/>
              </a:spcBef>
              <a:spcAft>
                <a:spcPct val="0"/>
              </a:spcAft>
            </a:pPr>
            <a:r>
              <a:rPr lang="en-US" sz="1400" b="1">
                <a:latin typeface="Open Sans ExtraBold" panose="020B0606030504020204" pitchFamily="34" charset="0"/>
                <a:ea typeface="Open Sans ExtraBold" panose="020B0606030504020204" pitchFamily="34" charset="0"/>
                <a:cs typeface="Open Sans ExtraBold" panose="020B0606030504020204" pitchFamily="34" charset="0"/>
              </a:rPr>
              <a:t>TOTAL</a:t>
            </a:r>
          </a:p>
        </p:txBody>
      </p:sp>
      <p:sp>
        <p:nvSpPr>
          <p:cNvPr id="7" name="Text Placeholder 2">
            <a:extLst>
              <a:ext uri="{FF2B5EF4-FFF2-40B4-BE49-F238E27FC236}">
                <a16:creationId xmlns:a16="http://schemas.microsoft.com/office/drawing/2014/main" id="{23224DA5-408F-BC2D-4131-9E9800685639}"/>
              </a:ext>
            </a:extLst>
          </p:cNvPr>
          <p:cNvSpPr>
            <a:spLocks noGrp="1"/>
          </p:cNvSpPr>
          <p:nvPr>
            <p:ph type="body" sz="quarter" idx="23" hasCustomPrompt="1"/>
          </p:nvPr>
        </p:nvSpPr>
        <p:spPr>
          <a:xfrm>
            <a:off x="8810715" y="1906142"/>
            <a:ext cx="2737253" cy="299037"/>
          </a:xfrm>
        </p:spPr>
        <p:txBody>
          <a:bodyPr anchor="t"/>
          <a:lstStyle>
            <a:lvl1pPr>
              <a:defRPr sz="1400" b="0" i="0">
                <a:latin typeface="Open Sans Light" panose="020B0306030504020204" pitchFamily="34" charset="0"/>
                <a:ea typeface="Open Sans Light" panose="020B0306030504020204" pitchFamily="34" charset="0"/>
                <a:cs typeface="Open Sans Light" panose="020B0306030504020204" pitchFamily="34" charset="0"/>
              </a:defRPr>
            </a:lvl1pPr>
          </a:lstStyle>
          <a:p>
            <a:r>
              <a:rPr lang="en-US" sz="1200">
                <a:solidFill>
                  <a:schemeClr val="tx1"/>
                </a:solidFill>
              </a:rPr>
              <a:t>text</a:t>
            </a:r>
          </a:p>
        </p:txBody>
      </p:sp>
      <p:sp>
        <p:nvSpPr>
          <p:cNvPr id="11" name="Freeform 362">
            <a:extLst>
              <a:ext uri="{FF2B5EF4-FFF2-40B4-BE49-F238E27FC236}">
                <a16:creationId xmlns:a16="http://schemas.microsoft.com/office/drawing/2014/main" id="{A128D010-33D7-32CE-AD08-F9ED91E0540F}"/>
              </a:ext>
            </a:extLst>
          </p:cNvPr>
          <p:cNvSpPr>
            <a:spLocks noEditPoints="1"/>
          </p:cNvSpPr>
          <p:nvPr userDrawn="1"/>
        </p:nvSpPr>
        <p:spPr bwMode="auto">
          <a:xfrm>
            <a:off x="7785281" y="1887673"/>
            <a:ext cx="321076" cy="321076"/>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solidFill>
            <a:schemeClr val="accent4"/>
          </a:solidFill>
          <a:ln>
            <a:solidFill>
              <a:schemeClr val="tx1"/>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endParaRPr lang="en-GB"/>
          </a:p>
        </p:txBody>
      </p:sp>
      <p:pic>
        <p:nvPicPr>
          <p:cNvPr id="14" name="Graphic 13" descr="Dollar with solid fill">
            <a:extLst>
              <a:ext uri="{FF2B5EF4-FFF2-40B4-BE49-F238E27FC236}">
                <a16:creationId xmlns:a16="http://schemas.microsoft.com/office/drawing/2014/main" id="{EF54E6E2-F253-038D-324C-5FAC9CAE03CD}"/>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7785867" y="1886611"/>
            <a:ext cx="323812" cy="323812"/>
          </a:xfrm>
          <a:prstGeom prst="rect">
            <a:avLst/>
          </a:prstGeom>
        </p:spPr>
      </p:pic>
    </p:spTree>
    <p:extLst>
      <p:ext uri="{BB962C8B-B14F-4D97-AF65-F5344CB8AC3E}">
        <p14:creationId xmlns:p14="http://schemas.microsoft.com/office/powerpoint/2010/main" val="3214647745"/>
      </p:ext>
    </p:extLst>
  </p:cSld>
  <p:clrMapOvr>
    <a:masterClrMapping/>
  </p:clrMapOvr>
  <p:transition>
    <p:fad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Blank">
    <p:spTree>
      <p:nvGrpSpPr>
        <p:cNvPr id="1" name=""/>
        <p:cNvGrpSpPr/>
        <p:nvPr/>
      </p:nvGrpSpPr>
      <p:grpSpPr>
        <a:xfrm>
          <a:off x="0" y="0"/>
          <a:ext cx="0" cy="0"/>
          <a:chOff x="0" y="0"/>
          <a:chExt cx="0" cy="0"/>
        </a:xfrm>
      </p:grpSpPr>
      <p:sp>
        <p:nvSpPr>
          <p:cNvPr id="45" name="Rectangle 44">
            <a:extLst>
              <a:ext uri="{FF2B5EF4-FFF2-40B4-BE49-F238E27FC236}">
                <a16:creationId xmlns:a16="http://schemas.microsoft.com/office/drawing/2014/main" id="{B45EC780-2A43-5E41-9A7F-D67BEEBC7A56}"/>
              </a:ext>
            </a:extLst>
          </p:cNvPr>
          <p:cNvSpPr/>
          <p:nvPr userDrawn="1"/>
        </p:nvSpPr>
        <p:spPr bwMode="gray">
          <a:xfrm>
            <a:off x="7994241" y="3045961"/>
            <a:ext cx="3542552" cy="2558241"/>
          </a:xfrm>
          <a:prstGeom prst="rect">
            <a:avLst/>
          </a:prstGeom>
          <a:solidFill>
            <a:schemeClr val="bg1">
              <a:lumMod val="95000"/>
              <a:alpha val="50000"/>
            </a:schemeClr>
          </a:solidFill>
          <a:ln w="19050" algn="ctr">
            <a:noFill/>
            <a:miter lim="800000"/>
            <a:headEnd/>
            <a:tailEnd/>
          </a:ln>
        </p:spPr>
        <p:txBody>
          <a:bodyPr wrap="square" lIns="182880" tIns="88900" rIns="88900" bIns="88900" rtlCol="0" anchor="t"/>
          <a:lstStyle/>
          <a:p>
            <a:pPr algn="ctr">
              <a:lnSpc>
                <a:spcPct val="106000"/>
              </a:lnSpc>
              <a:buFont typeface="Wingdings 2" pitchFamily="18" charset="2"/>
              <a:buNone/>
            </a:pPr>
            <a:endParaRPr lang="en-US" sz="1600" b="1">
              <a:solidFill>
                <a:schemeClr val="bg1"/>
              </a:solidFill>
            </a:endParaRPr>
          </a:p>
        </p:txBody>
      </p:sp>
      <p:sp>
        <p:nvSpPr>
          <p:cNvPr id="44" name="Rectangle 43">
            <a:extLst>
              <a:ext uri="{FF2B5EF4-FFF2-40B4-BE49-F238E27FC236}">
                <a16:creationId xmlns:a16="http://schemas.microsoft.com/office/drawing/2014/main" id="{192135C2-9366-E54D-88D9-12CDEA62CCDF}"/>
              </a:ext>
            </a:extLst>
          </p:cNvPr>
          <p:cNvSpPr/>
          <p:nvPr userDrawn="1"/>
        </p:nvSpPr>
        <p:spPr bwMode="gray">
          <a:xfrm>
            <a:off x="4190167" y="3045961"/>
            <a:ext cx="3542552" cy="2558243"/>
          </a:xfrm>
          <a:prstGeom prst="rect">
            <a:avLst/>
          </a:prstGeom>
          <a:solidFill>
            <a:schemeClr val="bg1">
              <a:lumMod val="95000"/>
              <a:alpha val="50000"/>
            </a:schemeClr>
          </a:solidFill>
          <a:ln w="19050" algn="ctr">
            <a:noFill/>
            <a:miter lim="800000"/>
            <a:headEnd/>
            <a:tailEnd/>
          </a:ln>
        </p:spPr>
        <p:txBody>
          <a:bodyPr wrap="square" lIns="182880" tIns="88900" rIns="88900" bIns="88900" rtlCol="0" anchor="t"/>
          <a:lstStyle/>
          <a:p>
            <a:pPr algn="ctr">
              <a:lnSpc>
                <a:spcPct val="106000"/>
              </a:lnSpc>
              <a:buFont typeface="Wingdings 2" pitchFamily="18" charset="2"/>
              <a:buNone/>
            </a:pPr>
            <a:endParaRPr lang="en-US" sz="1600" b="1">
              <a:solidFill>
                <a:schemeClr val="bg1"/>
              </a:solidFill>
            </a:endParaRPr>
          </a:p>
        </p:txBody>
      </p:sp>
      <p:sp>
        <p:nvSpPr>
          <p:cNvPr id="43" name="Rectangle 42">
            <a:extLst>
              <a:ext uri="{FF2B5EF4-FFF2-40B4-BE49-F238E27FC236}">
                <a16:creationId xmlns:a16="http://schemas.microsoft.com/office/drawing/2014/main" id="{1F41654C-EFDB-B340-8B9A-5C0396A4CE9E}"/>
              </a:ext>
            </a:extLst>
          </p:cNvPr>
          <p:cNvSpPr/>
          <p:nvPr userDrawn="1"/>
        </p:nvSpPr>
        <p:spPr bwMode="gray">
          <a:xfrm>
            <a:off x="461137" y="3045962"/>
            <a:ext cx="3542552" cy="2558247"/>
          </a:xfrm>
          <a:prstGeom prst="rect">
            <a:avLst/>
          </a:prstGeom>
          <a:solidFill>
            <a:schemeClr val="bg1">
              <a:lumMod val="95000"/>
              <a:alpha val="50000"/>
            </a:schemeClr>
          </a:solidFill>
          <a:ln w="19050" algn="ctr">
            <a:noFill/>
            <a:miter lim="800000"/>
            <a:headEnd/>
            <a:tailEnd/>
          </a:ln>
        </p:spPr>
        <p:txBody>
          <a:bodyPr wrap="square" lIns="88900" tIns="88900" rIns="88900" bIns="88900" rtlCol="0" anchor="t"/>
          <a:lstStyle/>
          <a:p>
            <a:pPr algn="ctr">
              <a:lnSpc>
                <a:spcPct val="106000"/>
              </a:lnSpc>
              <a:buFont typeface="Wingdings 2" pitchFamily="18" charset="2"/>
              <a:buNone/>
            </a:pPr>
            <a:endParaRPr lang="en-US" sz="1600" b="1">
              <a:solidFill>
                <a:schemeClr val="bg1"/>
              </a:solidFill>
            </a:endParaRPr>
          </a:p>
        </p:txBody>
      </p:sp>
      <p:sp>
        <p:nvSpPr>
          <p:cNvPr id="5" name="Text Placeholder 2">
            <a:extLst>
              <a:ext uri="{FF2B5EF4-FFF2-40B4-BE49-F238E27FC236}">
                <a16:creationId xmlns:a16="http://schemas.microsoft.com/office/drawing/2014/main" id="{7DAF9F9B-F2A1-E34E-AC22-C9409DE4282E}"/>
              </a:ext>
            </a:extLst>
          </p:cNvPr>
          <p:cNvSpPr>
            <a:spLocks noGrp="1"/>
          </p:cNvSpPr>
          <p:nvPr>
            <p:ph type="body" sz="quarter" idx="13" hasCustomPrompt="1"/>
          </p:nvPr>
        </p:nvSpPr>
        <p:spPr>
          <a:xfrm>
            <a:off x="461137" y="954797"/>
            <a:ext cx="8650221" cy="303911"/>
          </a:xfrm>
        </p:spPr>
        <p:txBody>
          <a:bodyPr anchor="ctr"/>
          <a:lstStyle>
            <a:lvl1pPr>
              <a:defRPr sz="1400" b="0" i="0">
                <a:latin typeface="Open Sans Light" panose="020B0306030504020204" pitchFamily="34" charset="0"/>
                <a:ea typeface="Open Sans Light" panose="020B0306030504020204" pitchFamily="34" charset="0"/>
                <a:cs typeface="Open Sans Light" panose="020B0306030504020204" pitchFamily="34" charset="0"/>
              </a:defRPr>
            </a:lvl1pPr>
          </a:lstStyle>
          <a:p>
            <a:r>
              <a:rPr lang="en-US" sz="1200">
                <a:solidFill>
                  <a:schemeClr val="tx1"/>
                </a:solidFill>
              </a:rPr>
              <a:t>text</a:t>
            </a:r>
          </a:p>
        </p:txBody>
      </p:sp>
      <p:sp>
        <p:nvSpPr>
          <p:cNvPr id="6" name="Title 3">
            <a:extLst>
              <a:ext uri="{FF2B5EF4-FFF2-40B4-BE49-F238E27FC236}">
                <a16:creationId xmlns:a16="http://schemas.microsoft.com/office/drawing/2014/main" id="{F3FA3300-159D-594D-9102-3687E7F8F053}"/>
              </a:ext>
            </a:extLst>
          </p:cNvPr>
          <p:cNvSpPr>
            <a:spLocks noGrp="1"/>
          </p:cNvSpPr>
          <p:nvPr>
            <p:ph type="title" hasCustomPrompt="1"/>
          </p:nvPr>
        </p:nvSpPr>
        <p:spPr>
          <a:xfrm>
            <a:off x="478021" y="443560"/>
            <a:ext cx="8650221" cy="334102"/>
          </a:xfrm>
        </p:spPr>
        <p:txBody>
          <a:bodyPr anchor="ctr"/>
          <a:lstStyle>
            <a:lvl1pPr>
              <a:defRPr b="1"/>
            </a:lvl1pPr>
          </a:lstStyle>
          <a:p>
            <a:r>
              <a:rPr lang="en-US"/>
              <a:t>text</a:t>
            </a:r>
          </a:p>
        </p:txBody>
      </p:sp>
      <p:cxnSp>
        <p:nvCxnSpPr>
          <p:cNvPr id="15" name="Straight Connector 14">
            <a:extLst>
              <a:ext uri="{FF2B5EF4-FFF2-40B4-BE49-F238E27FC236}">
                <a16:creationId xmlns:a16="http://schemas.microsoft.com/office/drawing/2014/main" id="{E029D067-222E-DE45-9244-4EB6DA9045CF}"/>
              </a:ext>
            </a:extLst>
          </p:cNvPr>
          <p:cNvCxnSpPr>
            <a:cxnSpLocks/>
          </p:cNvCxnSpPr>
          <p:nvPr userDrawn="1"/>
        </p:nvCxnSpPr>
        <p:spPr>
          <a:xfrm>
            <a:off x="462203" y="2651321"/>
            <a:ext cx="3541486"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A9504AA5-5AAD-0A41-8F9E-A5007389638F}"/>
              </a:ext>
            </a:extLst>
          </p:cNvPr>
          <p:cNvCxnSpPr>
            <a:cxnSpLocks/>
          </p:cNvCxnSpPr>
          <p:nvPr userDrawn="1"/>
        </p:nvCxnSpPr>
        <p:spPr>
          <a:xfrm>
            <a:off x="4240923" y="2660846"/>
            <a:ext cx="3543655"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79F738A3-1E52-8946-983D-5EA153602CB5}"/>
              </a:ext>
            </a:extLst>
          </p:cNvPr>
          <p:cNvCxnSpPr/>
          <p:nvPr userDrawn="1"/>
        </p:nvCxnSpPr>
        <p:spPr>
          <a:xfrm>
            <a:off x="7990763" y="2660846"/>
            <a:ext cx="3549508" cy="0"/>
          </a:xfrm>
          <a:prstGeom prst="line">
            <a:avLst/>
          </a:prstGeom>
          <a:ln w="381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49D7BA07-3059-FF49-B9DA-0A47CB4A7381}"/>
              </a:ext>
            </a:extLst>
          </p:cNvPr>
          <p:cNvCxnSpPr>
            <a:cxnSpLocks/>
          </p:cNvCxnSpPr>
          <p:nvPr userDrawn="1"/>
        </p:nvCxnSpPr>
        <p:spPr>
          <a:xfrm>
            <a:off x="462203" y="1311684"/>
            <a:ext cx="11078068"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9" name="Group 360">
            <a:extLst>
              <a:ext uri="{FF2B5EF4-FFF2-40B4-BE49-F238E27FC236}">
                <a16:creationId xmlns:a16="http://schemas.microsoft.com/office/drawing/2014/main" id="{D39907DF-0179-0544-9FC5-A9588E2EE4A3}"/>
              </a:ext>
            </a:extLst>
          </p:cNvPr>
          <p:cNvGrpSpPr>
            <a:grpSpLocks noChangeAspect="1"/>
          </p:cNvGrpSpPr>
          <p:nvPr userDrawn="1"/>
        </p:nvGrpSpPr>
        <p:grpSpPr bwMode="auto">
          <a:xfrm>
            <a:off x="469900" y="1356775"/>
            <a:ext cx="321076" cy="321076"/>
            <a:chOff x="5799" y="1235"/>
            <a:chExt cx="340" cy="340"/>
          </a:xfrm>
          <a:solidFill>
            <a:schemeClr val="accent4"/>
          </a:solidFill>
        </p:grpSpPr>
        <p:sp>
          <p:nvSpPr>
            <p:cNvPr id="20" name="Freeform 361">
              <a:extLst>
                <a:ext uri="{FF2B5EF4-FFF2-40B4-BE49-F238E27FC236}">
                  <a16:creationId xmlns:a16="http://schemas.microsoft.com/office/drawing/2014/main" id="{AF5D9EC0-BBCF-434F-94D1-756BEF66BE87}"/>
                </a:ext>
              </a:extLst>
            </p:cNvPr>
            <p:cNvSpPr>
              <a:spLocks noEditPoints="1"/>
            </p:cNvSpPr>
            <p:nvPr/>
          </p:nvSpPr>
          <p:spPr bwMode="auto">
            <a:xfrm>
              <a:off x="5891" y="1299"/>
              <a:ext cx="156" cy="212"/>
            </a:xfrm>
            <a:custGeom>
              <a:avLst/>
              <a:gdLst>
                <a:gd name="T0" fmla="*/ 234 w 235"/>
                <a:gd name="T1" fmla="*/ 81 h 320"/>
                <a:gd name="T2" fmla="*/ 232 w 235"/>
                <a:gd name="T3" fmla="*/ 77 h 320"/>
                <a:gd name="T4" fmla="*/ 157 w 235"/>
                <a:gd name="T5" fmla="*/ 3 h 320"/>
                <a:gd name="T6" fmla="*/ 154 w 235"/>
                <a:gd name="T7" fmla="*/ 0 h 320"/>
                <a:gd name="T8" fmla="*/ 150 w 235"/>
                <a:gd name="T9" fmla="*/ 0 h 320"/>
                <a:gd name="T10" fmla="*/ 11 w 235"/>
                <a:gd name="T11" fmla="*/ 0 h 320"/>
                <a:gd name="T12" fmla="*/ 0 w 235"/>
                <a:gd name="T13" fmla="*/ 10 h 320"/>
                <a:gd name="T14" fmla="*/ 0 w 235"/>
                <a:gd name="T15" fmla="*/ 309 h 320"/>
                <a:gd name="T16" fmla="*/ 11 w 235"/>
                <a:gd name="T17" fmla="*/ 320 h 320"/>
                <a:gd name="T18" fmla="*/ 224 w 235"/>
                <a:gd name="T19" fmla="*/ 320 h 320"/>
                <a:gd name="T20" fmla="*/ 235 w 235"/>
                <a:gd name="T21" fmla="*/ 309 h 320"/>
                <a:gd name="T22" fmla="*/ 235 w 235"/>
                <a:gd name="T23" fmla="*/ 85 h 320"/>
                <a:gd name="T24" fmla="*/ 234 w 235"/>
                <a:gd name="T25" fmla="*/ 81 h 320"/>
                <a:gd name="T26" fmla="*/ 160 w 235"/>
                <a:gd name="T27" fmla="*/ 36 h 320"/>
                <a:gd name="T28" fmla="*/ 199 w 235"/>
                <a:gd name="T29" fmla="*/ 74 h 320"/>
                <a:gd name="T30" fmla="*/ 160 w 235"/>
                <a:gd name="T31" fmla="*/ 74 h 320"/>
                <a:gd name="T32" fmla="*/ 160 w 235"/>
                <a:gd name="T33" fmla="*/ 36 h 320"/>
                <a:gd name="T34" fmla="*/ 22 w 235"/>
                <a:gd name="T35" fmla="*/ 298 h 320"/>
                <a:gd name="T36" fmla="*/ 22 w 235"/>
                <a:gd name="T37" fmla="*/ 21 h 320"/>
                <a:gd name="T38" fmla="*/ 139 w 235"/>
                <a:gd name="T39" fmla="*/ 21 h 320"/>
                <a:gd name="T40" fmla="*/ 139 w 235"/>
                <a:gd name="T41" fmla="*/ 85 h 320"/>
                <a:gd name="T42" fmla="*/ 150 w 235"/>
                <a:gd name="T43" fmla="*/ 96 h 320"/>
                <a:gd name="T44" fmla="*/ 214 w 235"/>
                <a:gd name="T45" fmla="*/ 96 h 320"/>
                <a:gd name="T46" fmla="*/ 214 w 235"/>
                <a:gd name="T47" fmla="*/ 298 h 320"/>
                <a:gd name="T48" fmla="*/ 22 w 235"/>
                <a:gd name="T49" fmla="*/ 298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35" h="320">
                  <a:moveTo>
                    <a:pt x="234" y="81"/>
                  </a:moveTo>
                  <a:cubicBezTo>
                    <a:pt x="234" y="80"/>
                    <a:pt x="233" y="78"/>
                    <a:pt x="232" y="77"/>
                  </a:cubicBezTo>
                  <a:cubicBezTo>
                    <a:pt x="157" y="3"/>
                    <a:pt x="157" y="3"/>
                    <a:pt x="157" y="3"/>
                  </a:cubicBezTo>
                  <a:cubicBezTo>
                    <a:pt x="156" y="2"/>
                    <a:pt x="155" y="1"/>
                    <a:pt x="154" y="0"/>
                  </a:cubicBezTo>
                  <a:cubicBezTo>
                    <a:pt x="152" y="0"/>
                    <a:pt x="151" y="0"/>
                    <a:pt x="150" y="0"/>
                  </a:cubicBezTo>
                  <a:cubicBezTo>
                    <a:pt x="11" y="0"/>
                    <a:pt x="11" y="0"/>
                    <a:pt x="11" y="0"/>
                  </a:cubicBezTo>
                  <a:cubicBezTo>
                    <a:pt x="5" y="0"/>
                    <a:pt x="0" y="4"/>
                    <a:pt x="0" y="10"/>
                  </a:cubicBezTo>
                  <a:cubicBezTo>
                    <a:pt x="0" y="309"/>
                    <a:pt x="0" y="309"/>
                    <a:pt x="0" y="309"/>
                  </a:cubicBezTo>
                  <a:cubicBezTo>
                    <a:pt x="0" y="315"/>
                    <a:pt x="5" y="320"/>
                    <a:pt x="11" y="320"/>
                  </a:cubicBezTo>
                  <a:cubicBezTo>
                    <a:pt x="224" y="320"/>
                    <a:pt x="224" y="320"/>
                    <a:pt x="224" y="320"/>
                  </a:cubicBezTo>
                  <a:cubicBezTo>
                    <a:pt x="230" y="320"/>
                    <a:pt x="235" y="315"/>
                    <a:pt x="235" y="309"/>
                  </a:cubicBezTo>
                  <a:cubicBezTo>
                    <a:pt x="235" y="85"/>
                    <a:pt x="235" y="85"/>
                    <a:pt x="235" y="85"/>
                  </a:cubicBezTo>
                  <a:cubicBezTo>
                    <a:pt x="235" y="84"/>
                    <a:pt x="235" y="82"/>
                    <a:pt x="234" y="81"/>
                  </a:cubicBezTo>
                  <a:close/>
                  <a:moveTo>
                    <a:pt x="160" y="36"/>
                  </a:moveTo>
                  <a:cubicBezTo>
                    <a:pt x="199" y="74"/>
                    <a:pt x="199" y="74"/>
                    <a:pt x="199" y="74"/>
                  </a:cubicBezTo>
                  <a:cubicBezTo>
                    <a:pt x="160" y="74"/>
                    <a:pt x="160" y="74"/>
                    <a:pt x="160" y="74"/>
                  </a:cubicBezTo>
                  <a:lnTo>
                    <a:pt x="160" y="36"/>
                  </a:lnTo>
                  <a:close/>
                  <a:moveTo>
                    <a:pt x="22" y="298"/>
                  </a:moveTo>
                  <a:cubicBezTo>
                    <a:pt x="22" y="21"/>
                    <a:pt x="22" y="21"/>
                    <a:pt x="22" y="21"/>
                  </a:cubicBezTo>
                  <a:cubicBezTo>
                    <a:pt x="139" y="21"/>
                    <a:pt x="139" y="21"/>
                    <a:pt x="139" y="21"/>
                  </a:cubicBezTo>
                  <a:cubicBezTo>
                    <a:pt x="139" y="85"/>
                    <a:pt x="139" y="85"/>
                    <a:pt x="139" y="85"/>
                  </a:cubicBezTo>
                  <a:cubicBezTo>
                    <a:pt x="139" y="91"/>
                    <a:pt x="144" y="96"/>
                    <a:pt x="150" y="96"/>
                  </a:cubicBezTo>
                  <a:cubicBezTo>
                    <a:pt x="214" y="96"/>
                    <a:pt x="214" y="96"/>
                    <a:pt x="214" y="96"/>
                  </a:cubicBezTo>
                  <a:cubicBezTo>
                    <a:pt x="214" y="298"/>
                    <a:pt x="214" y="298"/>
                    <a:pt x="214" y="298"/>
                  </a:cubicBezTo>
                  <a:lnTo>
                    <a:pt x="22" y="298"/>
                  </a:lnTo>
                  <a:close/>
                </a:path>
              </a:pathLst>
            </a:custGeom>
            <a:grpFill/>
            <a:ln>
              <a:solidFill>
                <a:schemeClr val="tx1"/>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endParaRPr lang="en-GB"/>
            </a:p>
          </p:txBody>
        </p:sp>
        <p:sp>
          <p:nvSpPr>
            <p:cNvPr id="21" name="Freeform 362">
              <a:extLst>
                <a:ext uri="{FF2B5EF4-FFF2-40B4-BE49-F238E27FC236}">
                  <a16:creationId xmlns:a16="http://schemas.microsoft.com/office/drawing/2014/main" id="{CFC0CE34-C5C1-EF4D-8E27-0DA5DF311FC0}"/>
                </a:ext>
              </a:extLst>
            </p:cNvPr>
            <p:cNvSpPr>
              <a:spLocks noEditPoints="1"/>
            </p:cNvSpPr>
            <p:nvPr/>
          </p:nvSpPr>
          <p:spPr bwMode="auto">
            <a:xfrm>
              <a:off x="5799" y="1235"/>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solidFill>
                <a:schemeClr val="tx1"/>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endParaRPr lang="en-GB"/>
            </a:p>
          </p:txBody>
        </p:sp>
      </p:grpSp>
      <p:grpSp>
        <p:nvGrpSpPr>
          <p:cNvPr id="22" name="Group 519">
            <a:extLst>
              <a:ext uri="{FF2B5EF4-FFF2-40B4-BE49-F238E27FC236}">
                <a16:creationId xmlns:a16="http://schemas.microsoft.com/office/drawing/2014/main" id="{1960563D-4ECE-E541-896C-B7697D0A7AF1}"/>
              </a:ext>
            </a:extLst>
          </p:cNvPr>
          <p:cNvGrpSpPr>
            <a:grpSpLocks noChangeAspect="1"/>
          </p:cNvGrpSpPr>
          <p:nvPr userDrawn="1"/>
        </p:nvGrpSpPr>
        <p:grpSpPr bwMode="auto">
          <a:xfrm>
            <a:off x="4232045" y="2702666"/>
            <a:ext cx="321383" cy="321383"/>
            <a:chOff x="4190" y="2983"/>
            <a:chExt cx="340" cy="340"/>
          </a:xfrm>
          <a:solidFill>
            <a:schemeClr val="accent3"/>
          </a:solidFill>
        </p:grpSpPr>
        <p:sp>
          <p:nvSpPr>
            <p:cNvPr id="23" name="Freeform 520">
              <a:extLst>
                <a:ext uri="{FF2B5EF4-FFF2-40B4-BE49-F238E27FC236}">
                  <a16:creationId xmlns:a16="http://schemas.microsoft.com/office/drawing/2014/main" id="{7E42F418-0A3D-A646-9E51-FF69AA63B40D}"/>
                </a:ext>
              </a:extLst>
            </p:cNvPr>
            <p:cNvSpPr>
              <a:spLocks noEditPoints="1"/>
            </p:cNvSpPr>
            <p:nvPr/>
          </p:nvSpPr>
          <p:spPr bwMode="auto">
            <a:xfrm>
              <a:off x="4268" y="3061"/>
              <a:ext cx="184" cy="184"/>
            </a:xfrm>
            <a:custGeom>
              <a:avLst/>
              <a:gdLst>
                <a:gd name="T0" fmla="*/ 267 w 278"/>
                <a:gd name="T1" fmla="*/ 96 h 277"/>
                <a:gd name="T2" fmla="*/ 277 w 278"/>
                <a:gd name="T3" fmla="*/ 13 h 277"/>
                <a:gd name="T4" fmla="*/ 267 w 278"/>
                <a:gd name="T5" fmla="*/ 0 h 277"/>
                <a:gd name="T6" fmla="*/ 163 w 278"/>
                <a:gd name="T7" fmla="*/ 4 h 277"/>
                <a:gd name="T8" fmla="*/ 169 w 278"/>
                <a:gd name="T9" fmla="*/ 96 h 277"/>
                <a:gd name="T10" fmla="*/ 149 w 278"/>
                <a:gd name="T11" fmla="*/ 107 h 277"/>
                <a:gd name="T12" fmla="*/ 128 w 278"/>
                <a:gd name="T13" fmla="*/ 128 h 277"/>
                <a:gd name="T14" fmla="*/ 117 w 278"/>
                <a:gd name="T15" fmla="*/ 96 h 277"/>
                <a:gd name="T16" fmla="*/ 117 w 278"/>
                <a:gd name="T17" fmla="*/ 12 h 277"/>
                <a:gd name="T18" fmla="*/ 107 w 278"/>
                <a:gd name="T19" fmla="*/ 0 h 277"/>
                <a:gd name="T20" fmla="*/ 2 w 278"/>
                <a:gd name="T21" fmla="*/ 4 h 277"/>
                <a:gd name="T22" fmla="*/ 19 w 278"/>
                <a:gd name="T23" fmla="*/ 96 h 277"/>
                <a:gd name="T24" fmla="*/ 3 w 278"/>
                <a:gd name="T25" fmla="*/ 100 h 277"/>
                <a:gd name="T26" fmla="*/ 12 w 278"/>
                <a:gd name="T27" fmla="*/ 225 h 277"/>
                <a:gd name="T28" fmla="*/ 32 w 278"/>
                <a:gd name="T29" fmla="*/ 235 h 277"/>
                <a:gd name="T30" fmla="*/ 43 w 278"/>
                <a:gd name="T31" fmla="*/ 277 h 277"/>
                <a:gd name="T32" fmla="*/ 117 w 278"/>
                <a:gd name="T33" fmla="*/ 267 h 277"/>
                <a:gd name="T34" fmla="*/ 128 w 278"/>
                <a:gd name="T35" fmla="*/ 224 h 277"/>
                <a:gd name="T36" fmla="*/ 149 w 278"/>
                <a:gd name="T37" fmla="*/ 213 h 277"/>
                <a:gd name="T38" fmla="*/ 160 w 278"/>
                <a:gd name="T39" fmla="*/ 235 h 277"/>
                <a:gd name="T40" fmla="*/ 171 w 278"/>
                <a:gd name="T41" fmla="*/ 277 h 277"/>
                <a:gd name="T42" fmla="*/ 245 w 278"/>
                <a:gd name="T43" fmla="*/ 267 h 277"/>
                <a:gd name="T44" fmla="*/ 255 w 278"/>
                <a:gd name="T45" fmla="*/ 235 h 277"/>
                <a:gd name="T46" fmla="*/ 277 w 278"/>
                <a:gd name="T47" fmla="*/ 108 h 277"/>
                <a:gd name="T48" fmla="*/ 183 w 278"/>
                <a:gd name="T49" fmla="*/ 21 h 277"/>
                <a:gd name="T50" fmla="*/ 237 w 278"/>
                <a:gd name="T51" fmla="*/ 96 h 277"/>
                <a:gd name="T52" fmla="*/ 183 w 278"/>
                <a:gd name="T53" fmla="*/ 21 h 277"/>
                <a:gd name="T54" fmla="*/ 95 w 278"/>
                <a:gd name="T55" fmla="*/ 21 h 277"/>
                <a:gd name="T56" fmla="*/ 41 w 278"/>
                <a:gd name="T57" fmla="*/ 96 h 277"/>
                <a:gd name="T58" fmla="*/ 107 w 278"/>
                <a:gd name="T59" fmla="*/ 117 h 277"/>
                <a:gd name="T60" fmla="*/ 32 w 278"/>
                <a:gd name="T61" fmla="*/ 213 h 277"/>
                <a:gd name="T62" fmla="*/ 107 w 278"/>
                <a:gd name="T63" fmla="*/ 117 h 277"/>
                <a:gd name="T64" fmla="*/ 53 w 278"/>
                <a:gd name="T65" fmla="*/ 256 h 277"/>
                <a:gd name="T66" fmla="*/ 96 w 278"/>
                <a:gd name="T67" fmla="*/ 235 h 277"/>
                <a:gd name="T68" fmla="*/ 128 w 278"/>
                <a:gd name="T69" fmla="*/ 192 h 277"/>
                <a:gd name="T70" fmla="*/ 149 w 278"/>
                <a:gd name="T71" fmla="*/ 149 h 277"/>
                <a:gd name="T72" fmla="*/ 128 w 278"/>
                <a:gd name="T73" fmla="*/ 192 h 277"/>
                <a:gd name="T74" fmla="*/ 181 w 278"/>
                <a:gd name="T75" fmla="*/ 256 h 277"/>
                <a:gd name="T76" fmla="*/ 224 w 278"/>
                <a:gd name="T77" fmla="*/ 235 h 277"/>
                <a:gd name="T78" fmla="*/ 245 w 278"/>
                <a:gd name="T79" fmla="*/ 213 h 277"/>
                <a:gd name="T80" fmla="*/ 171 w 278"/>
                <a:gd name="T81" fmla="*/ 117 h 277"/>
                <a:gd name="T82" fmla="*/ 245 w 278"/>
                <a:gd name="T83" fmla="*/ 213 h 2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78" h="277">
                  <a:moveTo>
                    <a:pt x="275" y="100"/>
                  </a:moveTo>
                  <a:cubicBezTo>
                    <a:pt x="273" y="97"/>
                    <a:pt x="270" y="96"/>
                    <a:pt x="267" y="96"/>
                  </a:cubicBezTo>
                  <a:cubicBezTo>
                    <a:pt x="259" y="96"/>
                    <a:pt x="259" y="96"/>
                    <a:pt x="259" y="96"/>
                  </a:cubicBezTo>
                  <a:cubicBezTo>
                    <a:pt x="277" y="13"/>
                    <a:pt x="277" y="13"/>
                    <a:pt x="277" y="13"/>
                  </a:cubicBezTo>
                  <a:cubicBezTo>
                    <a:pt x="278" y="10"/>
                    <a:pt x="277" y="7"/>
                    <a:pt x="275" y="4"/>
                  </a:cubicBezTo>
                  <a:cubicBezTo>
                    <a:pt x="273" y="1"/>
                    <a:pt x="270" y="0"/>
                    <a:pt x="267" y="0"/>
                  </a:cubicBezTo>
                  <a:cubicBezTo>
                    <a:pt x="171" y="0"/>
                    <a:pt x="171" y="0"/>
                    <a:pt x="171" y="0"/>
                  </a:cubicBezTo>
                  <a:cubicBezTo>
                    <a:pt x="168" y="0"/>
                    <a:pt x="165" y="1"/>
                    <a:pt x="163" y="4"/>
                  </a:cubicBezTo>
                  <a:cubicBezTo>
                    <a:pt x="161" y="6"/>
                    <a:pt x="160" y="9"/>
                    <a:pt x="160" y="12"/>
                  </a:cubicBezTo>
                  <a:cubicBezTo>
                    <a:pt x="169" y="96"/>
                    <a:pt x="169" y="96"/>
                    <a:pt x="169" y="96"/>
                  </a:cubicBezTo>
                  <a:cubicBezTo>
                    <a:pt x="160" y="96"/>
                    <a:pt x="160" y="96"/>
                    <a:pt x="160" y="96"/>
                  </a:cubicBezTo>
                  <a:cubicBezTo>
                    <a:pt x="154" y="96"/>
                    <a:pt x="149" y="101"/>
                    <a:pt x="149" y="107"/>
                  </a:cubicBezTo>
                  <a:cubicBezTo>
                    <a:pt x="149" y="128"/>
                    <a:pt x="149" y="128"/>
                    <a:pt x="149" y="128"/>
                  </a:cubicBezTo>
                  <a:cubicBezTo>
                    <a:pt x="128" y="128"/>
                    <a:pt x="128" y="128"/>
                    <a:pt x="128" y="128"/>
                  </a:cubicBezTo>
                  <a:cubicBezTo>
                    <a:pt x="128" y="107"/>
                    <a:pt x="128" y="107"/>
                    <a:pt x="128" y="107"/>
                  </a:cubicBezTo>
                  <a:cubicBezTo>
                    <a:pt x="128" y="101"/>
                    <a:pt x="123" y="96"/>
                    <a:pt x="117" y="96"/>
                  </a:cubicBezTo>
                  <a:cubicBezTo>
                    <a:pt x="108" y="96"/>
                    <a:pt x="108" y="96"/>
                    <a:pt x="108" y="96"/>
                  </a:cubicBezTo>
                  <a:cubicBezTo>
                    <a:pt x="117" y="12"/>
                    <a:pt x="117" y="12"/>
                    <a:pt x="117" y="12"/>
                  </a:cubicBezTo>
                  <a:cubicBezTo>
                    <a:pt x="118" y="9"/>
                    <a:pt x="117" y="6"/>
                    <a:pt x="115" y="4"/>
                  </a:cubicBezTo>
                  <a:cubicBezTo>
                    <a:pt x="113" y="1"/>
                    <a:pt x="110" y="0"/>
                    <a:pt x="107" y="0"/>
                  </a:cubicBezTo>
                  <a:cubicBezTo>
                    <a:pt x="11" y="0"/>
                    <a:pt x="11" y="0"/>
                    <a:pt x="11" y="0"/>
                  </a:cubicBezTo>
                  <a:cubicBezTo>
                    <a:pt x="7" y="0"/>
                    <a:pt x="4" y="1"/>
                    <a:pt x="2" y="4"/>
                  </a:cubicBezTo>
                  <a:cubicBezTo>
                    <a:pt x="0" y="7"/>
                    <a:pt x="0" y="10"/>
                    <a:pt x="0" y="13"/>
                  </a:cubicBezTo>
                  <a:cubicBezTo>
                    <a:pt x="19" y="96"/>
                    <a:pt x="19" y="96"/>
                    <a:pt x="19" y="96"/>
                  </a:cubicBezTo>
                  <a:cubicBezTo>
                    <a:pt x="11" y="96"/>
                    <a:pt x="11" y="96"/>
                    <a:pt x="11" y="96"/>
                  </a:cubicBezTo>
                  <a:cubicBezTo>
                    <a:pt x="8" y="96"/>
                    <a:pt x="5" y="97"/>
                    <a:pt x="3" y="100"/>
                  </a:cubicBezTo>
                  <a:cubicBezTo>
                    <a:pt x="1" y="102"/>
                    <a:pt x="0" y="105"/>
                    <a:pt x="0" y="108"/>
                  </a:cubicBezTo>
                  <a:cubicBezTo>
                    <a:pt x="12" y="225"/>
                    <a:pt x="12" y="225"/>
                    <a:pt x="12" y="225"/>
                  </a:cubicBezTo>
                  <a:cubicBezTo>
                    <a:pt x="12" y="231"/>
                    <a:pt x="17" y="235"/>
                    <a:pt x="22" y="235"/>
                  </a:cubicBezTo>
                  <a:cubicBezTo>
                    <a:pt x="32" y="235"/>
                    <a:pt x="32" y="235"/>
                    <a:pt x="32" y="235"/>
                  </a:cubicBezTo>
                  <a:cubicBezTo>
                    <a:pt x="32" y="267"/>
                    <a:pt x="32" y="267"/>
                    <a:pt x="32" y="267"/>
                  </a:cubicBezTo>
                  <a:cubicBezTo>
                    <a:pt x="32" y="273"/>
                    <a:pt x="37" y="277"/>
                    <a:pt x="43" y="277"/>
                  </a:cubicBezTo>
                  <a:cubicBezTo>
                    <a:pt x="107" y="277"/>
                    <a:pt x="107" y="277"/>
                    <a:pt x="107" y="277"/>
                  </a:cubicBezTo>
                  <a:cubicBezTo>
                    <a:pt x="113" y="277"/>
                    <a:pt x="117" y="273"/>
                    <a:pt x="117" y="267"/>
                  </a:cubicBezTo>
                  <a:cubicBezTo>
                    <a:pt x="117" y="235"/>
                    <a:pt x="117" y="235"/>
                    <a:pt x="117" y="235"/>
                  </a:cubicBezTo>
                  <a:cubicBezTo>
                    <a:pt x="123" y="235"/>
                    <a:pt x="128" y="230"/>
                    <a:pt x="128" y="224"/>
                  </a:cubicBezTo>
                  <a:cubicBezTo>
                    <a:pt x="128" y="213"/>
                    <a:pt x="128" y="213"/>
                    <a:pt x="128" y="213"/>
                  </a:cubicBezTo>
                  <a:cubicBezTo>
                    <a:pt x="149" y="213"/>
                    <a:pt x="149" y="213"/>
                    <a:pt x="149" y="213"/>
                  </a:cubicBezTo>
                  <a:cubicBezTo>
                    <a:pt x="149" y="224"/>
                    <a:pt x="149" y="224"/>
                    <a:pt x="149" y="224"/>
                  </a:cubicBezTo>
                  <a:cubicBezTo>
                    <a:pt x="149" y="230"/>
                    <a:pt x="154" y="235"/>
                    <a:pt x="160" y="235"/>
                  </a:cubicBezTo>
                  <a:cubicBezTo>
                    <a:pt x="160" y="267"/>
                    <a:pt x="160" y="267"/>
                    <a:pt x="160" y="267"/>
                  </a:cubicBezTo>
                  <a:cubicBezTo>
                    <a:pt x="160" y="273"/>
                    <a:pt x="165" y="277"/>
                    <a:pt x="171" y="277"/>
                  </a:cubicBezTo>
                  <a:cubicBezTo>
                    <a:pt x="235" y="277"/>
                    <a:pt x="235" y="277"/>
                    <a:pt x="235" y="277"/>
                  </a:cubicBezTo>
                  <a:cubicBezTo>
                    <a:pt x="241" y="277"/>
                    <a:pt x="245" y="273"/>
                    <a:pt x="245" y="267"/>
                  </a:cubicBezTo>
                  <a:cubicBezTo>
                    <a:pt x="245" y="235"/>
                    <a:pt x="245" y="235"/>
                    <a:pt x="245" y="235"/>
                  </a:cubicBezTo>
                  <a:cubicBezTo>
                    <a:pt x="255" y="235"/>
                    <a:pt x="255" y="235"/>
                    <a:pt x="255" y="235"/>
                  </a:cubicBezTo>
                  <a:cubicBezTo>
                    <a:pt x="260" y="235"/>
                    <a:pt x="265" y="231"/>
                    <a:pt x="266" y="225"/>
                  </a:cubicBezTo>
                  <a:cubicBezTo>
                    <a:pt x="277" y="108"/>
                    <a:pt x="277" y="108"/>
                    <a:pt x="277" y="108"/>
                  </a:cubicBezTo>
                  <a:cubicBezTo>
                    <a:pt x="278" y="105"/>
                    <a:pt x="277" y="102"/>
                    <a:pt x="275" y="100"/>
                  </a:cubicBezTo>
                  <a:close/>
                  <a:moveTo>
                    <a:pt x="183" y="21"/>
                  </a:moveTo>
                  <a:cubicBezTo>
                    <a:pt x="253" y="21"/>
                    <a:pt x="253" y="21"/>
                    <a:pt x="253" y="21"/>
                  </a:cubicBezTo>
                  <a:cubicBezTo>
                    <a:pt x="237" y="96"/>
                    <a:pt x="237" y="96"/>
                    <a:pt x="237" y="96"/>
                  </a:cubicBezTo>
                  <a:cubicBezTo>
                    <a:pt x="191" y="96"/>
                    <a:pt x="191" y="96"/>
                    <a:pt x="191" y="96"/>
                  </a:cubicBezTo>
                  <a:lnTo>
                    <a:pt x="183" y="21"/>
                  </a:lnTo>
                  <a:close/>
                  <a:moveTo>
                    <a:pt x="24" y="21"/>
                  </a:moveTo>
                  <a:cubicBezTo>
                    <a:pt x="95" y="21"/>
                    <a:pt x="95" y="21"/>
                    <a:pt x="95" y="21"/>
                  </a:cubicBezTo>
                  <a:cubicBezTo>
                    <a:pt x="86" y="96"/>
                    <a:pt x="86" y="96"/>
                    <a:pt x="86" y="96"/>
                  </a:cubicBezTo>
                  <a:cubicBezTo>
                    <a:pt x="41" y="96"/>
                    <a:pt x="41" y="96"/>
                    <a:pt x="41" y="96"/>
                  </a:cubicBezTo>
                  <a:lnTo>
                    <a:pt x="24" y="21"/>
                  </a:lnTo>
                  <a:close/>
                  <a:moveTo>
                    <a:pt x="107" y="117"/>
                  </a:moveTo>
                  <a:cubicBezTo>
                    <a:pt x="107" y="213"/>
                    <a:pt x="107" y="213"/>
                    <a:pt x="107" y="213"/>
                  </a:cubicBezTo>
                  <a:cubicBezTo>
                    <a:pt x="32" y="213"/>
                    <a:pt x="32" y="213"/>
                    <a:pt x="32" y="213"/>
                  </a:cubicBezTo>
                  <a:cubicBezTo>
                    <a:pt x="22" y="117"/>
                    <a:pt x="22" y="117"/>
                    <a:pt x="22" y="117"/>
                  </a:cubicBezTo>
                  <a:lnTo>
                    <a:pt x="107" y="117"/>
                  </a:lnTo>
                  <a:close/>
                  <a:moveTo>
                    <a:pt x="96" y="256"/>
                  </a:moveTo>
                  <a:cubicBezTo>
                    <a:pt x="53" y="256"/>
                    <a:pt x="53" y="256"/>
                    <a:pt x="53" y="256"/>
                  </a:cubicBezTo>
                  <a:cubicBezTo>
                    <a:pt x="53" y="235"/>
                    <a:pt x="53" y="235"/>
                    <a:pt x="53" y="235"/>
                  </a:cubicBezTo>
                  <a:cubicBezTo>
                    <a:pt x="96" y="235"/>
                    <a:pt x="96" y="235"/>
                    <a:pt x="96" y="235"/>
                  </a:cubicBezTo>
                  <a:lnTo>
                    <a:pt x="96" y="256"/>
                  </a:lnTo>
                  <a:close/>
                  <a:moveTo>
                    <a:pt x="128" y="192"/>
                  </a:moveTo>
                  <a:cubicBezTo>
                    <a:pt x="128" y="149"/>
                    <a:pt x="128" y="149"/>
                    <a:pt x="128" y="149"/>
                  </a:cubicBezTo>
                  <a:cubicBezTo>
                    <a:pt x="149" y="149"/>
                    <a:pt x="149" y="149"/>
                    <a:pt x="149" y="149"/>
                  </a:cubicBezTo>
                  <a:cubicBezTo>
                    <a:pt x="149" y="192"/>
                    <a:pt x="149" y="192"/>
                    <a:pt x="149" y="192"/>
                  </a:cubicBezTo>
                  <a:lnTo>
                    <a:pt x="128" y="192"/>
                  </a:lnTo>
                  <a:close/>
                  <a:moveTo>
                    <a:pt x="224" y="256"/>
                  </a:moveTo>
                  <a:cubicBezTo>
                    <a:pt x="181" y="256"/>
                    <a:pt x="181" y="256"/>
                    <a:pt x="181" y="256"/>
                  </a:cubicBezTo>
                  <a:cubicBezTo>
                    <a:pt x="181" y="235"/>
                    <a:pt x="181" y="235"/>
                    <a:pt x="181" y="235"/>
                  </a:cubicBezTo>
                  <a:cubicBezTo>
                    <a:pt x="224" y="235"/>
                    <a:pt x="224" y="235"/>
                    <a:pt x="224" y="235"/>
                  </a:cubicBezTo>
                  <a:lnTo>
                    <a:pt x="224" y="256"/>
                  </a:lnTo>
                  <a:close/>
                  <a:moveTo>
                    <a:pt x="245" y="213"/>
                  </a:moveTo>
                  <a:cubicBezTo>
                    <a:pt x="171" y="213"/>
                    <a:pt x="171" y="213"/>
                    <a:pt x="171" y="213"/>
                  </a:cubicBezTo>
                  <a:cubicBezTo>
                    <a:pt x="171" y="117"/>
                    <a:pt x="171" y="117"/>
                    <a:pt x="171" y="117"/>
                  </a:cubicBezTo>
                  <a:cubicBezTo>
                    <a:pt x="255" y="117"/>
                    <a:pt x="255" y="117"/>
                    <a:pt x="255" y="117"/>
                  </a:cubicBezTo>
                  <a:lnTo>
                    <a:pt x="245" y="21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4" name="Freeform 521">
              <a:extLst>
                <a:ext uri="{FF2B5EF4-FFF2-40B4-BE49-F238E27FC236}">
                  <a16:creationId xmlns:a16="http://schemas.microsoft.com/office/drawing/2014/main" id="{C6E14E27-01E3-A04E-9A88-E47299197F7B}"/>
                </a:ext>
              </a:extLst>
            </p:cNvPr>
            <p:cNvSpPr>
              <a:spLocks noEditPoints="1"/>
            </p:cNvSpPr>
            <p:nvPr/>
          </p:nvSpPr>
          <p:spPr bwMode="auto">
            <a:xfrm>
              <a:off x="4190" y="2983"/>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grpSp>
        <p:nvGrpSpPr>
          <p:cNvPr id="25" name="Group 360">
            <a:extLst>
              <a:ext uri="{FF2B5EF4-FFF2-40B4-BE49-F238E27FC236}">
                <a16:creationId xmlns:a16="http://schemas.microsoft.com/office/drawing/2014/main" id="{4C174321-4F71-1546-8171-B9DFA14308A1}"/>
              </a:ext>
            </a:extLst>
          </p:cNvPr>
          <p:cNvGrpSpPr>
            <a:grpSpLocks noChangeAspect="1"/>
          </p:cNvGrpSpPr>
          <p:nvPr userDrawn="1"/>
        </p:nvGrpSpPr>
        <p:grpSpPr bwMode="auto">
          <a:xfrm>
            <a:off x="7978156" y="2702666"/>
            <a:ext cx="323811" cy="322862"/>
            <a:chOff x="1935" y="1199"/>
            <a:chExt cx="341" cy="340"/>
          </a:xfrm>
          <a:solidFill>
            <a:schemeClr val="accent5"/>
          </a:solidFill>
        </p:grpSpPr>
        <p:sp>
          <p:nvSpPr>
            <p:cNvPr id="26" name="Freeform 361">
              <a:extLst>
                <a:ext uri="{FF2B5EF4-FFF2-40B4-BE49-F238E27FC236}">
                  <a16:creationId xmlns:a16="http://schemas.microsoft.com/office/drawing/2014/main" id="{95F117F7-EDBF-2F40-BD49-D1687FE18060}"/>
                </a:ext>
              </a:extLst>
            </p:cNvPr>
            <p:cNvSpPr>
              <a:spLocks noEditPoints="1"/>
            </p:cNvSpPr>
            <p:nvPr/>
          </p:nvSpPr>
          <p:spPr bwMode="auto">
            <a:xfrm>
              <a:off x="1998" y="1263"/>
              <a:ext cx="214" cy="206"/>
            </a:xfrm>
            <a:custGeom>
              <a:avLst/>
              <a:gdLst>
                <a:gd name="T0" fmla="*/ 257 w 321"/>
                <a:gd name="T1" fmla="*/ 309 h 310"/>
                <a:gd name="T2" fmla="*/ 251 w 321"/>
                <a:gd name="T3" fmla="*/ 308 h 310"/>
                <a:gd name="T4" fmla="*/ 161 w 321"/>
                <a:gd name="T5" fmla="*/ 257 h 310"/>
                <a:gd name="T6" fmla="*/ 70 w 321"/>
                <a:gd name="T7" fmla="*/ 308 h 310"/>
                <a:gd name="T8" fmla="*/ 58 w 321"/>
                <a:gd name="T9" fmla="*/ 307 h 310"/>
                <a:gd name="T10" fmla="*/ 54 w 321"/>
                <a:gd name="T11" fmla="*/ 296 h 310"/>
                <a:gd name="T12" fmla="*/ 74 w 321"/>
                <a:gd name="T13" fmla="*/ 195 h 310"/>
                <a:gd name="T14" fmla="*/ 4 w 321"/>
                <a:gd name="T15" fmla="*/ 125 h 310"/>
                <a:gd name="T16" fmla="*/ 1 w 321"/>
                <a:gd name="T17" fmla="*/ 113 h 310"/>
                <a:gd name="T18" fmla="*/ 10 w 321"/>
                <a:gd name="T19" fmla="*/ 106 h 310"/>
                <a:gd name="T20" fmla="*/ 111 w 321"/>
                <a:gd name="T21" fmla="*/ 96 h 310"/>
                <a:gd name="T22" fmla="*/ 151 w 321"/>
                <a:gd name="T23" fmla="*/ 6 h 310"/>
                <a:gd name="T24" fmla="*/ 161 w 321"/>
                <a:gd name="T25" fmla="*/ 0 h 310"/>
                <a:gd name="T26" fmla="*/ 170 w 321"/>
                <a:gd name="T27" fmla="*/ 6 h 310"/>
                <a:gd name="T28" fmla="*/ 211 w 321"/>
                <a:gd name="T29" fmla="*/ 96 h 310"/>
                <a:gd name="T30" fmla="*/ 311 w 321"/>
                <a:gd name="T31" fmla="*/ 106 h 310"/>
                <a:gd name="T32" fmla="*/ 320 w 321"/>
                <a:gd name="T33" fmla="*/ 113 h 310"/>
                <a:gd name="T34" fmla="*/ 318 w 321"/>
                <a:gd name="T35" fmla="*/ 125 h 310"/>
                <a:gd name="T36" fmla="*/ 247 w 321"/>
                <a:gd name="T37" fmla="*/ 195 h 310"/>
                <a:gd name="T38" fmla="*/ 267 w 321"/>
                <a:gd name="T39" fmla="*/ 296 h 310"/>
                <a:gd name="T40" fmla="*/ 263 w 321"/>
                <a:gd name="T41" fmla="*/ 307 h 310"/>
                <a:gd name="T42" fmla="*/ 257 w 321"/>
                <a:gd name="T43" fmla="*/ 309 h 310"/>
                <a:gd name="T44" fmla="*/ 161 w 321"/>
                <a:gd name="T45" fmla="*/ 234 h 310"/>
                <a:gd name="T46" fmla="*/ 166 w 321"/>
                <a:gd name="T47" fmla="*/ 236 h 310"/>
                <a:gd name="T48" fmla="*/ 242 w 321"/>
                <a:gd name="T49" fmla="*/ 278 h 310"/>
                <a:gd name="T50" fmla="*/ 225 w 321"/>
                <a:gd name="T51" fmla="*/ 194 h 310"/>
                <a:gd name="T52" fmla="*/ 228 w 321"/>
                <a:gd name="T53" fmla="*/ 184 h 310"/>
                <a:gd name="T54" fmla="*/ 287 w 321"/>
                <a:gd name="T55" fmla="*/ 125 h 310"/>
                <a:gd name="T56" fmla="*/ 202 w 321"/>
                <a:gd name="T57" fmla="*/ 117 h 310"/>
                <a:gd name="T58" fmla="*/ 194 w 321"/>
                <a:gd name="T59" fmla="*/ 111 h 310"/>
                <a:gd name="T60" fmla="*/ 161 w 321"/>
                <a:gd name="T61" fmla="*/ 37 h 310"/>
                <a:gd name="T62" fmla="*/ 128 w 321"/>
                <a:gd name="T63" fmla="*/ 111 h 310"/>
                <a:gd name="T64" fmla="*/ 119 w 321"/>
                <a:gd name="T65" fmla="*/ 117 h 310"/>
                <a:gd name="T66" fmla="*/ 35 w 321"/>
                <a:gd name="T67" fmla="*/ 125 h 310"/>
                <a:gd name="T68" fmla="*/ 94 w 321"/>
                <a:gd name="T69" fmla="*/ 184 h 310"/>
                <a:gd name="T70" fmla="*/ 96 w 321"/>
                <a:gd name="T71" fmla="*/ 194 h 310"/>
                <a:gd name="T72" fmla="*/ 80 w 321"/>
                <a:gd name="T73" fmla="*/ 278 h 310"/>
                <a:gd name="T74" fmla="*/ 155 w 321"/>
                <a:gd name="T75" fmla="*/ 236 h 310"/>
                <a:gd name="T76" fmla="*/ 161 w 321"/>
                <a:gd name="T77" fmla="*/ 234 h 3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321" h="310">
                  <a:moveTo>
                    <a:pt x="257" y="309"/>
                  </a:moveTo>
                  <a:cubicBezTo>
                    <a:pt x="255" y="309"/>
                    <a:pt x="253" y="309"/>
                    <a:pt x="251" y="308"/>
                  </a:cubicBezTo>
                  <a:cubicBezTo>
                    <a:pt x="161" y="257"/>
                    <a:pt x="161" y="257"/>
                    <a:pt x="161" y="257"/>
                  </a:cubicBezTo>
                  <a:cubicBezTo>
                    <a:pt x="70" y="308"/>
                    <a:pt x="70" y="308"/>
                    <a:pt x="70" y="308"/>
                  </a:cubicBezTo>
                  <a:cubicBezTo>
                    <a:pt x="66" y="310"/>
                    <a:pt x="62" y="309"/>
                    <a:pt x="58" y="307"/>
                  </a:cubicBezTo>
                  <a:cubicBezTo>
                    <a:pt x="55" y="305"/>
                    <a:pt x="53" y="300"/>
                    <a:pt x="54" y="296"/>
                  </a:cubicBezTo>
                  <a:cubicBezTo>
                    <a:pt x="74" y="195"/>
                    <a:pt x="74" y="195"/>
                    <a:pt x="74" y="195"/>
                  </a:cubicBezTo>
                  <a:cubicBezTo>
                    <a:pt x="4" y="125"/>
                    <a:pt x="4" y="125"/>
                    <a:pt x="4" y="125"/>
                  </a:cubicBezTo>
                  <a:cubicBezTo>
                    <a:pt x="1" y="122"/>
                    <a:pt x="0" y="117"/>
                    <a:pt x="1" y="113"/>
                  </a:cubicBezTo>
                  <a:cubicBezTo>
                    <a:pt x="3" y="110"/>
                    <a:pt x="6" y="107"/>
                    <a:pt x="10" y="106"/>
                  </a:cubicBezTo>
                  <a:cubicBezTo>
                    <a:pt x="111" y="96"/>
                    <a:pt x="111" y="96"/>
                    <a:pt x="111" y="96"/>
                  </a:cubicBezTo>
                  <a:cubicBezTo>
                    <a:pt x="151" y="6"/>
                    <a:pt x="151" y="6"/>
                    <a:pt x="151" y="6"/>
                  </a:cubicBezTo>
                  <a:cubicBezTo>
                    <a:pt x="153" y="2"/>
                    <a:pt x="156" y="0"/>
                    <a:pt x="161" y="0"/>
                  </a:cubicBezTo>
                  <a:cubicBezTo>
                    <a:pt x="165" y="0"/>
                    <a:pt x="169" y="2"/>
                    <a:pt x="170" y="6"/>
                  </a:cubicBezTo>
                  <a:cubicBezTo>
                    <a:pt x="211" y="96"/>
                    <a:pt x="211" y="96"/>
                    <a:pt x="211" y="96"/>
                  </a:cubicBezTo>
                  <a:cubicBezTo>
                    <a:pt x="311" y="106"/>
                    <a:pt x="311" y="106"/>
                    <a:pt x="311" y="106"/>
                  </a:cubicBezTo>
                  <a:cubicBezTo>
                    <a:pt x="315" y="107"/>
                    <a:pt x="319" y="110"/>
                    <a:pt x="320" y="113"/>
                  </a:cubicBezTo>
                  <a:cubicBezTo>
                    <a:pt x="321" y="117"/>
                    <a:pt x="320" y="122"/>
                    <a:pt x="318" y="125"/>
                  </a:cubicBezTo>
                  <a:cubicBezTo>
                    <a:pt x="247" y="195"/>
                    <a:pt x="247" y="195"/>
                    <a:pt x="247" y="195"/>
                  </a:cubicBezTo>
                  <a:cubicBezTo>
                    <a:pt x="267" y="296"/>
                    <a:pt x="267" y="296"/>
                    <a:pt x="267" y="296"/>
                  </a:cubicBezTo>
                  <a:cubicBezTo>
                    <a:pt x="268" y="300"/>
                    <a:pt x="266" y="305"/>
                    <a:pt x="263" y="307"/>
                  </a:cubicBezTo>
                  <a:cubicBezTo>
                    <a:pt x="261" y="308"/>
                    <a:pt x="259" y="309"/>
                    <a:pt x="257" y="309"/>
                  </a:cubicBezTo>
                  <a:close/>
                  <a:moveTo>
                    <a:pt x="161" y="234"/>
                  </a:moveTo>
                  <a:cubicBezTo>
                    <a:pt x="162" y="234"/>
                    <a:pt x="164" y="235"/>
                    <a:pt x="166" y="236"/>
                  </a:cubicBezTo>
                  <a:cubicBezTo>
                    <a:pt x="242" y="278"/>
                    <a:pt x="242" y="278"/>
                    <a:pt x="242" y="278"/>
                  </a:cubicBezTo>
                  <a:cubicBezTo>
                    <a:pt x="225" y="194"/>
                    <a:pt x="225" y="194"/>
                    <a:pt x="225" y="194"/>
                  </a:cubicBezTo>
                  <a:cubicBezTo>
                    <a:pt x="224" y="190"/>
                    <a:pt x="225" y="187"/>
                    <a:pt x="228" y="184"/>
                  </a:cubicBezTo>
                  <a:cubicBezTo>
                    <a:pt x="287" y="125"/>
                    <a:pt x="287" y="125"/>
                    <a:pt x="287" y="125"/>
                  </a:cubicBezTo>
                  <a:cubicBezTo>
                    <a:pt x="202" y="117"/>
                    <a:pt x="202" y="117"/>
                    <a:pt x="202" y="117"/>
                  </a:cubicBezTo>
                  <a:cubicBezTo>
                    <a:pt x="198" y="117"/>
                    <a:pt x="195" y="114"/>
                    <a:pt x="194" y="111"/>
                  </a:cubicBezTo>
                  <a:cubicBezTo>
                    <a:pt x="161" y="37"/>
                    <a:pt x="161" y="37"/>
                    <a:pt x="161" y="37"/>
                  </a:cubicBezTo>
                  <a:cubicBezTo>
                    <a:pt x="128" y="111"/>
                    <a:pt x="128" y="111"/>
                    <a:pt x="128" y="111"/>
                  </a:cubicBezTo>
                  <a:cubicBezTo>
                    <a:pt x="126" y="114"/>
                    <a:pt x="123" y="117"/>
                    <a:pt x="119" y="117"/>
                  </a:cubicBezTo>
                  <a:cubicBezTo>
                    <a:pt x="35" y="125"/>
                    <a:pt x="35" y="125"/>
                    <a:pt x="35" y="125"/>
                  </a:cubicBezTo>
                  <a:cubicBezTo>
                    <a:pt x="94" y="184"/>
                    <a:pt x="94" y="184"/>
                    <a:pt x="94" y="184"/>
                  </a:cubicBezTo>
                  <a:cubicBezTo>
                    <a:pt x="96" y="187"/>
                    <a:pt x="97" y="190"/>
                    <a:pt x="96" y="194"/>
                  </a:cubicBezTo>
                  <a:cubicBezTo>
                    <a:pt x="80" y="278"/>
                    <a:pt x="80" y="278"/>
                    <a:pt x="80" y="278"/>
                  </a:cubicBezTo>
                  <a:cubicBezTo>
                    <a:pt x="155" y="236"/>
                    <a:pt x="155" y="236"/>
                    <a:pt x="155" y="236"/>
                  </a:cubicBezTo>
                  <a:cubicBezTo>
                    <a:pt x="157" y="235"/>
                    <a:pt x="159" y="234"/>
                    <a:pt x="161" y="23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7" name="Freeform 362">
              <a:extLst>
                <a:ext uri="{FF2B5EF4-FFF2-40B4-BE49-F238E27FC236}">
                  <a16:creationId xmlns:a16="http://schemas.microsoft.com/office/drawing/2014/main" id="{73158AEE-E509-E640-99B4-045CD33FB882}"/>
                </a:ext>
              </a:extLst>
            </p:cNvPr>
            <p:cNvSpPr>
              <a:spLocks noEditPoints="1"/>
            </p:cNvSpPr>
            <p:nvPr/>
          </p:nvSpPr>
          <p:spPr bwMode="auto">
            <a:xfrm>
              <a:off x="1935" y="1199"/>
              <a:ext cx="341"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grpSp>
        <p:nvGrpSpPr>
          <p:cNvPr id="28" name="Group 27">
            <a:extLst>
              <a:ext uri="{FF2B5EF4-FFF2-40B4-BE49-F238E27FC236}">
                <a16:creationId xmlns:a16="http://schemas.microsoft.com/office/drawing/2014/main" id="{9FBB52B5-60BE-E941-979F-F1B964319DD4}"/>
              </a:ext>
            </a:extLst>
          </p:cNvPr>
          <p:cNvGrpSpPr/>
          <p:nvPr userDrawn="1"/>
        </p:nvGrpSpPr>
        <p:grpSpPr>
          <a:xfrm>
            <a:off x="461137" y="2702666"/>
            <a:ext cx="322835" cy="321888"/>
            <a:chOff x="441252" y="3152900"/>
            <a:chExt cx="322835" cy="321888"/>
          </a:xfrm>
        </p:grpSpPr>
        <p:sp>
          <p:nvSpPr>
            <p:cNvPr id="29" name="Freeform 286">
              <a:extLst>
                <a:ext uri="{FF2B5EF4-FFF2-40B4-BE49-F238E27FC236}">
                  <a16:creationId xmlns:a16="http://schemas.microsoft.com/office/drawing/2014/main" id="{DFE93F2B-0BC3-0E4C-900B-469191D6603C}"/>
                </a:ext>
              </a:extLst>
            </p:cNvPr>
            <p:cNvSpPr>
              <a:spLocks noEditPoints="1"/>
            </p:cNvSpPr>
            <p:nvPr/>
          </p:nvSpPr>
          <p:spPr bwMode="auto">
            <a:xfrm>
              <a:off x="512027" y="3203702"/>
              <a:ext cx="201168" cy="201168"/>
            </a:xfrm>
            <a:custGeom>
              <a:avLst/>
              <a:gdLst>
                <a:gd name="T0" fmla="*/ 43 w 289"/>
                <a:gd name="T1" fmla="*/ 289 h 289"/>
                <a:gd name="T2" fmla="*/ 13 w 289"/>
                <a:gd name="T3" fmla="*/ 276 h 289"/>
                <a:gd name="T4" fmla="*/ 0 w 289"/>
                <a:gd name="T5" fmla="*/ 246 h 289"/>
                <a:gd name="T6" fmla="*/ 13 w 289"/>
                <a:gd name="T7" fmla="*/ 216 h 289"/>
                <a:gd name="T8" fmla="*/ 118 w 289"/>
                <a:gd name="T9" fmla="*/ 111 h 289"/>
                <a:gd name="T10" fmla="*/ 140 w 289"/>
                <a:gd name="T11" fmla="*/ 29 h 289"/>
                <a:gd name="T12" fmla="*/ 156 w 289"/>
                <a:gd name="T13" fmla="*/ 16 h 289"/>
                <a:gd name="T14" fmla="*/ 229 w 289"/>
                <a:gd name="T15" fmla="*/ 9 h 289"/>
                <a:gd name="T16" fmla="*/ 235 w 289"/>
                <a:gd name="T17" fmla="*/ 16 h 289"/>
                <a:gd name="T18" fmla="*/ 233 w 289"/>
                <a:gd name="T19" fmla="*/ 26 h 289"/>
                <a:gd name="T20" fmla="*/ 194 w 289"/>
                <a:gd name="T21" fmla="*/ 65 h 289"/>
                <a:gd name="T22" fmla="*/ 208 w 289"/>
                <a:gd name="T23" fmla="*/ 81 h 289"/>
                <a:gd name="T24" fmla="*/ 224 w 289"/>
                <a:gd name="T25" fmla="*/ 95 h 289"/>
                <a:gd name="T26" fmla="*/ 263 w 289"/>
                <a:gd name="T27" fmla="*/ 56 h 289"/>
                <a:gd name="T28" fmla="*/ 273 w 289"/>
                <a:gd name="T29" fmla="*/ 54 h 289"/>
                <a:gd name="T30" fmla="*/ 280 w 289"/>
                <a:gd name="T31" fmla="*/ 60 h 289"/>
                <a:gd name="T32" fmla="*/ 273 w 289"/>
                <a:gd name="T33" fmla="*/ 133 h 289"/>
                <a:gd name="T34" fmla="*/ 273 w 289"/>
                <a:gd name="T35" fmla="*/ 133 h 289"/>
                <a:gd name="T36" fmla="*/ 260 w 289"/>
                <a:gd name="T37" fmla="*/ 149 h 289"/>
                <a:gd name="T38" fmla="*/ 178 w 289"/>
                <a:gd name="T39" fmla="*/ 171 h 289"/>
                <a:gd name="T40" fmla="*/ 73 w 289"/>
                <a:gd name="T41" fmla="*/ 276 h 289"/>
                <a:gd name="T42" fmla="*/ 43 w 289"/>
                <a:gd name="T43" fmla="*/ 289 h 289"/>
                <a:gd name="T44" fmla="*/ 200 w 289"/>
                <a:gd name="T45" fmla="*/ 25 h 289"/>
                <a:gd name="T46" fmla="*/ 167 w 289"/>
                <a:gd name="T47" fmla="*/ 34 h 289"/>
                <a:gd name="T48" fmla="*/ 155 w 289"/>
                <a:gd name="T49" fmla="*/ 44 h 289"/>
                <a:gd name="T50" fmla="*/ 140 w 289"/>
                <a:gd name="T51" fmla="*/ 110 h 289"/>
                <a:gd name="T52" fmla="*/ 137 w 289"/>
                <a:gd name="T53" fmla="*/ 122 h 289"/>
                <a:gd name="T54" fmla="*/ 28 w 289"/>
                <a:gd name="T55" fmla="*/ 231 h 289"/>
                <a:gd name="T56" fmla="*/ 22 w 289"/>
                <a:gd name="T57" fmla="*/ 246 h 289"/>
                <a:gd name="T58" fmla="*/ 28 w 289"/>
                <a:gd name="T59" fmla="*/ 261 h 289"/>
                <a:gd name="T60" fmla="*/ 58 w 289"/>
                <a:gd name="T61" fmla="*/ 261 h 289"/>
                <a:gd name="T62" fmla="*/ 167 w 289"/>
                <a:gd name="T63" fmla="*/ 152 h 289"/>
                <a:gd name="T64" fmla="*/ 179 w 289"/>
                <a:gd name="T65" fmla="*/ 149 h 289"/>
                <a:gd name="T66" fmla="*/ 245 w 289"/>
                <a:gd name="T67" fmla="*/ 134 h 289"/>
                <a:gd name="T68" fmla="*/ 255 w 289"/>
                <a:gd name="T69" fmla="*/ 122 h 289"/>
                <a:gd name="T70" fmla="*/ 255 w 289"/>
                <a:gd name="T71" fmla="*/ 122 h 289"/>
                <a:gd name="T72" fmla="*/ 264 w 289"/>
                <a:gd name="T73" fmla="*/ 85 h 289"/>
                <a:gd name="T74" fmla="*/ 232 w 289"/>
                <a:gd name="T75" fmla="*/ 117 h 289"/>
                <a:gd name="T76" fmla="*/ 219 w 289"/>
                <a:gd name="T77" fmla="*/ 118 h 289"/>
                <a:gd name="T78" fmla="*/ 192 w 289"/>
                <a:gd name="T79" fmla="*/ 96 h 289"/>
                <a:gd name="T80" fmla="*/ 171 w 289"/>
                <a:gd name="T81" fmla="*/ 70 h 289"/>
                <a:gd name="T82" fmla="*/ 172 w 289"/>
                <a:gd name="T83" fmla="*/ 56 h 289"/>
                <a:gd name="T84" fmla="*/ 204 w 289"/>
                <a:gd name="T85" fmla="*/ 25 h 289"/>
                <a:gd name="T86" fmla="*/ 200 w 289"/>
                <a:gd name="T87" fmla="*/ 25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89" h="289">
                  <a:moveTo>
                    <a:pt x="43" y="289"/>
                  </a:moveTo>
                  <a:cubicBezTo>
                    <a:pt x="32" y="289"/>
                    <a:pt x="21" y="284"/>
                    <a:pt x="13" y="276"/>
                  </a:cubicBezTo>
                  <a:cubicBezTo>
                    <a:pt x="5" y="268"/>
                    <a:pt x="0" y="257"/>
                    <a:pt x="0" y="246"/>
                  </a:cubicBezTo>
                  <a:cubicBezTo>
                    <a:pt x="0" y="235"/>
                    <a:pt x="5" y="224"/>
                    <a:pt x="13" y="216"/>
                  </a:cubicBezTo>
                  <a:cubicBezTo>
                    <a:pt x="118" y="111"/>
                    <a:pt x="118" y="111"/>
                    <a:pt x="118" y="111"/>
                  </a:cubicBezTo>
                  <a:cubicBezTo>
                    <a:pt x="110" y="82"/>
                    <a:pt x="118" y="50"/>
                    <a:pt x="140" y="29"/>
                  </a:cubicBezTo>
                  <a:cubicBezTo>
                    <a:pt x="144" y="24"/>
                    <a:pt x="150" y="20"/>
                    <a:pt x="156" y="16"/>
                  </a:cubicBezTo>
                  <a:cubicBezTo>
                    <a:pt x="178" y="3"/>
                    <a:pt x="204" y="0"/>
                    <a:pt x="229" y="9"/>
                  </a:cubicBezTo>
                  <a:cubicBezTo>
                    <a:pt x="232" y="10"/>
                    <a:pt x="235" y="13"/>
                    <a:pt x="235" y="16"/>
                  </a:cubicBezTo>
                  <a:cubicBezTo>
                    <a:pt x="236" y="20"/>
                    <a:pt x="235" y="24"/>
                    <a:pt x="233" y="26"/>
                  </a:cubicBezTo>
                  <a:cubicBezTo>
                    <a:pt x="194" y="65"/>
                    <a:pt x="194" y="65"/>
                    <a:pt x="194" y="65"/>
                  </a:cubicBezTo>
                  <a:cubicBezTo>
                    <a:pt x="198" y="71"/>
                    <a:pt x="203" y="76"/>
                    <a:pt x="208" y="81"/>
                  </a:cubicBezTo>
                  <a:cubicBezTo>
                    <a:pt x="213" y="86"/>
                    <a:pt x="218" y="91"/>
                    <a:pt x="224" y="95"/>
                  </a:cubicBezTo>
                  <a:cubicBezTo>
                    <a:pt x="263" y="56"/>
                    <a:pt x="263" y="56"/>
                    <a:pt x="263" y="56"/>
                  </a:cubicBezTo>
                  <a:cubicBezTo>
                    <a:pt x="265" y="54"/>
                    <a:pt x="269" y="53"/>
                    <a:pt x="273" y="54"/>
                  </a:cubicBezTo>
                  <a:cubicBezTo>
                    <a:pt x="276" y="54"/>
                    <a:pt x="279" y="57"/>
                    <a:pt x="280" y="60"/>
                  </a:cubicBezTo>
                  <a:cubicBezTo>
                    <a:pt x="289" y="85"/>
                    <a:pt x="286" y="111"/>
                    <a:pt x="273" y="133"/>
                  </a:cubicBezTo>
                  <a:cubicBezTo>
                    <a:pt x="273" y="133"/>
                    <a:pt x="273" y="133"/>
                    <a:pt x="273" y="133"/>
                  </a:cubicBezTo>
                  <a:cubicBezTo>
                    <a:pt x="269" y="139"/>
                    <a:pt x="265" y="145"/>
                    <a:pt x="260" y="149"/>
                  </a:cubicBezTo>
                  <a:cubicBezTo>
                    <a:pt x="239" y="171"/>
                    <a:pt x="207" y="179"/>
                    <a:pt x="178" y="171"/>
                  </a:cubicBezTo>
                  <a:cubicBezTo>
                    <a:pt x="73" y="276"/>
                    <a:pt x="73" y="276"/>
                    <a:pt x="73" y="276"/>
                  </a:cubicBezTo>
                  <a:cubicBezTo>
                    <a:pt x="65" y="284"/>
                    <a:pt x="54" y="289"/>
                    <a:pt x="43" y="289"/>
                  </a:cubicBezTo>
                  <a:close/>
                  <a:moveTo>
                    <a:pt x="200" y="25"/>
                  </a:moveTo>
                  <a:cubicBezTo>
                    <a:pt x="188" y="25"/>
                    <a:pt x="177" y="28"/>
                    <a:pt x="167" y="34"/>
                  </a:cubicBezTo>
                  <a:cubicBezTo>
                    <a:pt x="162" y="37"/>
                    <a:pt x="158" y="40"/>
                    <a:pt x="155" y="44"/>
                  </a:cubicBezTo>
                  <a:cubicBezTo>
                    <a:pt x="137" y="61"/>
                    <a:pt x="132" y="87"/>
                    <a:pt x="140" y="110"/>
                  </a:cubicBezTo>
                  <a:cubicBezTo>
                    <a:pt x="141" y="114"/>
                    <a:pt x="140" y="119"/>
                    <a:pt x="137" y="122"/>
                  </a:cubicBezTo>
                  <a:cubicBezTo>
                    <a:pt x="28" y="231"/>
                    <a:pt x="28" y="231"/>
                    <a:pt x="28" y="231"/>
                  </a:cubicBezTo>
                  <a:cubicBezTo>
                    <a:pt x="24" y="235"/>
                    <a:pt x="22" y="240"/>
                    <a:pt x="22" y="246"/>
                  </a:cubicBezTo>
                  <a:cubicBezTo>
                    <a:pt x="22" y="252"/>
                    <a:pt x="24" y="257"/>
                    <a:pt x="28" y="261"/>
                  </a:cubicBezTo>
                  <a:cubicBezTo>
                    <a:pt x="36" y="269"/>
                    <a:pt x="50" y="269"/>
                    <a:pt x="58" y="261"/>
                  </a:cubicBezTo>
                  <a:cubicBezTo>
                    <a:pt x="167" y="152"/>
                    <a:pt x="167" y="152"/>
                    <a:pt x="167" y="152"/>
                  </a:cubicBezTo>
                  <a:cubicBezTo>
                    <a:pt x="170" y="149"/>
                    <a:pt x="175" y="148"/>
                    <a:pt x="179" y="149"/>
                  </a:cubicBezTo>
                  <a:cubicBezTo>
                    <a:pt x="202" y="157"/>
                    <a:pt x="228" y="152"/>
                    <a:pt x="245" y="134"/>
                  </a:cubicBezTo>
                  <a:cubicBezTo>
                    <a:pt x="249" y="131"/>
                    <a:pt x="252" y="127"/>
                    <a:pt x="255" y="122"/>
                  </a:cubicBezTo>
                  <a:cubicBezTo>
                    <a:pt x="255" y="122"/>
                    <a:pt x="255" y="122"/>
                    <a:pt x="255" y="122"/>
                  </a:cubicBezTo>
                  <a:cubicBezTo>
                    <a:pt x="261" y="111"/>
                    <a:pt x="265" y="98"/>
                    <a:pt x="264" y="85"/>
                  </a:cubicBezTo>
                  <a:cubicBezTo>
                    <a:pt x="232" y="117"/>
                    <a:pt x="232" y="117"/>
                    <a:pt x="232" y="117"/>
                  </a:cubicBezTo>
                  <a:cubicBezTo>
                    <a:pt x="229" y="120"/>
                    <a:pt x="223" y="121"/>
                    <a:pt x="219" y="118"/>
                  </a:cubicBezTo>
                  <a:cubicBezTo>
                    <a:pt x="210" y="112"/>
                    <a:pt x="201" y="105"/>
                    <a:pt x="192" y="96"/>
                  </a:cubicBezTo>
                  <a:cubicBezTo>
                    <a:pt x="184" y="88"/>
                    <a:pt x="177" y="79"/>
                    <a:pt x="171" y="70"/>
                  </a:cubicBezTo>
                  <a:cubicBezTo>
                    <a:pt x="168" y="66"/>
                    <a:pt x="169" y="60"/>
                    <a:pt x="172" y="56"/>
                  </a:cubicBezTo>
                  <a:cubicBezTo>
                    <a:pt x="204" y="25"/>
                    <a:pt x="204" y="25"/>
                    <a:pt x="204" y="25"/>
                  </a:cubicBezTo>
                  <a:cubicBezTo>
                    <a:pt x="202" y="25"/>
                    <a:pt x="201" y="25"/>
                    <a:pt x="200" y="25"/>
                  </a:cubicBezTo>
                  <a:close/>
                </a:path>
              </a:pathLst>
            </a:custGeom>
            <a:solidFill>
              <a:schemeClr val="accent1"/>
            </a:solidFill>
            <a:ln>
              <a:noFill/>
            </a:ln>
            <a:extLst>
              <a:ext uri="{91240B29-F687-4f45-9708-019B960494DF}">
                <a14:hiddenLine xmlns="" xmlns:a14="http://schemas.microsoft.com/office/drawing/2010/main" xmlns:p14="http://schemas.microsoft.com/office/powerpoint/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en-GB" sz="1100">
                <a:solidFill>
                  <a:prstClr val="black"/>
                </a:solidFill>
              </a:endParaRPr>
            </a:p>
          </p:txBody>
        </p:sp>
        <p:sp>
          <p:nvSpPr>
            <p:cNvPr id="30" name="Freeform 287">
              <a:extLst>
                <a:ext uri="{FF2B5EF4-FFF2-40B4-BE49-F238E27FC236}">
                  <a16:creationId xmlns:a16="http://schemas.microsoft.com/office/drawing/2014/main" id="{C399076D-C063-7246-BEA9-DD8573EE1019}"/>
                </a:ext>
              </a:extLst>
            </p:cNvPr>
            <p:cNvSpPr>
              <a:spLocks noEditPoints="1"/>
            </p:cNvSpPr>
            <p:nvPr/>
          </p:nvSpPr>
          <p:spPr bwMode="auto">
            <a:xfrm>
              <a:off x="441252" y="3152900"/>
              <a:ext cx="322835" cy="321888"/>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solidFill>
              <a:schemeClr val="accent1"/>
            </a:solidFill>
            <a:ln>
              <a:noFill/>
            </a:ln>
            <a:extLst>
              <a:ext uri="{91240B29-F687-4f45-9708-019B960494DF}">
                <a14:hiddenLine xmlns="" xmlns:a14="http://schemas.microsoft.com/office/drawing/2010/main" xmlns:p14="http://schemas.microsoft.com/office/powerpoint/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en-GB" sz="1100">
                <a:solidFill>
                  <a:prstClr val="black"/>
                </a:solidFill>
              </a:endParaRPr>
            </a:p>
          </p:txBody>
        </p:sp>
      </p:grpSp>
      <p:sp>
        <p:nvSpPr>
          <p:cNvPr id="39" name="Text Placeholder 2">
            <a:extLst>
              <a:ext uri="{FF2B5EF4-FFF2-40B4-BE49-F238E27FC236}">
                <a16:creationId xmlns:a16="http://schemas.microsoft.com/office/drawing/2014/main" id="{EE12DA01-0A92-4347-A48F-74843B7ADA58}"/>
              </a:ext>
            </a:extLst>
          </p:cNvPr>
          <p:cNvSpPr>
            <a:spLocks noGrp="1"/>
          </p:cNvSpPr>
          <p:nvPr>
            <p:ph type="body" sz="quarter" idx="15" hasCustomPrompt="1"/>
          </p:nvPr>
        </p:nvSpPr>
        <p:spPr>
          <a:xfrm>
            <a:off x="478021" y="1751705"/>
            <a:ext cx="11049174" cy="563733"/>
          </a:xfrm>
        </p:spPr>
        <p:txBody>
          <a:bodyPr anchor="t"/>
          <a:lstStyle>
            <a:lvl1pPr>
              <a:defRPr sz="1400" b="0" i="0">
                <a:latin typeface="Open Sans Light" panose="020B0306030504020204" pitchFamily="34" charset="0"/>
                <a:ea typeface="Open Sans Light" panose="020B0306030504020204" pitchFamily="34" charset="0"/>
                <a:cs typeface="Open Sans Light" panose="020B0306030504020204" pitchFamily="34" charset="0"/>
              </a:defRPr>
            </a:lvl1pPr>
          </a:lstStyle>
          <a:p>
            <a:r>
              <a:rPr lang="en-US" sz="1200">
                <a:solidFill>
                  <a:schemeClr val="tx1"/>
                </a:solidFill>
              </a:rPr>
              <a:t>text</a:t>
            </a:r>
          </a:p>
        </p:txBody>
      </p:sp>
      <p:sp>
        <p:nvSpPr>
          <p:cNvPr id="40" name="Text Placeholder 2">
            <a:extLst>
              <a:ext uri="{FF2B5EF4-FFF2-40B4-BE49-F238E27FC236}">
                <a16:creationId xmlns:a16="http://schemas.microsoft.com/office/drawing/2014/main" id="{0DFB94D7-B1EE-1245-8104-E14D1EE410AC}"/>
              </a:ext>
            </a:extLst>
          </p:cNvPr>
          <p:cNvSpPr>
            <a:spLocks noGrp="1"/>
          </p:cNvSpPr>
          <p:nvPr>
            <p:ph type="body" sz="quarter" idx="16" hasCustomPrompt="1"/>
          </p:nvPr>
        </p:nvSpPr>
        <p:spPr>
          <a:xfrm>
            <a:off x="478021" y="3085492"/>
            <a:ext cx="3542552" cy="2400543"/>
          </a:xfrm>
        </p:spPr>
        <p:txBody>
          <a:bodyPr lIns="91440" tIns="91440" rIns="91440" bIns="91440" anchor="t"/>
          <a:lstStyle>
            <a:lvl1pPr marL="127000" indent="-127000">
              <a:lnSpc>
                <a:spcPts val="1600"/>
              </a:lnSpc>
              <a:spcAft>
                <a:spcPts val="0"/>
              </a:spcAft>
              <a:buSzPct val="70000"/>
              <a:buFont typeface="Arial" panose="020B0604020202020204" pitchFamily="34" charset="0"/>
              <a:buChar char="•"/>
              <a:defRPr sz="1400" b="0" i="0">
                <a:latin typeface="Open Sans Light" panose="020B0306030504020204" pitchFamily="34" charset="0"/>
                <a:ea typeface="Open Sans Light" panose="020B0306030504020204" pitchFamily="34" charset="0"/>
                <a:cs typeface="Open Sans Light" panose="020B0306030504020204" pitchFamily="34" charset="0"/>
              </a:defRPr>
            </a:lvl1pPr>
            <a:lvl2pPr>
              <a:defRPr lang="en-US" sz="1050" b="0" kern="1200" dirty="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lvl2pPr>
          </a:lstStyle>
          <a:p>
            <a:pPr marL="171450" lvl="1" indent="-171450" algn="l" defTabSz="1219170" rtl="0" eaLnBrk="1" latinLnBrk="0" hangingPunct="1">
              <a:lnSpc>
                <a:spcPts val="1500"/>
              </a:lnSpc>
              <a:spcBef>
                <a:spcPts val="0"/>
              </a:spcBef>
              <a:spcAft>
                <a:spcPts val="0"/>
              </a:spcAft>
              <a:buClr>
                <a:schemeClr val="tx1"/>
              </a:buClr>
              <a:buSzTx/>
              <a:buFont typeface="Arial" panose="020B0604020202020204" pitchFamily="34" charset="0"/>
              <a:buChar char="•"/>
              <a:defRPr/>
            </a:pPr>
            <a:r>
              <a:rPr lang="en-US" sz="1200">
                <a:solidFill>
                  <a:schemeClr val="tx1"/>
                </a:solidFill>
              </a:rPr>
              <a:t>text</a:t>
            </a:r>
          </a:p>
        </p:txBody>
      </p:sp>
      <p:sp>
        <p:nvSpPr>
          <p:cNvPr id="41" name="Text Placeholder 2">
            <a:extLst>
              <a:ext uri="{FF2B5EF4-FFF2-40B4-BE49-F238E27FC236}">
                <a16:creationId xmlns:a16="http://schemas.microsoft.com/office/drawing/2014/main" id="{9610F47C-EEC1-F747-8F99-A9AFC6A54322}"/>
              </a:ext>
            </a:extLst>
          </p:cNvPr>
          <p:cNvSpPr>
            <a:spLocks noGrp="1"/>
          </p:cNvSpPr>
          <p:nvPr>
            <p:ph type="body" sz="quarter" idx="17" hasCustomPrompt="1"/>
          </p:nvPr>
        </p:nvSpPr>
        <p:spPr>
          <a:xfrm>
            <a:off x="4207540" y="3085492"/>
            <a:ext cx="3542552" cy="2418831"/>
          </a:xfrm>
        </p:spPr>
        <p:txBody>
          <a:bodyPr lIns="91440" tIns="91440" rIns="91440" bIns="91440" anchor="t"/>
          <a:lstStyle>
            <a:lvl1pPr marL="91440" indent="-91440">
              <a:lnSpc>
                <a:spcPts val="1600"/>
              </a:lnSpc>
              <a:spcAft>
                <a:spcPts val="0"/>
              </a:spcAft>
              <a:buSzPct val="70000"/>
              <a:buFont typeface="Arial" panose="020B0604020202020204" pitchFamily="34" charset="0"/>
              <a:buChar char="•"/>
              <a:defRPr sz="1400" b="0" i="0">
                <a:latin typeface="Open Sans Light" panose="020B0306030504020204" pitchFamily="34" charset="0"/>
                <a:ea typeface="Open Sans Light" panose="020B0306030504020204" pitchFamily="34" charset="0"/>
                <a:cs typeface="Open Sans Light" panose="020B0306030504020204" pitchFamily="34" charset="0"/>
              </a:defRPr>
            </a:lvl1pPr>
          </a:lstStyle>
          <a:p>
            <a:r>
              <a:rPr lang="en-US" sz="1200">
                <a:solidFill>
                  <a:schemeClr val="tx1"/>
                </a:solidFill>
              </a:rPr>
              <a:t>text</a:t>
            </a:r>
          </a:p>
        </p:txBody>
      </p:sp>
      <p:sp>
        <p:nvSpPr>
          <p:cNvPr id="42" name="Text Placeholder 2">
            <a:extLst>
              <a:ext uri="{FF2B5EF4-FFF2-40B4-BE49-F238E27FC236}">
                <a16:creationId xmlns:a16="http://schemas.microsoft.com/office/drawing/2014/main" id="{41149A62-5556-7346-ADAE-7AB707D27AA1}"/>
              </a:ext>
            </a:extLst>
          </p:cNvPr>
          <p:cNvSpPr>
            <a:spLocks noGrp="1"/>
          </p:cNvSpPr>
          <p:nvPr>
            <p:ph type="body" sz="quarter" idx="18" hasCustomPrompt="1"/>
          </p:nvPr>
        </p:nvSpPr>
        <p:spPr>
          <a:xfrm>
            <a:off x="7978156" y="3085491"/>
            <a:ext cx="3542552" cy="2443082"/>
          </a:xfrm>
        </p:spPr>
        <p:txBody>
          <a:bodyPr lIns="91440" tIns="91440" rIns="91440" bIns="91440" anchor="t"/>
          <a:lstStyle>
            <a:lvl1pPr marL="91440" indent="-91440">
              <a:lnSpc>
                <a:spcPts val="1600"/>
              </a:lnSpc>
              <a:spcAft>
                <a:spcPts val="0"/>
              </a:spcAft>
              <a:buSzPct val="70000"/>
              <a:buFont typeface="Arial" panose="020B0604020202020204" pitchFamily="34" charset="0"/>
              <a:buChar char="•"/>
              <a:defRPr sz="1400" b="0" i="0">
                <a:latin typeface="Open Sans Light" panose="020B0306030504020204" pitchFamily="34" charset="0"/>
                <a:ea typeface="Open Sans Light" panose="020B0306030504020204" pitchFamily="34" charset="0"/>
                <a:cs typeface="Open Sans Light" panose="020B0306030504020204" pitchFamily="34" charset="0"/>
              </a:defRPr>
            </a:lvl1pPr>
          </a:lstStyle>
          <a:p>
            <a:r>
              <a:rPr lang="en-US" sz="1200">
                <a:solidFill>
                  <a:schemeClr val="tx1"/>
                </a:solidFill>
              </a:rPr>
              <a:t>text</a:t>
            </a:r>
          </a:p>
        </p:txBody>
      </p:sp>
      <p:cxnSp>
        <p:nvCxnSpPr>
          <p:cNvPr id="34" name="Straight Connector 33">
            <a:extLst>
              <a:ext uri="{FF2B5EF4-FFF2-40B4-BE49-F238E27FC236}">
                <a16:creationId xmlns:a16="http://schemas.microsoft.com/office/drawing/2014/main" id="{574015B0-D136-4BE4-AD0A-B82A6EA61BCB}"/>
              </a:ext>
            </a:extLst>
          </p:cNvPr>
          <p:cNvCxnSpPr>
            <a:cxnSpLocks/>
          </p:cNvCxnSpPr>
          <p:nvPr userDrawn="1"/>
        </p:nvCxnSpPr>
        <p:spPr>
          <a:xfrm>
            <a:off x="469900" y="5681590"/>
            <a:ext cx="11078068"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762F1E81-0579-416F-A9AB-302F74C3497D}"/>
              </a:ext>
            </a:extLst>
          </p:cNvPr>
          <p:cNvSpPr txBox="1"/>
          <p:nvPr userDrawn="1"/>
        </p:nvSpPr>
        <p:spPr>
          <a:xfrm>
            <a:off x="783215" y="1371899"/>
            <a:ext cx="3093901" cy="307777"/>
          </a:xfrm>
          <a:prstGeom prst="rect">
            <a:avLst/>
          </a:prstGeom>
          <a:noFill/>
        </p:spPr>
        <p:txBody>
          <a:bodyPr wrap="square" rtlCol="0" anchor="ctr">
            <a:spAutoFit/>
          </a:bodyPr>
          <a:lstStyle/>
          <a:p>
            <a:pPr fontAlgn="base">
              <a:spcBef>
                <a:spcPct val="0"/>
              </a:spcBef>
              <a:spcAft>
                <a:spcPct val="0"/>
              </a:spcAft>
            </a:pPr>
            <a:r>
              <a:rPr lang="en-US" sz="1400" b="1">
                <a:latin typeface="Open Sans ExtraBold" panose="020B0606030504020204" pitchFamily="34" charset="0"/>
                <a:ea typeface="Open Sans ExtraBold" panose="020B0606030504020204" pitchFamily="34" charset="0"/>
                <a:cs typeface="Open Sans ExtraBold" panose="020B0606030504020204" pitchFamily="34" charset="0"/>
              </a:rPr>
              <a:t>ENGAGEMENT SUMMARY</a:t>
            </a:r>
          </a:p>
        </p:txBody>
      </p:sp>
      <p:sp>
        <p:nvSpPr>
          <p:cNvPr id="32" name="Title 1">
            <a:extLst>
              <a:ext uri="{FF2B5EF4-FFF2-40B4-BE49-F238E27FC236}">
                <a16:creationId xmlns:a16="http://schemas.microsoft.com/office/drawing/2014/main" id="{792822E7-5761-4C57-9902-AFDB3401F642}"/>
              </a:ext>
            </a:extLst>
          </p:cNvPr>
          <p:cNvSpPr txBox="1">
            <a:spLocks/>
          </p:cNvSpPr>
          <p:nvPr userDrawn="1"/>
        </p:nvSpPr>
        <p:spPr bwMode="auto">
          <a:xfrm>
            <a:off x="854879" y="2725789"/>
            <a:ext cx="3159980" cy="215444"/>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gn="l" defTabSz="957263" rtl="0" eaLnBrk="1" fontAlgn="base" hangingPunct="1">
              <a:lnSpc>
                <a:spcPct val="106000"/>
              </a:lnSpc>
              <a:spcBef>
                <a:spcPct val="0"/>
              </a:spcBef>
              <a:spcAft>
                <a:spcPct val="0"/>
              </a:spcAft>
              <a:defRPr b="1" kern="1200">
                <a:solidFill>
                  <a:schemeClr val="tx2"/>
                </a:solidFill>
                <a:latin typeface="+mj-lt"/>
                <a:ea typeface="+mj-ea"/>
                <a:cs typeface="+mj-cs"/>
              </a:defRPr>
            </a:lvl1pPr>
            <a:lvl2pPr algn="l" defTabSz="957263" rtl="0" eaLnBrk="1" fontAlgn="base" hangingPunct="1">
              <a:lnSpc>
                <a:spcPct val="106000"/>
              </a:lnSpc>
              <a:spcBef>
                <a:spcPct val="0"/>
              </a:spcBef>
              <a:spcAft>
                <a:spcPct val="0"/>
              </a:spcAft>
              <a:defRPr b="1">
                <a:solidFill>
                  <a:schemeClr val="tx2"/>
                </a:solidFill>
                <a:latin typeface="Arial" charset="0"/>
              </a:defRPr>
            </a:lvl2pPr>
            <a:lvl3pPr algn="l" defTabSz="957263" rtl="0" eaLnBrk="1" fontAlgn="base" hangingPunct="1">
              <a:lnSpc>
                <a:spcPct val="106000"/>
              </a:lnSpc>
              <a:spcBef>
                <a:spcPct val="0"/>
              </a:spcBef>
              <a:spcAft>
                <a:spcPct val="0"/>
              </a:spcAft>
              <a:defRPr b="1">
                <a:solidFill>
                  <a:schemeClr val="tx2"/>
                </a:solidFill>
                <a:latin typeface="Arial" charset="0"/>
              </a:defRPr>
            </a:lvl3pPr>
            <a:lvl4pPr algn="l" defTabSz="957263" rtl="0" eaLnBrk="1" fontAlgn="base" hangingPunct="1">
              <a:lnSpc>
                <a:spcPct val="106000"/>
              </a:lnSpc>
              <a:spcBef>
                <a:spcPct val="0"/>
              </a:spcBef>
              <a:spcAft>
                <a:spcPct val="0"/>
              </a:spcAft>
              <a:defRPr b="1">
                <a:solidFill>
                  <a:schemeClr val="tx2"/>
                </a:solidFill>
                <a:latin typeface="Arial" charset="0"/>
              </a:defRPr>
            </a:lvl4pPr>
            <a:lvl5pPr algn="l" defTabSz="957263" rtl="0" eaLnBrk="1" fontAlgn="base" hangingPunct="1">
              <a:lnSpc>
                <a:spcPct val="106000"/>
              </a:lnSpc>
              <a:spcBef>
                <a:spcPct val="0"/>
              </a:spcBef>
              <a:spcAft>
                <a:spcPct val="0"/>
              </a:spcAft>
              <a:defRPr b="1">
                <a:solidFill>
                  <a:schemeClr val="tx2"/>
                </a:solidFill>
                <a:latin typeface="Arial" charset="0"/>
              </a:defRPr>
            </a:lvl5pPr>
            <a:lvl6pPr marL="429756" algn="l" rtl="0" eaLnBrk="1" fontAlgn="base" hangingPunct="1">
              <a:spcBef>
                <a:spcPct val="0"/>
              </a:spcBef>
              <a:spcAft>
                <a:spcPct val="0"/>
              </a:spcAft>
              <a:defRPr sz="2300" b="1">
                <a:solidFill>
                  <a:schemeClr val="accent1"/>
                </a:solidFill>
                <a:latin typeface="Arial" charset="0"/>
              </a:defRPr>
            </a:lvl6pPr>
            <a:lvl7pPr marL="859512" algn="l" rtl="0" eaLnBrk="1" fontAlgn="base" hangingPunct="1">
              <a:spcBef>
                <a:spcPct val="0"/>
              </a:spcBef>
              <a:spcAft>
                <a:spcPct val="0"/>
              </a:spcAft>
              <a:defRPr sz="2300" b="1">
                <a:solidFill>
                  <a:schemeClr val="accent1"/>
                </a:solidFill>
                <a:latin typeface="Arial" charset="0"/>
              </a:defRPr>
            </a:lvl7pPr>
            <a:lvl8pPr marL="1289268" algn="l" rtl="0" eaLnBrk="1" fontAlgn="base" hangingPunct="1">
              <a:spcBef>
                <a:spcPct val="0"/>
              </a:spcBef>
              <a:spcAft>
                <a:spcPct val="0"/>
              </a:spcAft>
              <a:defRPr sz="2300" b="1">
                <a:solidFill>
                  <a:schemeClr val="accent1"/>
                </a:solidFill>
                <a:latin typeface="Arial" charset="0"/>
              </a:defRPr>
            </a:lvl8pPr>
            <a:lvl9pPr marL="1719024" algn="l" rtl="0" eaLnBrk="1" fontAlgn="base" hangingPunct="1">
              <a:spcBef>
                <a:spcPct val="0"/>
              </a:spcBef>
              <a:spcAft>
                <a:spcPct val="0"/>
              </a:spcAft>
              <a:defRPr sz="2300" b="1">
                <a:solidFill>
                  <a:schemeClr val="accent1"/>
                </a:solidFill>
                <a:latin typeface="Arial" charset="0"/>
              </a:defRPr>
            </a:lvl9pPr>
          </a:lstStyle>
          <a:p>
            <a:pPr defTabSz="1219170">
              <a:lnSpc>
                <a:spcPct val="100000"/>
              </a:lnSpc>
            </a:pPr>
            <a:r>
              <a:rPr lang="en-US" sz="1400">
                <a:solidFill>
                  <a:schemeClr val="accent1"/>
                </a:solidFill>
                <a:latin typeface="Open Sans Extrabold" panose="020B0606030504020204" pitchFamily="34" charset="0"/>
                <a:ea typeface="Open Sans Extrabold" panose="020B0606030504020204" pitchFamily="34" charset="0"/>
                <a:cs typeface="Open Sans Extrabold" panose="020B0606030504020204" pitchFamily="34" charset="0"/>
              </a:rPr>
              <a:t>BUSINESS ISSUE</a:t>
            </a:r>
          </a:p>
        </p:txBody>
      </p:sp>
      <p:sp>
        <p:nvSpPr>
          <p:cNvPr id="33" name="Title 1">
            <a:extLst>
              <a:ext uri="{FF2B5EF4-FFF2-40B4-BE49-F238E27FC236}">
                <a16:creationId xmlns:a16="http://schemas.microsoft.com/office/drawing/2014/main" id="{73A11992-AE8E-4E55-9943-E91AF00F4394}"/>
              </a:ext>
            </a:extLst>
          </p:cNvPr>
          <p:cNvSpPr txBox="1">
            <a:spLocks/>
          </p:cNvSpPr>
          <p:nvPr userDrawn="1"/>
        </p:nvSpPr>
        <p:spPr bwMode="auto">
          <a:xfrm>
            <a:off x="4627157" y="2725789"/>
            <a:ext cx="3273983" cy="215444"/>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gn="l" defTabSz="957263" rtl="0" eaLnBrk="1" fontAlgn="base" hangingPunct="1">
              <a:lnSpc>
                <a:spcPct val="106000"/>
              </a:lnSpc>
              <a:spcBef>
                <a:spcPct val="0"/>
              </a:spcBef>
              <a:spcAft>
                <a:spcPct val="0"/>
              </a:spcAft>
              <a:defRPr b="1" kern="1200">
                <a:solidFill>
                  <a:schemeClr val="tx2"/>
                </a:solidFill>
                <a:latin typeface="+mj-lt"/>
                <a:ea typeface="+mj-ea"/>
                <a:cs typeface="+mj-cs"/>
              </a:defRPr>
            </a:lvl1pPr>
            <a:lvl2pPr algn="l" defTabSz="957263" rtl="0" eaLnBrk="1" fontAlgn="base" hangingPunct="1">
              <a:lnSpc>
                <a:spcPct val="106000"/>
              </a:lnSpc>
              <a:spcBef>
                <a:spcPct val="0"/>
              </a:spcBef>
              <a:spcAft>
                <a:spcPct val="0"/>
              </a:spcAft>
              <a:defRPr b="1">
                <a:solidFill>
                  <a:schemeClr val="tx2"/>
                </a:solidFill>
                <a:latin typeface="Arial" charset="0"/>
              </a:defRPr>
            </a:lvl2pPr>
            <a:lvl3pPr algn="l" defTabSz="957263" rtl="0" eaLnBrk="1" fontAlgn="base" hangingPunct="1">
              <a:lnSpc>
                <a:spcPct val="106000"/>
              </a:lnSpc>
              <a:spcBef>
                <a:spcPct val="0"/>
              </a:spcBef>
              <a:spcAft>
                <a:spcPct val="0"/>
              </a:spcAft>
              <a:defRPr b="1">
                <a:solidFill>
                  <a:schemeClr val="tx2"/>
                </a:solidFill>
                <a:latin typeface="Arial" charset="0"/>
              </a:defRPr>
            </a:lvl3pPr>
            <a:lvl4pPr algn="l" defTabSz="957263" rtl="0" eaLnBrk="1" fontAlgn="base" hangingPunct="1">
              <a:lnSpc>
                <a:spcPct val="106000"/>
              </a:lnSpc>
              <a:spcBef>
                <a:spcPct val="0"/>
              </a:spcBef>
              <a:spcAft>
                <a:spcPct val="0"/>
              </a:spcAft>
              <a:defRPr b="1">
                <a:solidFill>
                  <a:schemeClr val="tx2"/>
                </a:solidFill>
                <a:latin typeface="Arial" charset="0"/>
              </a:defRPr>
            </a:lvl4pPr>
            <a:lvl5pPr algn="l" defTabSz="957263" rtl="0" eaLnBrk="1" fontAlgn="base" hangingPunct="1">
              <a:lnSpc>
                <a:spcPct val="106000"/>
              </a:lnSpc>
              <a:spcBef>
                <a:spcPct val="0"/>
              </a:spcBef>
              <a:spcAft>
                <a:spcPct val="0"/>
              </a:spcAft>
              <a:defRPr b="1">
                <a:solidFill>
                  <a:schemeClr val="tx2"/>
                </a:solidFill>
                <a:latin typeface="Arial" charset="0"/>
              </a:defRPr>
            </a:lvl5pPr>
            <a:lvl6pPr marL="429756" algn="l" rtl="0" eaLnBrk="1" fontAlgn="base" hangingPunct="1">
              <a:spcBef>
                <a:spcPct val="0"/>
              </a:spcBef>
              <a:spcAft>
                <a:spcPct val="0"/>
              </a:spcAft>
              <a:defRPr sz="2300" b="1">
                <a:solidFill>
                  <a:schemeClr val="accent1"/>
                </a:solidFill>
                <a:latin typeface="Arial" charset="0"/>
              </a:defRPr>
            </a:lvl6pPr>
            <a:lvl7pPr marL="859512" algn="l" rtl="0" eaLnBrk="1" fontAlgn="base" hangingPunct="1">
              <a:spcBef>
                <a:spcPct val="0"/>
              </a:spcBef>
              <a:spcAft>
                <a:spcPct val="0"/>
              </a:spcAft>
              <a:defRPr sz="2300" b="1">
                <a:solidFill>
                  <a:schemeClr val="accent1"/>
                </a:solidFill>
                <a:latin typeface="Arial" charset="0"/>
              </a:defRPr>
            </a:lvl7pPr>
            <a:lvl8pPr marL="1289268" algn="l" rtl="0" eaLnBrk="1" fontAlgn="base" hangingPunct="1">
              <a:spcBef>
                <a:spcPct val="0"/>
              </a:spcBef>
              <a:spcAft>
                <a:spcPct val="0"/>
              </a:spcAft>
              <a:defRPr sz="2300" b="1">
                <a:solidFill>
                  <a:schemeClr val="accent1"/>
                </a:solidFill>
                <a:latin typeface="Arial" charset="0"/>
              </a:defRPr>
            </a:lvl8pPr>
            <a:lvl9pPr marL="1719024" algn="l" rtl="0" eaLnBrk="1" fontAlgn="base" hangingPunct="1">
              <a:spcBef>
                <a:spcPct val="0"/>
              </a:spcBef>
              <a:spcAft>
                <a:spcPct val="0"/>
              </a:spcAft>
              <a:defRPr sz="2300" b="1">
                <a:solidFill>
                  <a:schemeClr val="accent1"/>
                </a:solidFill>
                <a:latin typeface="Arial" charset="0"/>
              </a:defRPr>
            </a:lvl9pPr>
          </a:lstStyle>
          <a:p>
            <a:pPr defTabSz="1219170">
              <a:lnSpc>
                <a:spcPct val="100000"/>
              </a:lnSpc>
            </a:pPr>
            <a:r>
              <a:rPr lang="en-US" sz="1400">
                <a:solidFill>
                  <a:schemeClr val="accent3"/>
                </a:solidFill>
                <a:latin typeface="Open Sans Extrabold" panose="020B0606030504020204" pitchFamily="34" charset="0"/>
                <a:ea typeface="Open Sans Extrabold" panose="020B0606030504020204" pitchFamily="34" charset="0"/>
                <a:cs typeface="Open Sans Extrabold" panose="020B0606030504020204" pitchFamily="34" charset="0"/>
              </a:rPr>
              <a:t>ENGAGEMENT SCOPE &amp; SOLUTION</a:t>
            </a:r>
          </a:p>
        </p:txBody>
      </p:sp>
      <p:sp>
        <p:nvSpPr>
          <p:cNvPr id="36" name="Title 1">
            <a:extLst>
              <a:ext uri="{FF2B5EF4-FFF2-40B4-BE49-F238E27FC236}">
                <a16:creationId xmlns:a16="http://schemas.microsoft.com/office/drawing/2014/main" id="{F156B554-40DA-4E2E-9842-63170F39C437}"/>
              </a:ext>
            </a:extLst>
          </p:cNvPr>
          <p:cNvSpPr txBox="1">
            <a:spLocks/>
          </p:cNvSpPr>
          <p:nvPr userDrawn="1"/>
        </p:nvSpPr>
        <p:spPr bwMode="auto">
          <a:xfrm>
            <a:off x="8386522" y="2725789"/>
            <a:ext cx="2993743" cy="215444"/>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gn="l" defTabSz="957263" rtl="0" eaLnBrk="1" fontAlgn="base" hangingPunct="1">
              <a:lnSpc>
                <a:spcPct val="106000"/>
              </a:lnSpc>
              <a:spcBef>
                <a:spcPct val="0"/>
              </a:spcBef>
              <a:spcAft>
                <a:spcPct val="0"/>
              </a:spcAft>
              <a:defRPr b="1" kern="1200">
                <a:solidFill>
                  <a:schemeClr val="tx2"/>
                </a:solidFill>
                <a:latin typeface="+mj-lt"/>
                <a:ea typeface="+mj-ea"/>
                <a:cs typeface="+mj-cs"/>
              </a:defRPr>
            </a:lvl1pPr>
            <a:lvl2pPr algn="l" defTabSz="957263" rtl="0" eaLnBrk="1" fontAlgn="base" hangingPunct="1">
              <a:lnSpc>
                <a:spcPct val="106000"/>
              </a:lnSpc>
              <a:spcBef>
                <a:spcPct val="0"/>
              </a:spcBef>
              <a:spcAft>
                <a:spcPct val="0"/>
              </a:spcAft>
              <a:defRPr b="1">
                <a:solidFill>
                  <a:schemeClr val="tx2"/>
                </a:solidFill>
                <a:latin typeface="Arial" charset="0"/>
              </a:defRPr>
            </a:lvl2pPr>
            <a:lvl3pPr algn="l" defTabSz="957263" rtl="0" eaLnBrk="1" fontAlgn="base" hangingPunct="1">
              <a:lnSpc>
                <a:spcPct val="106000"/>
              </a:lnSpc>
              <a:spcBef>
                <a:spcPct val="0"/>
              </a:spcBef>
              <a:spcAft>
                <a:spcPct val="0"/>
              </a:spcAft>
              <a:defRPr b="1">
                <a:solidFill>
                  <a:schemeClr val="tx2"/>
                </a:solidFill>
                <a:latin typeface="Arial" charset="0"/>
              </a:defRPr>
            </a:lvl3pPr>
            <a:lvl4pPr algn="l" defTabSz="957263" rtl="0" eaLnBrk="1" fontAlgn="base" hangingPunct="1">
              <a:lnSpc>
                <a:spcPct val="106000"/>
              </a:lnSpc>
              <a:spcBef>
                <a:spcPct val="0"/>
              </a:spcBef>
              <a:spcAft>
                <a:spcPct val="0"/>
              </a:spcAft>
              <a:defRPr b="1">
                <a:solidFill>
                  <a:schemeClr val="tx2"/>
                </a:solidFill>
                <a:latin typeface="Arial" charset="0"/>
              </a:defRPr>
            </a:lvl4pPr>
            <a:lvl5pPr algn="l" defTabSz="957263" rtl="0" eaLnBrk="1" fontAlgn="base" hangingPunct="1">
              <a:lnSpc>
                <a:spcPct val="106000"/>
              </a:lnSpc>
              <a:spcBef>
                <a:spcPct val="0"/>
              </a:spcBef>
              <a:spcAft>
                <a:spcPct val="0"/>
              </a:spcAft>
              <a:defRPr b="1">
                <a:solidFill>
                  <a:schemeClr val="tx2"/>
                </a:solidFill>
                <a:latin typeface="Arial" charset="0"/>
              </a:defRPr>
            </a:lvl5pPr>
            <a:lvl6pPr marL="429756" algn="l" rtl="0" eaLnBrk="1" fontAlgn="base" hangingPunct="1">
              <a:spcBef>
                <a:spcPct val="0"/>
              </a:spcBef>
              <a:spcAft>
                <a:spcPct val="0"/>
              </a:spcAft>
              <a:defRPr sz="2300" b="1">
                <a:solidFill>
                  <a:schemeClr val="accent1"/>
                </a:solidFill>
                <a:latin typeface="Arial" charset="0"/>
              </a:defRPr>
            </a:lvl6pPr>
            <a:lvl7pPr marL="859512" algn="l" rtl="0" eaLnBrk="1" fontAlgn="base" hangingPunct="1">
              <a:spcBef>
                <a:spcPct val="0"/>
              </a:spcBef>
              <a:spcAft>
                <a:spcPct val="0"/>
              </a:spcAft>
              <a:defRPr sz="2300" b="1">
                <a:solidFill>
                  <a:schemeClr val="accent1"/>
                </a:solidFill>
                <a:latin typeface="Arial" charset="0"/>
              </a:defRPr>
            </a:lvl7pPr>
            <a:lvl8pPr marL="1289268" algn="l" rtl="0" eaLnBrk="1" fontAlgn="base" hangingPunct="1">
              <a:spcBef>
                <a:spcPct val="0"/>
              </a:spcBef>
              <a:spcAft>
                <a:spcPct val="0"/>
              </a:spcAft>
              <a:defRPr sz="2300" b="1">
                <a:solidFill>
                  <a:schemeClr val="accent1"/>
                </a:solidFill>
                <a:latin typeface="Arial" charset="0"/>
              </a:defRPr>
            </a:lvl8pPr>
            <a:lvl9pPr marL="1719024" algn="l" rtl="0" eaLnBrk="1" fontAlgn="base" hangingPunct="1">
              <a:spcBef>
                <a:spcPct val="0"/>
              </a:spcBef>
              <a:spcAft>
                <a:spcPct val="0"/>
              </a:spcAft>
              <a:defRPr sz="2300" b="1">
                <a:solidFill>
                  <a:schemeClr val="accent1"/>
                </a:solidFill>
                <a:latin typeface="Arial" charset="0"/>
              </a:defRPr>
            </a:lvl9pPr>
          </a:lstStyle>
          <a:p>
            <a:pPr defTabSz="1219170">
              <a:lnSpc>
                <a:spcPct val="100000"/>
              </a:lnSpc>
            </a:pPr>
            <a:r>
              <a:rPr lang="en-US" sz="1400">
                <a:solidFill>
                  <a:schemeClr val="accent5"/>
                </a:solidFill>
                <a:latin typeface="Open Sans Extrabold" panose="020B0606030504020204" pitchFamily="34" charset="0"/>
                <a:ea typeface="Open Sans Extrabold" panose="020B0606030504020204" pitchFamily="34" charset="0"/>
                <a:cs typeface="Open Sans Extrabold" panose="020B0606030504020204" pitchFamily="34" charset="0"/>
              </a:rPr>
              <a:t>RESULTS &amp; IMPACT</a:t>
            </a:r>
          </a:p>
        </p:txBody>
      </p:sp>
      <p:sp>
        <p:nvSpPr>
          <p:cNvPr id="37" name="Title 1">
            <a:extLst>
              <a:ext uri="{FF2B5EF4-FFF2-40B4-BE49-F238E27FC236}">
                <a16:creationId xmlns:a16="http://schemas.microsoft.com/office/drawing/2014/main" id="{09439D30-A3A5-42F6-A8E3-CE4AA47420C9}"/>
              </a:ext>
            </a:extLst>
          </p:cNvPr>
          <p:cNvSpPr txBox="1">
            <a:spLocks/>
          </p:cNvSpPr>
          <p:nvPr userDrawn="1"/>
        </p:nvSpPr>
        <p:spPr bwMode="auto">
          <a:xfrm>
            <a:off x="469900" y="5676435"/>
            <a:ext cx="3159980" cy="307777"/>
          </a:xfrm>
          <a:prstGeom prst="rect">
            <a:avLst/>
          </a:prstGeom>
          <a:noFill/>
        </p:spPr>
        <p:txBody>
          <a:bodyPr wrap="square" rtlCol="0" anchor="ctr">
            <a:spAutoFit/>
          </a:bodyPr>
          <a:lstStyle>
            <a:defPPr>
              <a:defRPr lang="en-US"/>
            </a:defPPr>
            <a:lvl1pPr fontAlgn="base">
              <a:spcBef>
                <a:spcPct val="0"/>
              </a:spcBef>
              <a:spcAft>
                <a:spcPct val="0"/>
              </a:spcAft>
              <a:defRPr sz="1400" b="1">
                <a:solidFill>
                  <a:schemeClr val="accent4"/>
                </a:solidFill>
                <a:latin typeface="Open Sans ExtraBold" panose="020B0606030504020204" pitchFamily="34" charset="0"/>
                <a:ea typeface="Open Sans ExtraBold" panose="020B0606030504020204" pitchFamily="34" charset="0"/>
                <a:cs typeface="Open Sans ExtraBold" panose="020B0606030504020204" pitchFamily="34" charset="0"/>
              </a:defRPr>
            </a:lvl1pPr>
            <a:lvl2pPr algn="l" defTabSz="957263" rtl="0" eaLnBrk="1" fontAlgn="base" hangingPunct="1">
              <a:lnSpc>
                <a:spcPct val="106000"/>
              </a:lnSpc>
              <a:spcBef>
                <a:spcPct val="0"/>
              </a:spcBef>
              <a:spcAft>
                <a:spcPct val="0"/>
              </a:spcAft>
              <a:defRPr b="1">
                <a:solidFill>
                  <a:schemeClr val="tx2"/>
                </a:solidFill>
                <a:latin typeface="Arial" charset="0"/>
              </a:defRPr>
            </a:lvl2pPr>
            <a:lvl3pPr algn="l" defTabSz="957263" rtl="0" eaLnBrk="1" fontAlgn="base" hangingPunct="1">
              <a:lnSpc>
                <a:spcPct val="106000"/>
              </a:lnSpc>
              <a:spcBef>
                <a:spcPct val="0"/>
              </a:spcBef>
              <a:spcAft>
                <a:spcPct val="0"/>
              </a:spcAft>
              <a:defRPr b="1">
                <a:solidFill>
                  <a:schemeClr val="tx2"/>
                </a:solidFill>
                <a:latin typeface="Arial" charset="0"/>
              </a:defRPr>
            </a:lvl3pPr>
            <a:lvl4pPr algn="l" defTabSz="957263" rtl="0" eaLnBrk="1" fontAlgn="base" hangingPunct="1">
              <a:lnSpc>
                <a:spcPct val="106000"/>
              </a:lnSpc>
              <a:spcBef>
                <a:spcPct val="0"/>
              </a:spcBef>
              <a:spcAft>
                <a:spcPct val="0"/>
              </a:spcAft>
              <a:defRPr b="1">
                <a:solidFill>
                  <a:schemeClr val="tx2"/>
                </a:solidFill>
                <a:latin typeface="Arial" charset="0"/>
              </a:defRPr>
            </a:lvl4pPr>
            <a:lvl5pPr algn="l" defTabSz="957263" rtl="0" eaLnBrk="1" fontAlgn="base" hangingPunct="1">
              <a:lnSpc>
                <a:spcPct val="106000"/>
              </a:lnSpc>
              <a:spcBef>
                <a:spcPct val="0"/>
              </a:spcBef>
              <a:spcAft>
                <a:spcPct val="0"/>
              </a:spcAft>
              <a:defRPr b="1">
                <a:solidFill>
                  <a:schemeClr val="tx2"/>
                </a:solidFill>
                <a:latin typeface="Arial" charset="0"/>
              </a:defRPr>
            </a:lvl5pPr>
            <a:lvl6pPr marL="429756" algn="l" rtl="0" eaLnBrk="1" fontAlgn="base" hangingPunct="1">
              <a:spcBef>
                <a:spcPct val="0"/>
              </a:spcBef>
              <a:spcAft>
                <a:spcPct val="0"/>
              </a:spcAft>
              <a:defRPr sz="2300" b="1">
                <a:solidFill>
                  <a:schemeClr val="accent1"/>
                </a:solidFill>
                <a:latin typeface="Arial" charset="0"/>
              </a:defRPr>
            </a:lvl6pPr>
            <a:lvl7pPr marL="859512" algn="l" rtl="0" eaLnBrk="1" fontAlgn="base" hangingPunct="1">
              <a:spcBef>
                <a:spcPct val="0"/>
              </a:spcBef>
              <a:spcAft>
                <a:spcPct val="0"/>
              </a:spcAft>
              <a:defRPr sz="2300" b="1">
                <a:solidFill>
                  <a:schemeClr val="accent1"/>
                </a:solidFill>
                <a:latin typeface="Arial" charset="0"/>
              </a:defRPr>
            </a:lvl7pPr>
            <a:lvl8pPr marL="1289268" algn="l" rtl="0" eaLnBrk="1" fontAlgn="base" hangingPunct="1">
              <a:spcBef>
                <a:spcPct val="0"/>
              </a:spcBef>
              <a:spcAft>
                <a:spcPct val="0"/>
              </a:spcAft>
              <a:defRPr sz="2300" b="1">
                <a:solidFill>
                  <a:schemeClr val="accent1"/>
                </a:solidFill>
                <a:latin typeface="Arial" charset="0"/>
              </a:defRPr>
            </a:lvl8pPr>
            <a:lvl9pPr marL="1719024" algn="l" rtl="0" eaLnBrk="1" fontAlgn="base" hangingPunct="1">
              <a:spcBef>
                <a:spcPct val="0"/>
              </a:spcBef>
              <a:spcAft>
                <a:spcPct val="0"/>
              </a:spcAft>
              <a:defRPr sz="2300" b="1">
                <a:solidFill>
                  <a:schemeClr val="accent1"/>
                </a:solidFill>
                <a:latin typeface="Arial" charset="0"/>
              </a:defRPr>
            </a:lvl9pPr>
          </a:lstStyle>
          <a:p>
            <a:r>
              <a:rPr lang="en-US">
                <a:solidFill>
                  <a:schemeClr val="tx1"/>
                </a:solidFill>
              </a:rPr>
              <a:t>DELOITTE LEADERSHIP</a:t>
            </a:r>
          </a:p>
        </p:txBody>
      </p:sp>
      <p:sp>
        <p:nvSpPr>
          <p:cNvPr id="38" name="Title 1">
            <a:extLst>
              <a:ext uri="{FF2B5EF4-FFF2-40B4-BE49-F238E27FC236}">
                <a16:creationId xmlns:a16="http://schemas.microsoft.com/office/drawing/2014/main" id="{A6D8C8CE-FD37-4041-83C9-B08532F74C4E}"/>
              </a:ext>
            </a:extLst>
          </p:cNvPr>
          <p:cNvSpPr txBox="1">
            <a:spLocks/>
          </p:cNvSpPr>
          <p:nvPr userDrawn="1"/>
        </p:nvSpPr>
        <p:spPr bwMode="auto">
          <a:xfrm>
            <a:off x="4134426" y="5676435"/>
            <a:ext cx="3273983" cy="307777"/>
          </a:xfrm>
          <a:prstGeom prst="rect">
            <a:avLst/>
          </a:prstGeom>
          <a:noFill/>
        </p:spPr>
        <p:txBody>
          <a:bodyPr wrap="square" rtlCol="0" anchor="ctr">
            <a:spAutoFit/>
          </a:bodyPr>
          <a:lstStyle>
            <a:defPPr>
              <a:defRPr lang="en-US"/>
            </a:defPPr>
            <a:lvl1pPr fontAlgn="base">
              <a:spcBef>
                <a:spcPct val="0"/>
              </a:spcBef>
              <a:spcAft>
                <a:spcPct val="0"/>
              </a:spcAft>
              <a:defRPr sz="1400" b="1">
                <a:solidFill>
                  <a:schemeClr val="accent4"/>
                </a:solidFill>
                <a:latin typeface="Open Sans ExtraBold" panose="020B0606030504020204" pitchFamily="34" charset="0"/>
                <a:ea typeface="Open Sans ExtraBold" panose="020B0606030504020204" pitchFamily="34" charset="0"/>
                <a:cs typeface="Open Sans ExtraBold" panose="020B0606030504020204" pitchFamily="34" charset="0"/>
              </a:defRPr>
            </a:lvl1pPr>
            <a:lvl2pPr algn="l" defTabSz="957263" rtl="0" eaLnBrk="1" fontAlgn="base" hangingPunct="1">
              <a:lnSpc>
                <a:spcPct val="106000"/>
              </a:lnSpc>
              <a:spcBef>
                <a:spcPct val="0"/>
              </a:spcBef>
              <a:spcAft>
                <a:spcPct val="0"/>
              </a:spcAft>
              <a:defRPr b="1">
                <a:solidFill>
                  <a:schemeClr val="tx2"/>
                </a:solidFill>
                <a:latin typeface="Arial" charset="0"/>
              </a:defRPr>
            </a:lvl2pPr>
            <a:lvl3pPr algn="l" defTabSz="957263" rtl="0" eaLnBrk="1" fontAlgn="base" hangingPunct="1">
              <a:lnSpc>
                <a:spcPct val="106000"/>
              </a:lnSpc>
              <a:spcBef>
                <a:spcPct val="0"/>
              </a:spcBef>
              <a:spcAft>
                <a:spcPct val="0"/>
              </a:spcAft>
              <a:defRPr b="1">
                <a:solidFill>
                  <a:schemeClr val="tx2"/>
                </a:solidFill>
                <a:latin typeface="Arial" charset="0"/>
              </a:defRPr>
            </a:lvl3pPr>
            <a:lvl4pPr algn="l" defTabSz="957263" rtl="0" eaLnBrk="1" fontAlgn="base" hangingPunct="1">
              <a:lnSpc>
                <a:spcPct val="106000"/>
              </a:lnSpc>
              <a:spcBef>
                <a:spcPct val="0"/>
              </a:spcBef>
              <a:spcAft>
                <a:spcPct val="0"/>
              </a:spcAft>
              <a:defRPr b="1">
                <a:solidFill>
                  <a:schemeClr val="tx2"/>
                </a:solidFill>
                <a:latin typeface="Arial" charset="0"/>
              </a:defRPr>
            </a:lvl4pPr>
            <a:lvl5pPr algn="l" defTabSz="957263" rtl="0" eaLnBrk="1" fontAlgn="base" hangingPunct="1">
              <a:lnSpc>
                <a:spcPct val="106000"/>
              </a:lnSpc>
              <a:spcBef>
                <a:spcPct val="0"/>
              </a:spcBef>
              <a:spcAft>
                <a:spcPct val="0"/>
              </a:spcAft>
              <a:defRPr b="1">
                <a:solidFill>
                  <a:schemeClr val="tx2"/>
                </a:solidFill>
                <a:latin typeface="Arial" charset="0"/>
              </a:defRPr>
            </a:lvl5pPr>
            <a:lvl6pPr marL="429756" algn="l" rtl="0" eaLnBrk="1" fontAlgn="base" hangingPunct="1">
              <a:spcBef>
                <a:spcPct val="0"/>
              </a:spcBef>
              <a:spcAft>
                <a:spcPct val="0"/>
              </a:spcAft>
              <a:defRPr sz="2300" b="1">
                <a:solidFill>
                  <a:schemeClr val="accent1"/>
                </a:solidFill>
                <a:latin typeface="Arial" charset="0"/>
              </a:defRPr>
            </a:lvl6pPr>
            <a:lvl7pPr marL="859512" algn="l" rtl="0" eaLnBrk="1" fontAlgn="base" hangingPunct="1">
              <a:spcBef>
                <a:spcPct val="0"/>
              </a:spcBef>
              <a:spcAft>
                <a:spcPct val="0"/>
              </a:spcAft>
              <a:defRPr sz="2300" b="1">
                <a:solidFill>
                  <a:schemeClr val="accent1"/>
                </a:solidFill>
                <a:latin typeface="Arial" charset="0"/>
              </a:defRPr>
            </a:lvl7pPr>
            <a:lvl8pPr marL="1289268" algn="l" rtl="0" eaLnBrk="1" fontAlgn="base" hangingPunct="1">
              <a:spcBef>
                <a:spcPct val="0"/>
              </a:spcBef>
              <a:spcAft>
                <a:spcPct val="0"/>
              </a:spcAft>
              <a:defRPr sz="2300" b="1">
                <a:solidFill>
                  <a:schemeClr val="accent1"/>
                </a:solidFill>
                <a:latin typeface="Arial" charset="0"/>
              </a:defRPr>
            </a:lvl8pPr>
            <a:lvl9pPr marL="1719024" algn="l" rtl="0" eaLnBrk="1" fontAlgn="base" hangingPunct="1">
              <a:spcBef>
                <a:spcPct val="0"/>
              </a:spcBef>
              <a:spcAft>
                <a:spcPct val="0"/>
              </a:spcAft>
              <a:defRPr sz="2300" b="1">
                <a:solidFill>
                  <a:schemeClr val="accent1"/>
                </a:solidFill>
                <a:latin typeface="Arial" charset="0"/>
              </a:defRPr>
            </a:lvl9pPr>
          </a:lstStyle>
          <a:p>
            <a:r>
              <a:rPr lang="en-US">
                <a:solidFill>
                  <a:schemeClr val="tx1"/>
                </a:solidFill>
              </a:rPr>
              <a:t>CISCO BUYER &amp; BUSINESS</a:t>
            </a:r>
          </a:p>
        </p:txBody>
      </p:sp>
      <p:sp>
        <p:nvSpPr>
          <p:cNvPr id="46" name="Title 1">
            <a:extLst>
              <a:ext uri="{FF2B5EF4-FFF2-40B4-BE49-F238E27FC236}">
                <a16:creationId xmlns:a16="http://schemas.microsoft.com/office/drawing/2014/main" id="{1683B4AA-1BEA-420B-AB52-ABCBE7202917}"/>
              </a:ext>
            </a:extLst>
          </p:cNvPr>
          <p:cNvSpPr txBox="1">
            <a:spLocks/>
          </p:cNvSpPr>
          <p:nvPr userDrawn="1"/>
        </p:nvSpPr>
        <p:spPr bwMode="auto">
          <a:xfrm>
            <a:off x="7936294" y="5676435"/>
            <a:ext cx="2970404" cy="307777"/>
          </a:xfrm>
          <a:prstGeom prst="rect">
            <a:avLst/>
          </a:prstGeom>
          <a:noFill/>
        </p:spPr>
        <p:txBody>
          <a:bodyPr wrap="square" rtlCol="0" anchor="ctr">
            <a:spAutoFit/>
          </a:bodyPr>
          <a:lstStyle>
            <a:defPPr>
              <a:defRPr lang="en-US"/>
            </a:defPPr>
            <a:lvl1pPr fontAlgn="base">
              <a:spcBef>
                <a:spcPct val="0"/>
              </a:spcBef>
              <a:spcAft>
                <a:spcPct val="0"/>
              </a:spcAft>
              <a:defRPr sz="1400" b="1">
                <a:solidFill>
                  <a:schemeClr val="accent4"/>
                </a:solidFill>
                <a:latin typeface="Open Sans ExtraBold" panose="020B0606030504020204" pitchFamily="34" charset="0"/>
                <a:ea typeface="Open Sans ExtraBold" panose="020B0606030504020204" pitchFamily="34" charset="0"/>
                <a:cs typeface="Open Sans ExtraBold" panose="020B0606030504020204" pitchFamily="34" charset="0"/>
              </a:defRPr>
            </a:lvl1pPr>
            <a:lvl2pPr algn="l" defTabSz="957263" rtl="0" eaLnBrk="1" fontAlgn="base" hangingPunct="1">
              <a:lnSpc>
                <a:spcPct val="106000"/>
              </a:lnSpc>
              <a:spcBef>
                <a:spcPct val="0"/>
              </a:spcBef>
              <a:spcAft>
                <a:spcPct val="0"/>
              </a:spcAft>
              <a:defRPr b="1">
                <a:solidFill>
                  <a:schemeClr val="tx2"/>
                </a:solidFill>
                <a:latin typeface="Arial" charset="0"/>
              </a:defRPr>
            </a:lvl2pPr>
            <a:lvl3pPr algn="l" defTabSz="957263" rtl="0" eaLnBrk="1" fontAlgn="base" hangingPunct="1">
              <a:lnSpc>
                <a:spcPct val="106000"/>
              </a:lnSpc>
              <a:spcBef>
                <a:spcPct val="0"/>
              </a:spcBef>
              <a:spcAft>
                <a:spcPct val="0"/>
              </a:spcAft>
              <a:defRPr b="1">
                <a:solidFill>
                  <a:schemeClr val="tx2"/>
                </a:solidFill>
                <a:latin typeface="Arial" charset="0"/>
              </a:defRPr>
            </a:lvl3pPr>
            <a:lvl4pPr algn="l" defTabSz="957263" rtl="0" eaLnBrk="1" fontAlgn="base" hangingPunct="1">
              <a:lnSpc>
                <a:spcPct val="106000"/>
              </a:lnSpc>
              <a:spcBef>
                <a:spcPct val="0"/>
              </a:spcBef>
              <a:spcAft>
                <a:spcPct val="0"/>
              </a:spcAft>
              <a:defRPr b="1">
                <a:solidFill>
                  <a:schemeClr val="tx2"/>
                </a:solidFill>
                <a:latin typeface="Arial" charset="0"/>
              </a:defRPr>
            </a:lvl4pPr>
            <a:lvl5pPr algn="l" defTabSz="957263" rtl="0" eaLnBrk="1" fontAlgn="base" hangingPunct="1">
              <a:lnSpc>
                <a:spcPct val="106000"/>
              </a:lnSpc>
              <a:spcBef>
                <a:spcPct val="0"/>
              </a:spcBef>
              <a:spcAft>
                <a:spcPct val="0"/>
              </a:spcAft>
              <a:defRPr b="1">
                <a:solidFill>
                  <a:schemeClr val="tx2"/>
                </a:solidFill>
                <a:latin typeface="Arial" charset="0"/>
              </a:defRPr>
            </a:lvl5pPr>
            <a:lvl6pPr marL="429756" algn="l" rtl="0" eaLnBrk="1" fontAlgn="base" hangingPunct="1">
              <a:spcBef>
                <a:spcPct val="0"/>
              </a:spcBef>
              <a:spcAft>
                <a:spcPct val="0"/>
              </a:spcAft>
              <a:defRPr sz="2300" b="1">
                <a:solidFill>
                  <a:schemeClr val="accent1"/>
                </a:solidFill>
                <a:latin typeface="Arial" charset="0"/>
              </a:defRPr>
            </a:lvl6pPr>
            <a:lvl7pPr marL="859512" algn="l" rtl="0" eaLnBrk="1" fontAlgn="base" hangingPunct="1">
              <a:spcBef>
                <a:spcPct val="0"/>
              </a:spcBef>
              <a:spcAft>
                <a:spcPct val="0"/>
              </a:spcAft>
              <a:defRPr sz="2300" b="1">
                <a:solidFill>
                  <a:schemeClr val="accent1"/>
                </a:solidFill>
                <a:latin typeface="Arial" charset="0"/>
              </a:defRPr>
            </a:lvl7pPr>
            <a:lvl8pPr marL="1289268" algn="l" rtl="0" eaLnBrk="1" fontAlgn="base" hangingPunct="1">
              <a:spcBef>
                <a:spcPct val="0"/>
              </a:spcBef>
              <a:spcAft>
                <a:spcPct val="0"/>
              </a:spcAft>
              <a:defRPr sz="2300" b="1">
                <a:solidFill>
                  <a:schemeClr val="accent1"/>
                </a:solidFill>
                <a:latin typeface="Arial" charset="0"/>
              </a:defRPr>
            </a:lvl8pPr>
            <a:lvl9pPr marL="1719024" algn="l" rtl="0" eaLnBrk="1" fontAlgn="base" hangingPunct="1">
              <a:spcBef>
                <a:spcPct val="0"/>
              </a:spcBef>
              <a:spcAft>
                <a:spcPct val="0"/>
              </a:spcAft>
              <a:defRPr sz="2300" b="1">
                <a:solidFill>
                  <a:schemeClr val="accent1"/>
                </a:solidFill>
                <a:latin typeface="Arial" charset="0"/>
              </a:defRPr>
            </a:lvl9pPr>
          </a:lstStyle>
          <a:p>
            <a:r>
              <a:rPr lang="en-US">
                <a:solidFill>
                  <a:schemeClr val="tx1"/>
                </a:solidFill>
              </a:rPr>
              <a:t>TECHNOLOGY STACK</a:t>
            </a:r>
          </a:p>
        </p:txBody>
      </p:sp>
      <p:sp>
        <p:nvSpPr>
          <p:cNvPr id="50" name="Text Placeholder 2">
            <a:extLst>
              <a:ext uri="{FF2B5EF4-FFF2-40B4-BE49-F238E27FC236}">
                <a16:creationId xmlns:a16="http://schemas.microsoft.com/office/drawing/2014/main" id="{0DFB94D7-B1EE-1245-8104-E14D1EE410AC}"/>
              </a:ext>
            </a:extLst>
          </p:cNvPr>
          <p:cNvSpPr>
            <a:spLocks noGrp="1"/>
          </p:cNvSpPr>
          <p:nvPr>
            <p:ph type="body" sz="quarter" idx="19" hasCustomPrompt="1"/>
          </p:nvPr>
        </p:nvSpPr>
        <p:spPr>
          <a:xfrm>
            <a:off x="4202419" y="6056437"/>
            <a:ext cx="3518047" cy="419176"/>
          </a:xfrm>
        </p:spPr>
        <p:txBody>
          <a:bodyPr anchor="t"/>
          <a:lstStyle>
            <a:lvl1pPr marL="127000" indent="-127000">
              <a:lnSpc>
                <a:spcPts val="1600"/>
              </a:lnSpc>
              <a:spcAft>
                <a:spcPts val="0"/>
              </a:spcAft>
              <a:buSzPct val="70000"/>
              <a:buFont typeface="Arial" panose="020B0604020202020204" pitchFamily="34" charset="0"/>
              <a:buChar char="•"/>
              <a:defRPr sz="1400" b="0" i="0">
                <a:latin typeface="Open Sans Light" panose="020B0306030504020204" pitchFamily="34" charset="0"/>
                <a:ea typeface="Open Sans Light" panose="020B0306030504020204" pitchFamily="34" charset="0"/>
                <a:cs typeface="Open Sans Light" panose="020B0306030504020204" pitchFamily="34" charset="0"/>
              </a:defRPr>
            </a:lvl1pPr>
            <a:lvl2pPr marL="0" indent="0">
              <a:buFontTx/>
              <a:buNone/>
              <a:defRPr lang="en-US" sz="1050" b="0" kern="1200" dirty="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lvl2pPr>
          </a:lstStyle>
          <a:p>
            <a:pPr marL="171450" lvl="1" indent="-171450" algn="l" defTabSz="1219170" rtl="0" eaLnBrk="1" latinLnBrk="0" hangingPunct="1">
              <a:lnSpc>
                <a:spcPts val="1500"/>
              </a:lnSpc>
              <a:spcBef>
                <a:spcPts val="0"/>
              </a:spcBef>
              <a:spcAft>
                <a:spcPts val="0"/>
              </a:spcAft>
              <a:buClr>
                <a:schemeClr val="tx1"/>
              </a:buClr>
              <a:buSzTx/>
              <a:buFont typeface="Arial" panose="020B0604020202020204" pitchFamily="34" charset="0"/>
              <a:buChar char="•"/>
              <a:defRPr/>
            </a:pPr>
            <a:r>
              <a:rPr lang="en-US" sz="1200">
                <a:solidFill>
                  <a:schemeClr val="tx1"/>
                </a:solidFill>
              </a:rPr>
              <a:t>text</a:t>
            </a:r>
          </a:p>
        </p:txBody>
      </p:sp>
      <p:sp>
        <p:nvSpPr>
          <p:cNvPr id="51" name="Text Placeholder 2">
            <a:extLst>
              <a:ext uri="{FF2B5EF4-FFF2-40B4-BE49-F238E27FC236}">
                <a16:creationId xmlns:a16="http://schemas.microsoft.com/office/drawing/2014/main" id="{0DFB94D7-B1EE-1245-8104-E14D1EE410AC}"/>
              </a:ext>
            </a:extLst>
          </p:cNvPr>
          <p:cNvSpPr>
            <a:spLocks noGrp="1"/>
          </p:cNvSpPr>
          <p:nvPr>
            <p:ph type="body" sz="quarter" idx="20" hasCustomPrompt="1"/>
          </p:nvPr>
        </p:nvSpPr>
        <p:spPr>
          <a:xfrm>
            <a:off x="554959" y="6056437"/>
            <a:ext cx="3322157" cy="412066"/>
          </a:xfrm>
        </p:spPr>
        <p:txBody>
          <a:bodyPr anchor="t"/>
          <a:lstStyle>
            <a:lvl1pPr marL="127000" indent="-127000">
              <a:lnSpc>
                <a:spcPts val="1600"/>
              </a:lnSpc>
              <a:spcAft>
                <a:spcPts val="0"/>
              </a:spcAft>
              <a:buSzPct val="70000"/>
              <a:buFont typeface="Arial" panose="020B0604020202020204" pitchFamily="34" charset="0"/>
              <a:buChar char="•"/>
              <a:defRPr sz="1400" b="0" i="0">
                <a:latin typeface="Open Sans Light" panose="020B0306030504020204" pitchFamily="34" charset="0"/>
                <a:ea typeface="Open Sans Light" panose="020B0306030504020204" pitchFamily="34" charset="0"/>
                <a:cs typeface="Open Sans Light" panose="020B0306030504020204" pitchFamily="34" charset="0"/>
              </a:defRPr>
            </a:lvl1pPr>
            <a:lvl2pPr>
              <a:defRPr lang="en-US" sz="1050" b="0" kern="1200" dirty="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lvl2pPr>
          </a:lstStyle>
          <a:p>
            <a:pPr marL="171450" lvl="1" indent="-171450" algn="l" defTabSz="1219170" rtl="0" eaLnBrk="1" latinLnBrk="0" hangingPunct="1">
              <a:lnSpc>
                <a:spcPts val="1500"/>
              </a:lnSpc>
              <a:spcBef>
                <a:spcPts val="0"/>
              </a:spcBef>
              <a:spcAft>
                <a:spcPts val="0"/>
              </a:spcAft>
              <a:buClr>
                <a:schemeClr val="tx1"/>
              </a:buClr>
              <a:buSzTx/>
              <a:buFont typeface="Arial" panose="020B0604020202020204" pitchFamily="34" charset="0"/>
              <a:buChar char="•"/>
              <a:defRPr/>
            </a:pPr>
            <a:r>
              <a:rPr lang="en-US" sz="1200">
                <a:solidFill>
                  <a:schemeClr val="tx1"/>
                </a:solidFill>
              </a:rPr>
              <a:t>text</a:t>
            </a:r>
          </a:p>
        </p:txBody>
      </p:sp>
      <p:sp>
        <p:nvSpPr>
          <p:cNvPr id="52" name="Text Placeholder 2">
            <a:extLst>
              <a:ext uri="{FF2B5EF4-FFF2-40B4-BE49-F238E27FC236}">
                <a16:creationId xmlns:a16="http://schemas.microsoft.com/office/drawing/2014/main" id="{0DFB94D7-B1EE-1245-8104-E14D1EE410AC}"/>
              </a:ext>
            </a:extLst>
          </p:cNvPr>
          <p:cNvSpPr>
            <a:spLocks noGrp="1"/>
          </p:cNvSpPr>
          <p:nvPr>
            <p:ph type="body" sz="quarter" idx="21" hasCustomPrompt="1"/>
          </p:nvPr>
        </p:nvSpPr>
        <p:spPr>
          <a:xfrm>
            <a:off x="7971669" y="6056437"/>
            <a:ext cx="3549039" cy="419171"/>
          </a:xfrm>
        </p:spPr>
        <p:txBody>
          <a:bodyPr anchor="t"/>
          <a:lstStyle>
            <a:lvl1pPr marL="127000" indent="-127000">
              <a:lnSpc>
                <a:spcPts val="1600"/>
              </a:lnSpc>
              <a:spcAft>
                <a:spcPts val="0"/>
              </a:spcAft>
              <a:buSzPct val="70000"/>
              <a:buFont typeface="Arial" panose="020B0604020202020204" pitchFamily="34" charset="0"/>
              <a:buChar char="•"/>
              <a:defRPr sz="1400" b="0" i="0">
                <a:latin typeface="Open Sans Light" panose="020B0306030504020204" pitchFamily="34" charset="0"/>
                <a:ea typeface="Open Sans Light" panose="020B0306030504020204" pitchFamily="34" charset="0"/>
                <a:cs typeface="Open Sans Light" panose="020B0306030504020204" pitchFamily="34" charset="0"/>
              </a:defRPr>
            </a:lvl1pPr>
            <a:lvl2pPr>
              <a:defRPr lang="en-US" sz="1050" b="0" kern="1200" dirty="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lvl2pPr>
          </a:lstStyle>
          <a:p>
            <a:pPr marL="171450" lvl="1" indent="-171450" algn="l" defTabSz="1219170" rtl="0" eaLnBrk="1" latinLnBrk="0" hangingPunct="1">
              <a:lnSpc>
                <a:spcPts val="1500"/>
              </a:lnSpc>
              <a:spcBef>
                <a:spcPts val="0"/>
              </a:spcBef>
              <a:spcAft>
                <a:spcPts val="0"/>
              </a:spcAft>
              <a:buClr>
                <a:schemeClr val="tx1"/>
              </a:buClr>
              <a:buSzTx/>
              <a:buFont typeface="Arial" panose="020B0604020202020204" pitchFamily="34" charset="0"/>
              <a:buChar char="•"/>
              <a:defRPr/>
            </a:pPr>
            <a:r>
              <a:rPr lang="en-US" sz="1200">
                <a:solidFill>
                  <a:schemeClr val="tx1"/>
                </a:solidFill>
              </a:rPr>
              <a:t>text</a:t>
            </a:r>
          </a:p>
        </p:txBody>
      </p:sp>
      <p:pic>
        <p:nvPicPr>
          <p:cNvPr id="2" name="Picture 4" descr="Cisco - Wikipedia">
            <a:extLst>
              <a:ext uri="{FF2B5EF4-FFF2-40B4-BE49-F238E27FC236}">
                <a16:creationId xmlns:a16="http://schemas.microsoft.com/office/drawing/2014/main" id="{FEF21BE7-0FB2-A378-900C-AD39658AAD5C}"/>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1030356" y="124856"/>
            <a:ext cx="756260" cy="398927"/>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655AD6FF-B446-995D-FCDE-936AA31105B0}"/>
              </a:ext>
            </a:extLst>
          </p:cNvPr>
          <p:cNvSpPr txBox="1"/>
          <p:nvPr userDrawn="1"/>
        </p:nvSpPr>
        <p:spPr>
          <a:xfrm>
            <a:off x="8072165" y="1371899"/>
            <a:ext cx="852760" cy="307777"/>
          </a:xfrm>
          <a:prstGeom prst="rect">
            <a:avLst/>
          </a:prstGeom>
          <a:noFill/>
        </p:spPr>
        <p:txBody>
          <a:bodyPr wrap="square" rtlCol="0" anchor="ctr">
            <a:spAutoFit/>
          </a:bodyPr>
          <a:lstStyle/>
          <a:p>
            <a:pPr fontAlgn="base">
              <a:spcBef>
                <a:spcPct val="0"/>
              </a:spcBef>
              <a:spcAft>
                <a:spcPct val="0"/>
              </a:spcAft>
            </a:pPr>
            <a:r>
              <a:rPr lang="en-US" sz="1400" b="1">
                <a:latin typeface="Open Sans ExtraBold" panose="020B0606030504020204" pitchFamily="34" charset="0"/>
                <a:ea typeface="Open Sans ExtraBold" panose="020B0606030504020204" pitchFamily="34" charset="0"/>
                <a:cs typeface="Open Sans ExtraBold" panose="020B0606030504020204" pitchFamily="34" charset="0"/>
              </a:rPr>
              <a:t>DATES</a:t>
            </a:r>
          </a:p>
        </p:txBody>
      </p:sp>
      <p:sp>
        <p:nvSpPr>
          <p:cNvPr id="8" name="Freeform 362">
            <a:extLst>
              <a:ext uri="{FF2B5EF4-FFF2-40B4-BE49-F238E27FC236}">
                <a16:creationId xmlns:a16="http://schemas.microsoft.com/office/drawing/2014/main" id="{72096F86-A4D2-A5B0-45C4-1BA06E59624C}"/>
              </a:ext>
            </a:extLst>
          </p:cNvPr>
          <p:cNvSpPr>
            <a:spLocks noEditPoints="1"/>
          </p:cNvSpPr>
          <p:nvPr/>
        </p:nvSpPr>
        <p:spPr bwMode="auto">
          <a:xfrm>
            <a:off x="7775756" y="1364052"/>
            <a:ext cx="321076" cy="321076"/>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solidFill>
            <a:schemeClr val="accent4"/>
          </a:solidFill>
          <a:ln>
            <a:solidFill>
              <a:schemeClr val="tx1"/>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endParaRPr lang="en-GB"/>
          </a:p>
        </p:txBody>
      </p:sp>
      <p:sp>
        <p:nvSpPr>
          <p:cNvPr id="9" name="Text Placeholder 2">
            <a:extLst>
              <a:ext uri="{FF2B5EF4-FFF2-40B4-BE49-F238E27FC236}">
                <a16:creationId xmlns:a16="http://schemas.microsoft.com/office/drawing/2014/main" id="{008672CE-9A35-0A46-B106-E1252FCCF258}"/>
              </a:ext>
            </a:extLst>
          </p:cNvPr>
          <p:cNvSpPr>
            <a:spLocks noGrp="1"/>
          </p:cNvSpPr>
          <p:nvPr>
            <p:ph type="body" sz="quarter" idx="22" hasCustomPrompt="1"/>
          </p:nvPr>
        </p:nvSpPr>
        <p:spPr>
          <a:xfrm>
            <a:off x="8810715" y="1372563"/>
            <a:ext cx="2737253" cy="299037"/>
          </a:xfrm>
        </p:spPr>
        <p:txBody>
          <a:bodyPr anchor="t"/>
          <a:lstStyle>
            <a:lvl1pPr>
              <a:defRPr sz="1400" b="0" i="0">
                <a:latin typeface="Open Sans Light" panose="020B0306030504020204" pitchFamily="34" charset="0"/>
                <a:ea typeface="Open Sans Light" panose="020B0306030504020204" pitchFamily="34" charset="0"/>
                <a:cs typeface="Open Sans Light" panose="020B0306030504020204" pitchFamily="34" charset="0"/>
              </a:defRPr>
            </a:lvl1pPr>
          </a:lstStyle>
          <a:p>
            <a:r>
              <a:rPr lang="en-US" sz="1200">
                <a:solidFill>
                  <a:schemeClr val="tx1"/>
                </a:solidFill>
              </a:rPr>
              <a:t>text</a:t>
            </a:r>
          </a:p>
        </p:txBody>
      </p:sp>
      <p:pic>
        <p:nvPicPr>
          <p:cNvPr id="13" name="Graphic 12" descr="Daily calendar with solid fill">
            <a:extLst>
              <a:ext uri="{FF2B5EF4-FFF2-40B4-BE49-F238E27FC236}">
                <a16:creationId xmlns:a16="http://schemas.microsoft.com/office/drawing/2014/main" id="{684B4ADA-C066-D87C-69D0-5E7752979B95}"/>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775756" y="1356775"/>
            <a:ext cx="323811" cy="323811"/>
          </a:xfrm>
          <a:prstGeom prst="rect">
            <a:avLst/>
          </a:prstGeom>
        </p:spPr>
      </p:pic>
      <p:sp>
        <p:nvSpPr>
          <p:cNvPr id="4" name="TextBox 3">
            <a:extLst>
              <a:ext uri="{FF2B5EF4-FFF2-40B4-BE49-F238E27FC236}">
                <a16:creationId xmlns:a16="http://schemas.microsoft.com/office/drawing/2014/main" id="{D81B93DD-049D-0DEE-B73A-BDF0A1CAE092}"/>
              </a:ext>
            </a:extLst>
          </p:cNvPr>
          <p:cNvSpPr txBox="1"/>
          <p:nvPr userDrawn="1"/>
        </p:nvSpPr>
        <p:spPr>
          <a:xfrm>
            <a:off x="8072165" y="1905478"/>
            <a:ext cx="852760" cy="307777"/>
          </a:xfrm>
          <a:prstGeom prst="rect">
            <a:avLst/>
          </a:prstGeom>
          <a:noFill/>
        </p:spPr>
        <p:txBody>
          <a:bodyPr wrap="square" rtlCol="0" anchor="ctr">
            <a:spAutoFit/>
          </a:bodyPr>
          <a:lstStyle/>
          <a:p>
            <a:pPr fontAlgn="base">
              <a:spcBef>
                <a:spcPct val="0"/>
              </a:spcBef>
              <a:spcAft>
                <a:spcPct val="0"/>
              </a:spcAft>
            </a:pPr>
            <a:r>
              <a:rPr lang="en-US" sz="1400" b="1">
                <a:latin typeface="Open Sans ExtraBold" panose="020B0606030504020204" pitchFamily="34" charset="0"/>
                <a:ea typeface="Open Sans ExtraBold" panose="020B0606030504020204" pitchFamily="34" charset="0"/>
                <a:cs typeface="Open Sans ExtraBold" panose="020B0606030504020204" pitchFamily="34" charset="0"/>
              </a:rPr>
              <a:t>TOTAL</a:t>
            </a:r>
          </a:p>
        </p:txBody>
      </p:sp>
      <p:sp>
        <p:nvSpPr>
          <p:cNvPr id="7" name="Text Placeholder 2">
            <a:extLst>
              <a:ext uri="{FF2B5EF4-FFF2-40B4-BE49-F238E27FC236}">
                <a16:creationId xmlns:a16="http://schemas.microsoft.com/office/drawing/2014/main" id="{23224DA5-408F-BC2D-4131-9E9800685639}"/>
              </a:ext>
            </a:extLst>
          </p:cNvPr>
          <p:cNvSpPr>
            <a:spLocks noGrp="1"/>
          </p:cNvSpPr>
          <p:nvPr>
            <p:ph type="body" sz="quarter" idx="23" hasCustomPrompt="1"/>
          </p:nvPr>
        </p:nvSpPr>
        <p:spPr>
          <a:xfrm>
            <a:off x="8810715" y="1906142"/>
            <a:ext cx="2737253" cy="299037"/>
          </a:xfrm>
        </p:spPr>
        <p:txBody>
          <a:bodyPr anchor="t"/>
          <a:lstStyle>
            <a:lvl1pPr>
              <a:defRPr sz="1400" b="0" i="0">
                <a:latin typeface="Open Sans Light" panose="020B0306030504020204" pitchFamily="34" charset="0"/>
                <a:ea typeface="Open Sans Light" panose="020B0306030504020204" pitchFamily="34" charset="0"/>
                <a:cs typeface="Open Sans Light" panose="020B0306030504020204" pitchFamily="34" charset="0"/>
              </a:defRPr>
            </a:lvl1pPr>
          </a:lstStyle>
          <a:p>
            <a:r>
              <a:rPr lang="en-US" sz="1200">
                <a:solidFill>
                  <a:schemeClr val="tx1"/>
                </a:solidFill>
              </a:rPr>
              <a:t>text</a:t>
            </a:r>
          </a:p>
        </p:txBody>
      </p:sp>
      <p:sp>
        <p:nvSpPr>
          <p:cNvPr id="11" name="Freeform 362">
            <a:extLst>
              <a:ext uri="{FF2B5EF4-FFF2-40B4-BE49-F238E27FC236}">
                <a16:creationId xmlns:a16="http://schemas.microsoft.com/office/drawing/2014/main" id="{A128D010-33D7-32CE-AD08-F9ED91E0540F}"/>
              </a:ext>
            </a:extLst>
          </p:cNvPr>
          <p:cNvSpPr>
            <a:spLocks noEditPoints="1"/>
          </p:cNvSpPr>
          <p:nvPr userDrawn="1"/>
        </p:nvSpPr>
        <p:spPr bwMode="auto">
          <a:xfrm>
            <a:off x="7785281" y="1887673"/>
            <a:ext cx="321076" cy="321076"/>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solidFill>
            <a:schemeClr val="accent4"/>
          </a:solidFill>
          <a:ln>
            <a:solidFill>
              <a:schemeClr val="tx1"/>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endParaRPr lang="en-GB"/>
          </a:p>
        </p:txBody>
      </p:sp>
      <p:pic>
        <p:nvPicPr>
          <p:cNvPr id="14" name="Graphic 13" descr="Dollar with solid fill">
            <a:extLst>
              <a:ext uri="{FF2B5EF4-FFF2-40B4-BE49-F238E27FC236}">
                <a16:creationId xmlns:a16="http://schemas.microsoft.com/office/drawing/2014/main" id="{EF54E6E2-F253-038D-324C-5FAC9CAE03CD}"/>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7785867" y="1886611"/>
            <a:ext cx="323812" cy="323812"/>
          </a:xfrm>
          <a:prstGeom prst="rect">
            <a:avLst/>
          </a:prstGeom>
        </p:spPr>
      </p:pic>
    </p:spTree>
    <p:extLst>
      <p:ext uri="{BB962C8B-B14F-4D97-AF65-F5344CB8AC3E}">
        <p14:creationId xmlns:p14="http://schemas.microsoft.com/office/powerpoint/2010/main" val="2312913867"/>
      </p:ext>
    </p:extLst>
  </p:cSld>
  <p:clrMapOvr>
    <a:masterClrMapping/>
  </p:clrMapOvr>
  <p:transition>
    <p:fad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p:cSld name="1_Title Slide - Circle with text">
    <p:bg bwMode="gray">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F897982-0B8F-7CC3-7EF1-5C73C1BAE4C1}"/>
              </a:ext>
            </a:extLst>
          </p:cNvPr>
          <p:cNvPicPr>
            <a:picLocks noChangeAspect="1"/>
          </p:cNvPicPr>
          <p:nvPr/>
        </p:nvPicPr>
        <p:blipFill>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7" name="Text Placeholder 4">
            <a:extLst>
              <a:ext uri="{FF2B5EF4-FFF2-40B4-BE49-F238E27FC236}">
                <a16:creationId xmlns:a16="http://schemas.microsoft.com/office/drawing/2014/main" id="{64CBAE46-8A4B-50FD-15F4-1E2A890B21C9}"/>
              </a:ext>
            </a:extLst>
          </p:cNvPr>
          <p:cNvSpPr>
            <a:spLocks noGrp="1"/>
          </p:cNvSpPr>
          <p:nvPr>
            <p:ph type="body" sz="quarter" idx="10"/>
          </p:nvPr>
        </p:nvSpPr>
        <p:spPr>
          <a:xfrm>
            <a:off x="463296" y="5930278"/>
            <a:ext cx="4446269" cy="273050"/>
          </a:xfrm>
          <a:prstGeom prst="rect">
            <a:avLst/>
          </a:prstGeom>
        </p:spPr>
        <p:txBody>
          <a:bodyPr anchor="t">
            <a:noAutofit/>
          </a:bodyPr>
          <a:lstStyle>
            <a:lvl1pPr>
              <a:spcAft>
                <a:spcPts val="0"/>
              </a:spcAft>
              <a:defRPr sz="1400"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28" name="Title 1">
            <a:extLst>
              <a:ext uri="{FF2B5EF4-FFF2-40B4-BE49-F238E27FC236}">
                <a16:creationId xmlns:a16="http://schemas.microsoft.com/office/drawing/2014/main" id="{FAF57C14-5B45-6C0B-5B52-BD0915EC6D03}"/>
              </a:ext>
            </a:extLst>
          </p:cNvPr>
          <p:cNvSpPr>
            <a:spLocks noGrp="1"/>
          </p:cNvSpPr>
          <p:nvPr>
            <p:ph type="ctrTitle"/>
          </p:nvPr>
        </p:nvSpPr>
        <p:spPr bwMode="gray">
          <a:xfrm>
            <a:off x="463297" y="4741709"/>
            <a:ext cx="3422904" cy="895983"/>
          </a:xfrm>
          <a:prstGeom prst="rect">
            <a:avLst/>
          </a:prstGeom>
        </p:spPr>
        <p:txBody>
          <a:bodyPr anchor="b" anchorCtr="0">
            <a:noAutofit/>
          </a:bodyPr>
          <a:lstStyle>
            <a:lvl1pPr algn="l">
              <a:lnSpc>
                <a:spcPts val="3200"/>
              </a:lnSpc>
              <a:defRPr sz="3200"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r>
              <a:rPr lang="en-US" noProof="0"/>
              <a:t>Click to edit Master title style</a:t>
            </a:r>
          </a:p>
        </p:txBody>
      </p:sp>
      <p:pic>
        <p:nvPicPr>
          <p:cNvPr id="5" name="Picture 4">
            <a:extLst>
              <a:ext uri="{FF2B5EF4-FFF2-40B4-BE49-F238E27FC236}">
                <a16:creationId xmlns:a16="http://schemas.microsoft.com/office/drawing/2014/main" id="{690344FB-BF93-563F-6541-FEFBCA534AF2}"/>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3299819" y="183159"/>
            <a:ext cx="6030107" cy="6366392"/>
          </a:xfrm>
          <a:prstGeom prst="rect">
            <a:avLst/>
          </a:prstGeom>
        </p:spPr>
      </p:pic>
      <p:pic>
        <p:nvPicPr>
          <p:cNvPr id="6" name="Picture 5">
            <a:extLst>
              <a:ext uri="{FF2B5EF4-FFF2-40B4-BE49-F238E27FC236}">
                <a16:creationId xmlns:a16="http://schemas.microsoft.com/office/drawing/2014/main" id="{ED7C2929-36A8-2E8B-3EDE-943DDA6586BF}"/>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34048" y="183159"/>
            <a:ext cx="2475705" cy="1004356"/>
          </a:xfrm>
          <a:prstGeom prst="rect">
            <a:avLst/>
          </a:prstGeom>
        </p:spPr>
      </p:pic>
      <p:pic>
        <p:nvPicPr>
          <p:cNvPr id="11" name="Graphic 10">
            <a:extLst>
              <a:ext uri="{FF2B5EF4-FFF2-40B4-BE49-F238E27FC236}">
                <a16:creationId xmlns:a16="http://schemas.microsoft.com/office/drawing/2014/main" id="{62D562B2-EE84-161D-DEDB-BCD9DEE43A73}"/>
              </a:ext>
            </a:extLst>
          </p:cNvPr>
          <p:cNvPicPr>
            <a:picLocks noChangeAspect="1"/>
          </p:cNvPicPr>
          <p:nvPr/>
        </p:nvPicPr>
        <p:blipFill rotWithShape="1">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rcRect b="63660"/>
          <a:stretch/>
        </p:blipFill>
        <p:spPr>
          <a:xfrm>
            <a:off x="9420445" y="223645"/>
            <a:ext cx="2465597" cy="896003"/>
          </a:xfrm>
          <a:prstGeom prst="rect">
            <a:avLst/>
          </a:prstGeom>
        </p:spPr>
      </p:pic>
    </p:spTree>
    <p:extLst>
      <p:ext uri="{BB962C8B-B14F-4D97-AF65-F5344CB8AC3E}">
        <p14:creationId xmlns:p14="http://schemas.microsoft.com/office/powerpoint/2010/main" val="3127203768"/>
      </p:ext>
    </p:extLst>
  </p:cSld>
  <p:clrMapOvr>
    <a:masterClrMapping/>
  </p:clrMapOvr>
  <p:transition>
    <p:fade/>
  </p:transition>
  <p:hf hdr="0" ftr="0" dt="0"/>
  <p:extLst>
    <p:ext uri="{DCECCB84-F9BA-43D5-87BE-67443E8EF086}">
      <p15:sldGuideLst xmlns:p15="http://schemas.microsoft.com/office/powerpoint/2012/main"/>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cSld name="3 chart">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365DEF1-19BC-4909-35C9-78BF5A701A4B}"/>
              </a:ext>
            </a:extLst>
          </p:cNvPr>
          <p:cNvPicPr>
            <a:picLocks noChangeAspect="1"/>
          </p:cNvPicPr>
          <p:nvPr/>
        </p:nvPicPr>
        <p:blipFill>
          <a:blip r:embed="rId2" cstate="email">
            <a:alphaModFix/>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17" name="Chart Placeholder 3"/>
          <p:cNvSpPr>
            <a:spLocks noGrp="1"/>
          </p:cNvSpPr>
          <p:nvPr>
            <p:ph type="chart" sz="quarter" idx="15"/>
          </p:nvPr>
        </p:nvSpPr>
        <p:spPr>
          <a:xfrm>
            <a:off x="742950" y="2293299"/>
            <a:ext cx="3600000" cy="3930791"/>
          </a:xfrm>
          <a:prstGeom prst="rect">
            <a:avLst/>
          </a:prstGeom>
        </p:spPr>
        <p:txBody>
          <a:bodyPr/>
          <a:lstStyle/>
          <a:p>
            <a:r>
              <a:rPr lang="en-US" noProof="0"/>
              <a:t>Click icon to add chart</a:t>
            </a:r>
          </a:p>
        </p:txBody>
      </p:sp>
      <p:sp>
        <p:nvSpPr>
          <p:cNvPr id="18" name="Text Placeholder 8"/>
          <p:cNvSpPr>
            <a:spLocks noGrp="1"/>
          </p:cNvSpPr>
          <p:nvPr>
            <p:ph type="body" sz="quarter" idx="18"/>
          </p:nvPr>
        </p:nvSpPr>
        <p:spPr>
          <a:xfrm>
            <a:off x="742950" y="1906589"/>
            <a:ext cx="3600000" cy="392112"/>
          </a:xfrm>
        </p:spPr>
        <p:txBody>
          <a:bodyPr/>
          <a:lstStyle>
            <a:lvl1pPr algn="ctr">
              <a:defRPr/>
            </a:lvl1pPr>
          </a:lstStyle>
          <a:p>
            <a:pPr lvl="0"/>
            <a:r>
              <a:rPr lang="en-US" noProof="0"/>
              <a:t>Click to edit Master text styles</a:t>
            </a:r>
          </a:p>
        </p:txBody>
      </p:sp>
      <p:sp>
        <p:nvSpPr>
          <p:cNvPr id="7" name="Chart Placeholder 3"/>
          <p:cNvSpPr>
            <a:spLocks noGrp="1"/>
          </p:cNvSpPr>
          <p:nvPr>
            <p:ph type="chart" sz="quarter" idx="19"/>
          </p:nvPr>
        </p:nvSpPr>
        <p:spPr>
          <a:xfrm>
            <a:off x="4432318" y="2293298"/>
            <a:ext cx="3600000" cy="3930791"/>
          </a:xfrm>
          <a:prstGeom prst="rect">
            <a:avLst/>
          </a:prstGeom>
        </p:spPr>
        <p:txBody>
          <a:bodyPr/>
          <a:lstStyle/>
          <a:p>
            <a:r>
              <a:rPr lang="en-US" noProof="0"/>
              <a:t>Click icon to add chart</a:t>
            </a:r>
          </a:p>
        </p:txBody>
      </p:sp>
      <p:sp>
        <p:nvSpPr>
          <p:cNvPr id="8" name="Text Placeholder 8"/>
          <p:cNvSpPr>
            <a:spLocks noGrp="1"/>
          </p:cNvSpPr>
          <p:nvPr>
            <p:ph type="body" sz="quarter" idx="20"/>
          </p:nvPr>
        </p:nvSpPr>
        <p:spPr>
          <a:xfrm>
            <a:off x="4432317" y="1906588"/>
            <a:ext cx="3600000" cy="392112"/>
          </a:xfrm>
        </p:spPr>
        <p:txBody>
          <a:bodyPr/>
          <a:lstStyle>
            <a:lvl1pPr algn="ctr">
              <a:defRPr/>
            </a:lvl1pPr>
          </a:lstStyle>
          <a:p>
            <a:pPr lvl="0"/>
            <a:r>
              <a:rPr lang="en-US" noProof="0"/>
              <a:t>Click to edit Master text styles</a:t>
            </a:r>
          </a:p>
        </p:txBody>
      </p:sp>
      <p:sp>
        <p:nvSpPr>
          <p:cNvPr id="9" name="Chart Placeholder 3"/>
          <p:cNvSpPr>
            <a:spLocks noGrp="1"/>
          </p:cNvSpPr>
          <p:nvPr>
            <p:ph type="chart" sz="quarter" idx="21"/>
          </p:nvPr>
        </p:nvSpPr>
        <p:spPr>
          <a:xfrm>
            <a:off x="8121685" y="2293299"/>
            <a:ext cx="3600000" cy="3930791"/>
          </a:xfrm>
          <a:prstGeom prst="rect">
            <a:avLst/>
          </a:prstGeom>
        </p:spPr>
        <p:txBody>
          <a:bodyPr/>
          <a:lstStyle/>
          <a:p>
            <a:r>
              <a:rPr lang="en-US" noProof="0"/>
              <a:t>Click icon to add chart</a:t>
            </a:r>
          </a:p>
        </p:txBody>
      </p:sp>
      <p:sp>
        <p:nvSpPr>
          <p:cNvPr id="10" name="Text Placeholder 8"/>
          <p:cNvSpPr>
            <a:spLocks noGrp="1"/>
          </p:cNvSpPr>
          <p:nvPr>
            <p:ph type="body" sz="quarter" idx="22"/>
          </p:nvPr>
        </p:nvSpPr>
        <p:spPr>
          <a:xfrm>
            <a:off x="8121684" y="1900445"/>
            <a:ext cx="3600000" cy="398256"/>
          </a:xfrm>
        </p:spPr>
        <p:txBody>
          <a:bodyPr/>
          <a:lstStyle>
            <a:lvl1pPr algn="ctr">
              <a:defRPr/>
            </a:lvl1pPr>
          </a:lstStyle>
          <a:p>
            <a:pPr lvl="0"/>
            <a:r>
              <a:rPr lang="en-US" noProof="0"/>
              <a:t>Click to edit Master text styles</a:t>
            </a:r>
          </a:p>
        </p:txBody>
      </p:sp>
      <p:sp>
        <p:nvSpPr>
          <p:cNvPr id="4" name="Text Placeholder 8">
            <a:extLst>
              <a:ext uri="{FF2B5EF4-FFF2-40B4-BE49-F238E27FC236}">
                <a16:creationId xmlns:a16="http://schemas.microsoft.com/office/drawing/2014/main" id="{A2A25C17-74F3-7BCE-B0D3-F90B618B368F}"/>
              </a:ext>
            </a:extLst>
          </p:cNvPr>
          <p:cNvSpPr>
            <a:spLocks noGrp="1"/>
          </p:cNvSpPr>
          <p:nvPr>
            <p:ph type="body" sz="quarter" idx="36" hasCustomPrompt="1"/>
          </p:nvPr>
        </p:nvSpPr>
        <p:spPr>
          <a:xfrm>
            <a:off x="742950" y="1371521"/>
            <a:ext cx="10706100" cy="276999"/>
          </a:xfrm>
          <a:prstGeom prst="rect">
            <a:avLst/>
          </a:prstGeom>
        </p:spPr>
        <p:txBody>
          <a:bodyPr lIns="0" tIns="0" rIns="0" bIns="0">
            <a:spAutoFit/>
          </a:bodyPr>
          <a:lstStyle>
            <a:lvl1pPr marL="0" indent="0">
              <a:buNone/>
              <a:defRPr sz="1800" b="0" i="0">
                <a:solidFill>
                  <a:schemeClr val="bg1">
                    <a:lumMod val="50000"/>
                  </a:schemeClr>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pPr lvl="0"/>
            <a:r>
              <a:rPr lang="en-US"/>
              <a:t>Click to add subtitle</a:t>
            </a:r>
          </a:p>
        </p:txBody>
      </p:sp>
      <p:sp>
        <p:nvSpPr>
          <p:cNvPr id="5" name="Title Placeholder 1">
            <a:extLst>
              <a:ext uri="{FF2B5EF4-FFF2-40B4-BE49-F238E27FC236}">
                <a16:creationId xmlns:a16="http://schemas.microsoft.com/office/drawing/2014/main" id="{962E0749-E24E-CCF1-5D3D-8EDAD1FC2553}"/>
              </a:ext>
            </a:extLst>
          </p:cNvPr>
          <p:cNvSpPr>
            <a:spLocks noGrp="1"/>
          </p:cNvSpPr>
          <p:nvPr>
            <p:ph type="title" hasCustomPrompt="1"/>
          </p:nvPr>
        </p:nvSpPr>
        <p:spPr>
          <a:xfrm>
            <a:off x="742950" y="742950"/>
            <a:ext cx="10706100" cy="371475"/>
          </a:xfrm>
          <a:prstGeom prst="rect">
            <a:avLst/>
          </a:prstGeom>
        </p:spPr>
        <p:txBody>
          <a:bodyPr vert="horz" lIns="0" tIns="0" rIns="0" bIns="0" rtlCol="0" anchor="t" anchorCtr="0">
            <a:noAutofit/>
          </a:bodyPr>
          <a:lstStyle>
            <a:lvl1pPr>
              <a:defRPr sz="3600" b="0" i="0">
                <a:solidFill>
                  <a:srgbClr val="005587"/>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r>
              <a:rPr lang="en-US"/>
              <a:t>Click to add title</a:t>
            </a:r>
          </a:p>
        </p:txBody>
      </p:sp>
      <p:sp>
        <p:nvSpPr>
          <p:cNvPr id="3" name="TextBox 2">
            <a:extLst>
              <a:ext uri="{FF2B5EF4-FFF2-40B4-BE49-F238E27FC236}">
                <a16:creationId xmlns:a16="http://schemas.microsoft.com/office/drawing/2014/main" id="{C2F18E7C-46E0-A07C-27A9-30936C744425}"/>
              </a:ext>
            </a:extLst>
          </p:cNvPr>
          <p:cNvSpPr txBox="1"/>
          <p:nvPr/>
        </p:nvSpPr>
        <p:spPr>
          <a:xfrm>
            <a:off x="8989412" y="6477000"/>
            <a:ext cx="2576945" cy="100027"/>
          </a:xfrm>
          <a:prstGeom prst="rect">
            <a:avLst/>
          </a:prstGeom>
          <a:noFill/>
        </p:spPr>
        <p:txBody>
          <a:bodyPr wrap="square" lIns="0" tIns="0" rIns="0" bIns="0" rtlCol="0">
            <a:spAutoFit/>
          </a:bodyPr>
          <a:lstStyle/>
          <a:p>
            <a:pPr marL="0" marR="0" indent="0" algn="l" defTabSz="1219170" rtl="0" eaLnBrk="1" fontAlgn="auto" latinLnBrk="0" hangingPunct="1">
              <a:lnSpc>
                <a:spcPct val="100000"/>
              </a:lnSpc>
              <a:spcBef>
                <a:spcPts val="800"/>
              </a:spcBef>
              <a:spcAft>
                <a:spcPts val="0"/>
              </a:spcAft>
              <a:buClrTx/>
              <a:buSzPct val="100000"/>
              <a:buFont typeface="Arial"/>
              <a:buNone/>
              <a:tabLst/>
              <a:defRPr/>
            </a:pPr>
            <a:r>
              <a:rPr lang="en-US" sz="650" noProof="0">
                <a:solidFill>
                  <a:schemeClr val="bg2">
                    <a:lumMod val="90000"/>
                  </a:schemeClr>
                </a:solidFill>
              </a:rPr>
              <a:t>Copyright © 2023 Deloitte Development LLC. All rights reserved.  </a:t>
            </a:r>
            <a:r>
              <a:rPr kumimoji="0" lang="en-US" sz="650" b="0" i="0" u="none" strike="noStrike" kern="1200" cap="none" spc="0" normalizeH="0" baseline="0" noProof="0">
                <a:ln>
                  <a:noFill/>
                </a:ln>
                <a:solidFill>
                  <a:schemeClr val="bg2">
                    <a:lumMod val="90000"/>
                  </a:schemeClr>
                </a:solidFill>
                <a:effectLst/>
                <a:uLnTx/>
                <a:uFillTx/>
                <a:latin typeface="+mn-lt"/>
                <a:ea typeface="+mn-ea"/>
                <a:cs typeface="+mn-cs"/>
              </a:rPr>
              <a:t>| </a:t>
            </a:r>
            <a:endParaRPr lang="en-US" sz="650" noProof="0">
              <a:solidFill>
                <a:schemeClr val="bg2">
                  <a:lumMod val="90000"/>
                </a:schemeClr>
              </a:solidFill>
            </a:endParaRPr>
          </a:p>
        </p:txBody>
      </p:sp>
      <p:sp>
        <p:nvSpPr>
          <p:cNvPr id="6" name="TextBox 5">
            <a:extLst>
              <a:ext uri="{FF2B5EF4-FFF2-40B4-BE49-F238E27FC236}">
                <a16:creationId xmlns:a16="http://schemas.microsoft.com/office/drawing/2014/main" id="{A4BBB5BF-4968-BB8A-77BA-1042B308BF6A}"/>
              </a:ext>
            </a:extLst>
          </p:cNvPr>
          <p:cNvSpPr txBox="1"/>
          <p:nvPr/>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2">
                    <a:lumMod val="90000"/>
                  </a:schemeClr>
                </a:solidFill>
              </a:rPr>
              <a:pPr marL="0" indent="0" algn="r">
                <a:spcBef>
                  <a:spcPts val="800"/>
                </a:spcBef>
                <a:buSzPct val="100000"/>
                <a:buFont typeface="Arial"/>
                <a:buNone/>
              </a:pPr>
              <a:t>‹#›</a:t>
            </a:fld>
            <a:endParaRPr lang="en-US" sz="650" noProof="0">
              <a:solidFill>
                <a:schemeClr val="bg2">
                  <a:lumMod val="90000"/>
                </a:schemeClr>
              </a:solidFill>
            </a:endParaRPr>
          </a:p>
        </p:txBody>
      </p:sp>
    </p:spTree>
    <p:extLst>
      <p:ext uri="{BB962C8B-B14F-4D97-AF65-F5344CB8AC3E}">
        <p14:creationId xmlns:p14="http://schemas.microsoft.com/office/powerpoint/2010/main" val="4087950193"/>
      </p:ext>
    </p:extLst>
  </p:cSld>
  <p:clrMapOvr>
    <a:masterClrMapping/>
  </p:clrMapOvr>
  <p:transition>
    <p:fade/>
  </p:transition>
  <p:hf hdr="0" ftr="0" dt="0"/>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1_3 chart">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5D1374B9-40B1-05B3-57A5-D10D7F936F74}"/>
              </a:ext>
            </a:extLst>
          </p:cNvPr>
          <p:cNvPicPr>
            <a:picLocks noChangeAspect="1"/>
          </p:cNvPicPr>
          <p:nvPr/>
        </p:nvPicPr>
        <p:blipFill>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17" name="Chart Placeholder 3"/>
          <p:cNvSpPr>
            <a:spLocks noGrp="1"/>
          </p:cNvSpPr>
          <p:nvPr>
            <p:ph type="chart" sz="quarter" idx="15"/>
          </p:nvPr>
        </p:nvSpPr>
        <p:spPr>
          <a:xfrm>
            <a:off x="742950" y="2293299"/>
            <a:ext cx="3600000" cy="3930791"/>
          </a:xfrm>
          <a:prstGeom prst="rect">
            <a:avLst/>
          </a:prstGeom>
        </p:spPr>
        <p:txBody>
          <a:bodyPr/>
          <a:lstStyle/>
          <a:p>
            <a:r>
              <a:rPr lang="en-US" noProof="0"/>
              <a:t>Click icon to add chart</a:t>
            </a:r>
          </a:p>
        </p:txBody>
      </p:sp>
      <p:sp>
        <p:nvSpPr>
          <p:cNvPr id="18" name="Text Placeholder 8"/>
          <p:cNvSpPr>
            <a:spLocks noGrp="1"/>
          </p:cNvSpPr>
          <p:nvPr>
            <p:ph type="body" sz="quarter" idx="18"/>
          </p:nvPr>
        </p:nvSpPr>
        <p:spPr>
          <a:xfrm>
            <a:off x="742950" y="1906589"/>
            <a:ext cx="3600000" cy="392112"/>
          </a:xfrm>
        </p:spPr>
        <p:txBody>
          <a:bodyPr/>
          <a:lstStyle>
            <a:lvl1pPr algn="ctr">
              <a:defRPr>
                <a:solidFill>
                  <a:schemeClr val="bg1"/>
                </a:solidFill>
              </a:defRPr>
            </a:lvl1pPr>
          </a:lstStyle>
          <a:p>
            <a:pPr lvl="0"/>
            <a:r>
              <a:rPr lang="en-US" noProof="0"/>
              <a:t>Click to edit Master text styles</a:t>
            </a:r>
          </a:p>
        </p:txBody>
      </p:sp>
      <p:sp>
        <p:nvSpPr>
          <p:cNvPr id="7" name="Chart Placeholder 3"/>
          <p:cNvSpPr>
            <a:spLocks noGrp="1"/>
          </p:cNvSpPr>
          <p:nvPr>
            <p:ph type="chart" sz="quarter" idx="19"/>
          </p:nvPr>
        </p:nvSpPr>
        <p:spPr>
          <a:xfrm>
            <a:off x="4432318" y="2293298"/>
            <a:ext cx="3600000" cy="3930791"/>
          </a:xfrm>
          <a:prstGeom prst="rect">
            <a:avLst/>
          </a:prstGeom>
        </p:spPr>
        <p:txBody>
          <a:bodyPr/>
          <a:lstStyle/>
          <a:p>
            <a:r>
              <a:rPr lang="en-US" noProof="0"/>
              <a:t>Click icon to add chart</a:t>
            </a:r>
          </a:p>
        </p:txBody>
      </p:sp>
      <p:sp>
        <p:nvSpPr>
          <p:cNvPr id="8" name="Text Placeholder 8"/>
          <p:cNvSpPr>
            <a:spLocks noGrp="1"/>
          </p:cNvSpPr>
          <p:nvPr>
            <p:ph type="body" sz="quarter" idx="20"/>
          </p:nvPr>
        </p:nvSpPr>
        <p:spPr>
          <a:xfrm>
            <a:off x="4432317" y="1906588"/>
            <a:ext cx="3600000" cy="392112"/>
          </a:xfrm>
        </p:spPr>
        <p:txBody>
          <a:bodyPr/>
          <a:lstStyle>
            <a:lvl1pPr algn="ctr">
              <a:defRPr>
                <a:solidFill>
                  <a:schemeClr val="bg1"/>
                </a:solidFill>
              </a:defRPr>
            </a:lvl1pPr>
          </a:lstStyle>
          <a:p>
            <a:pPr lvl="0"/>
            <a:r>
              <a:rPr lang="en-US" noProof="0"/>
              <a:t>Click to edit Master text styles</a:t>
            </a:r>
          </a:p>
        </p:txBody>
      </p:sp>
      <p:sp>
        <p:nvSpPr>
          <p:cNvPr id="9" name="Chart Placeholder 3"/>
          <p:cNvSpPr>
            <a:spLocks noGrp="1"/>
          </p:cNvSpPr>
          <p:nvPr>
            <p:ph type="chart" sz="quarter" idx="21"/>
          </p:nvPr>
        </p:nvSpPr>
        <p:spPr>
          <a:xfrm>
            <a:off x="8121685" y="2293299"/>
            <a:ext cx="3600000" cy="3930791"/>
          </a:xfrm>
          <a:prstGeom prst="rect">
            <a:avLst/>
          </a:prstGeom>
        </p:spPr>
        <p:txBody>
          <a:bodyPr/>
          <a:lstStyle/>
          <a:p>
            <a:r>
              <a:rPr lang="en-US" noProof="0"/>
              <a:t>Click icon to add chart</a:t>
            </a:r>
          </a:p>
        </p:txBody>
      </p:sp>
      <p:sp>
        <p:nvSpPr>
          <p:cNvPr id="10" name="Text Placeholder 8"/>
          <p:cNvSpPr>
            <a:spLocks noGrp="1"/>
          </p:cNvSpPr>
          <p:nvPr>
            <p:ph type="body" sz="quarter" idx="22"/>
          </p:nvPr>
        </p:nvSpPr>
        <p:spPr>
          <a:xfrm>
            <a:off x="8121684" y="1900445"/>
            <a:ext cx="3600000" cy="398256"/>
          </a:xfrm>
        </p:spPr>
        <p:txBody>
          <a:bodyPr/>
          <a:lstStyle>
            <a:lvl1pPr algn="ctr">
              <a:defRPr>
                <a:solidFill>
                  <a:schemeClr val="bg1"/>
                </a:solidFill>
              </a:defRPr>
            </a:lvl1pPr>
          </a:lstStyle>
          <a:p>
            <a:pPr lvl="0"/>
            <a:r>
              <a:rPr lang="en-US" noProof="0"/>
              <a:t>Click to edit Master text styles</a:t>
            </a:r>
          </a:p>
        </p:txBody>
      </p:sp>
      <p:sp>
        <p:nvSpPr>
          <p:cNvPr id="4" name="Text Placeholder 8">
            <a:extLst>
              <a:ext uri="{FF2B5EF4-FFF2-40B4-BE49-F238E27FC236}">
                <a16:creationId xmlns:a16="http://schemas.microsoft.com/office/drawing/2014/main" id="{A2A25C17-74F3-7BCE-B0D3-F90B618B368F}"/>
              </a:ext>
            </a:extLst>
          </p:cNvPr>
          <p:cNvSpPr>
            <a:spLocks noGrp="1"/>
          </p:cNvSpPr>
          <p:nvPr>
            <p:ph type="body" sz="quarter" idx="36" hasCustomPrompt="1"/>
          </p:nvPr>
        </p:nvSpPr>
        <p:spPr>
          <a:xfrm>
            <a:off x="742950" y="1371521"/>
            <a:ext cx="10706100" cy="276999"/>
          </a:xfrm>
          <a:prstGeom prst="rect">
            <a:avLst/>
          </a:prstGeom>
        </p:spPr>
        <p:txBody>
          <a:bodyPr lIns="0" tIns="0" rIns="0" bIns="0">
            <a:spAutoFit/>
          </a:bodyPr>
          <a:lstStyle>
            <a:lvl1pPr marL="0" indent="0">
              <a:buNone/>
              <a:defRPr sz="1800" b="0" i="0">
                <a:solidFill>
                  <a:schemeClr val="accent6">
                    <a:lumMod val="20000"/>
                    <a:lumOff val="80000"/>
                  </a:schemeClr>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pPr lvl="0"/>
            <a:r>
              <a:rPr lang="en-US"/>
              <a:t>Click to add subtitle</a:t>
            </a:r>
          </a:p>
        </p:txBody>
      </p:sp>
      <p:sp>
        <p:nvSpPr>
          <p:cNvPr id="5" name="Title Placeholder 1">
            <a:extLst>
              <a:ext uri="{FF2B5EF4-FFF2-40B4-BE49-F238E27FC236}">
                <a16:creationId xmlns:a16="http://schemas.microsoft.com/office/drawing/2014/main" id="{962E0749-E24E-CCF1-5D3D-8EDAD1FC2553}"/>
              </a:ext>
            </a:extLst>
          </p:cNvPr>
          <p:cNvSpPr>
            <a:spLocks noGrp="1"/>
          </p:cNvSpPr>
          <p:nvPr>
            <p:ph type="title" hasCustomPrompt="1"/>
          </p:nvPr>
        </p:nvSpPr>
        <p:spPr>
          <a:xfrm>
            <a:off x="742950" y="742950"/>
            <a:ext cx="10706100" cy="371475"/>
          </a:xfrm>
          <a:prstGeom prst="rect">
            <a:avLst/>
          </a:prstGeom>
        </p:spPr>
        <p:txBody>
          <a:bodyPr vert="horz" lIns="0" tIns="0" rIns="0" bIns="0" rtlCol="0" anchor="t" anchorCtr="0">
            <a:noAutofit/>
          </a:bodyPr>
          <a:lstStyle>
            <a:lvl1pPr>
              <a:defRPr sz="3600"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r>
              <a:rPr lang="en-US"/>
              <a:t>Click to add title</a:t>
            </a:r>
          </a:p>
        </p:txBody>
      </p:sp>
      <p:sp>
        <p:nvSpPr>
          <p:cNvPr id="3" name="TextBox 2">
            <a:extLst>
              <a:ext uri="{FF2B5EF4-FFF2-40B4-BE49-F238E27FC236}">
                <a16:creationId xmlns:a16="http://schemas.microsoft.com/office/drawing/2014/main" id="{C2F18E7C-46E0-A07C-27A9-30936C744425}"/>
              </a:ext>
            </a:extLst>
          </p:cNvPr>
          <p:cNvSpPr txBox="1"/>
          <p:nvPr/>
        </p:nvSpPr>
        <p:spPr>
          <a:xfrm>
            <a:off x="8989412" y="6477000"/>
            <a:ext cx="2576945" cy="100027"/>
          </a:xfrm>
          <a:prstGeom prst="rect">
            <a:avLst/>
          </a:prstGeom>
          <a:noFill/>
        </p:spPr>
        <p:txBody>
          <a:bodyPr wrap="square" lIns="0" tIns="0" rIns="0" bIns="0" rtlCol="0">
            <a:spAutoFit/>
          </a:bodyPr>
          <a:lstStyle/>
          <a:p>
            <a:pPr marL="0" marR="0" indent="0" algn="l" defTabSz="1219170" rtl="0" eaLnBrk="1" fontAlgn="auto" latinLnBrk="0" hangingPunct="1">
              <a:lnSpc>
                <a:spcPct val="100000"/>
              </a:lnSpc>
              <a:spcBef>
                <a:spcPts val="800"/>
              </a:spcBef>
              <a:spcAft>
                <a:spcPts val="0"/>
              </a:spcAft>
              <a:buClrTx/>
              <a:buSzPct val="100000"/>
              <a:buFont typeface="Arial"/>
              <a:buNone/>
              <a:tabLst/>
              <a:defRPr/>
            </a:pPr>
            <a:r>
              <a:rPr lang="en-US" sz="650" noProof="0">
                <a:solidFill>
                  <a:schemeClr val="bg2">
                    <a:lumMod val="90000"/>
                  </a:schemeClr>
                </a:solidFill>
              </a:rPr>
              <a:t>Copyright © 2023 Deloitte Development LLC. All rights reserved.  </a:t>
            </a:r>
            <a:r>
              <a:rPr kumimoji="0" lang="en-US" sz="650" b="0" i="0" u="none" strike="noStrike" kern="1200" cap="none" spc="0" normalizeH="0" baseline="0" noProof="0">
                <a:ln>
                  <a:noFill/>
                </a:ln>
                <a:solidFill>
                  <a:schemeClr val="bg2">
                    <a:lumMod val="90000"/>
                  </a:schemeClr>
                </a:solidFill>
                <a:effectLst/>
                <a:uLnTx/>
                <a:uFillTx/>
                <a:latin typeface="+mn-lt"/>
                <a:ea typeface="+mn-ea"/>
                <a:cs typeface="+mn-cs"/>
              </a:rPr>
              <a:t>| </a:t>
            </a:r>
            <a:endParaRPr lang="en-US" sz="650" noProof="0">
              <a:solidFill>
                <a:schemeClr val="bg2">
                  <a:lumMod val="90000"/>
                </a:schemeClr>
              </a:solidFill>
            </a:endParaRPr>
          </a:p>
        </p:txBody>
      </p:sp>
      <p:sp>
        <p:nvSpPr>
          <p:cNvPr id="6" name="TextBox 5">
            <a:extLst>
              <a:ext uri="{FF2B5EF4-FFF2-40B4-BE49-F238E27FC236}">
                <a16:creationId xmlns:a16="http://schemas.microsoft.com/office/drawing/2014/main" id="{A4BBB5BF-4968-BB8A-77BA-1042B308BF6A}"/>
              </a:ext>
            </a:extLst>
          </p:cNvPr>
          <p:cNvSpPr txBox="1"/>
          <p:nvPr/>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2">
                    <a:lumMod val="90000"/>
                  </a:schemeClr>
                </a:solidFill>
              </a:rPr>
              <a:pPr marL="0" indent="0" algn="r">
                <a:spcBef>
                  <a:spcPts val="800"/>
                </a:spcBef>
                <a:buSzPct val="100000"/>
                <a:buFont typeface="Arial"/>
                <a:buNone/>
              </a:pPr>
              <a:t>‹#›</a:t>
            </a:fld>
            <a:endParaRPr lang="en-US" sz="650" noProof="0">
              <a:solidFill>
                <a:schemeClr val="bg2">
                  <a:lumMod val="90000"/>
                </a:schemeClr>
              </a:solidFill>
            </a:endParaRPr>
          </a:p>
        </p:txBody>
      </p:sp>
    </p:spTree>
    <p:extLst>
      <p:ext uri="{BB962C8B-B14F-4D97-AF65-F5344CB8AC3E}">
        <p14:creationId xmlns:p14="http://schemas.microsoft.com/office/powerpoint/2010/main" val="200523324"/>
      </p:ext>
    </p:extLst>
  </p:cSld>
  <p:clrMapOvr>
    <a:masterClrMapping/>
  </p:clrMapOvr>
  <p:transition>
    <p:fade/>
  </p:transition>
  <p:hf hdr="0" ftr="0" dt="0"/>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1_Title Left, Subhea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C6D61CA-9E28-C55C-3A76-99D7DA20B156}"/>
              </a:ext>
            </a:extLst>
          </p:cNvPr>
          <p:cNvPicPr>
            <a:picLocks noChangeAspect="1"/>
          </p:cNvPicPr>
          <p:nvPr/>
        </p:nvPicPr>
        <p:blipFill>
          <a:blip r:embed="rId2" cstate="email">
            <a:alphaModFix/>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8" name="Text Placeholder 8">
            <a:extLst>
              <a:ext uri="{FF2B5EF4-FFF2-40B4-BE49-F238E27FC236}">
                <a16:creationId xmlns:a16="http://schemas.microsoft.com/office/drawing/2014/main" id="{CC5398E4-4E3B-3DDD-FDB5-0F7C0A68D01C}"/>
              </a:ext>
            </a:extLst>
          </p:cNvPr>
          <p:cNvSpPr>
            <a:spLocks noGrp="1"/>
          </p:cNvSpPr>
          <p:nvPr>
            <p:ph type="body" sz="quarter" idx="22" hasCustomPrompt="1"/>
          </p:nvPr>
        </p:nvSpPr>
        <p:spPr>
          <a:xfrm>
            <a:off x="742950" y="1700213"/>
            <a:ext cx="3354388" cy="757255"/>
          </a:xfrm>
          <a:prstGeom prst="rect">
            <a:avLst/>
          </a:prstGeom>
        </p:spPr>
        <p:txBody>
          <a:bodyPr lIns="0" tIns="0" rIns="0" bIns="0">
            <a:noAutofit/>
          </a:bodyPr>
          <a:lstStyle>
            <a:lvl1pPr marL="0" indent="0">
              <a:buNone/>
              <a:defRPr sz="1800" b="0" i="0">
                <a:solidFill>
                  <a:schemeClr val="bg1">
                    <a:lumMod val="50000"/>
                  </a:schemeClr>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pPr lvl="0"/>
            <a:r>
              <a:rPr lang="en-US"/>
              <a:t>Click to add subtitle</a:t>
            </a:r>
          </a:p>
        </p:txBody>
      </p:sp>
      <p:sp>
        <p:nvSpPr>
          <p:cNvPr id="9" name="Title Placeholder 1">
            <a:extLst>
              <a:ext uri="{FF2B5EF4-FFF2-40B4-BE49-F238E27FC236}">
                <a16:creationId xmlns:a16="http://schemas.microsoft.com/office/drawing/2014/main" id="{86FDD180-7127-32EA-A651-6CDD0BBA7160}"/>
              </a:ext>
            </a:extLst>
          </p:cNvPr>
          <p:cNvSpPr>
            <a:spLocks noGrp="1"/>
          </p:cNvSpPr>
          <p:nvPr>
            <p:ph type="title" hasCustomPrompt="1"/>
          </p:nvPr>
        </p:nvSpPr>
        <p:spPr>
          <a:xfrm>
            <a:off x="742950" y="1017588"/>
            <a:ext cx="3354388" cy="498598"/>
          </a:xfrm>
          <a:prstGeom prst="rect">
            <a:avLst/>
          </a:prstGeom>
        </p:spPr>
        <p:txBody>
          <a:bodyPr vert="horz" wrap="square" lIns="0" tIns="0" rIns="0" bIns="0" rtlCol="0" anchor="t" anchorCtr="0">
            <a:spAutoFit/>
          </a:bodyPr>
          <a:lstStyle>
            <a:lvl1pPr>
              <a:defRPr lang="en-US" sz="3600" b="0" i="0" kern="1200" dirty="0">
                <a:solidFill>
                  <a:srgbClr val="005587"/>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r>
              <a:rPr lang="en-US"/>
              <a:t>Click to add title</a:t>
            </a:r>
          </a:p>
        </p:txBody>
      </p:sp>
      <p:sp>
        <p:nvSpPr>
          <p:cNvPr id="3" name="TextBox 2">
            <a:extLst>
              <a:ext uri="{FF2B5EF4-FFF2-40B4-BE49-F238E27FC236}">
                <a16:creationId xmlns:a16="http://schemas.microsoft.com/office/drawing/2014/main" id="{B0C62BCA-F036-138D-2007-E3BC9D13B1DD}"/>
              </a:ext>
            </a:extLst>
          </p:cNvPr>
          <p:cNvSpPr txBox="1"/>
          <p:nvPr/>
        </p:nvSpPr>
        <p:spPr>
          <a:xfrm>
            <a:off x="8989412" y="6477000"/>
            <a:ext cx="2576945" cy="100027"/>
          </a:xfrm>
          <a:prstGeom prst="rect">
            <a:avLst/>
          </a:prstGeom>
          <a:noFill/>
        </p:spPr>
        <p:txBody>
          <a:bodyPr wrap="square" lIns="0" tIns="0" rIns="0" bIns="0" rtlCol="0">
            <a:spAutoFit/>
          </a:bodyPr>
          <a:lstStyle/>
          <a:p>
            <a:pPr marL="0" marR="0" indent="0" algn="l" defTabSz="1219170" rtl="0" eaLnBrk="1" fontAlgn="auto" latinLnBrk="0" hangingPunct="1">
              <a:lnSpc>
                <a:spcPct val="100000"/>
              </a:lnSpc>
              <a:spcBef>
                <a:spcPts val="800"/>
              </a:spcBef>
              <a:spcAft>
                <a:spcPts val="0"/>
              </a:spcAft>
              <a:buClrTx/>
              <a:buSzPct val="100000"/>
              <a:buFont typeface="Arial"/>
              <a:buNone/>
              <a:tabLst/>
              <a:defRPr/>
            </a:pPr>
            <a:r>
              <a:rPr lang="en-US" sz="650" noProof="0">
                <a:solidFill>
                  <a:schemeClr val="bg2">
                    <a:lumMod val="90000"/>
                  </a:schemeClr>
                </a:solidFill>
              </a:rPr>
              <a:t>Copyright © 2023 Deloitte Development LLC. All rights reserved.  </a:t>
            </a:r>
            <a:r>
              <a:rPr kumimoji="0" lang="en-US" sz="650" b="0" i="0" u="none" strike="noStrike" kern="1200" cap="none" spc="0" normalizeH="0" baseline="0" noProof="0">
                <a:ln>
                  <a:noFill/>
                </a:ln>
                <a:solidFill>
                  <a:schemeClr val="bg2">
                    <a:lumMod val="90000"/>
                  </a:schemeClr>
                </a:solidFill>
                <a:effectLst/>
                <a:uLnTx/>
                <a:uFillTx/>
                <a:latin typeface="+mn-lt"/>
                <a:ea typeface="+mn-ea"/>
                <a:cs typeface="+mn-cs"/>
              </a:rPr>
              <a:t>| </a:t>
            </a:r>
            <a:endParaRPr lang="en-US" sz="650" noProof="0">
              <a:solidFill>
                <a:schemeClr val="bg2">
                  <a:lumMod val="90000"/>
                </a:schemeClr>
              </a:solidFill>
            </a:endParaRPr>
          </a:p>
        </p:txBody>
      </p:sp>
      <p:sp>
        <p:nvSpPr>
          <p:cNvPr id="4" name="TextBox 3">
            <a:extLst>
              <a:ext uri="{FF2B5EF4-FFF2-40B4-BE49-F238E27FC236}">
                <a16:creationId xmlns:a16="http://schemas.microsoft.com/office/drawing/2014/main" id="{E7E0C67B-9298-AB46-3112-076090F88ECA}"/>
              </a:ext>
            </a:extLst>
          </p:cNvPr>
          <p:cNvSpPr txBox="1"/>
          <p:nvPr/>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2">
                    <a:lumMod val="90000"/>
                  </a:schemeClr>
                </a:solidFill>
              </a:rPr>
              <a:pPr marL="0" indent="0" algn="r">
                <a:spcBef>
                  <a:spcPts val="800"/>
                </a:spcBef>
                <a:buSzPct val="100000"/>
                <a:buFont typeface="Arial"/>
                <a:buNone/>
              </a:pPr>
              <a:t>‹#›</a:t>
            </a:fld>
            <a:endParaRPr lang="en-US" sz="650" noProof="0">
              <a:solidFill>
                <a:schemeClr val="bg2">
                  <a:lumMod val="90000"/>
                </a:schemeClr>
              </a:solidFill>
            </a:endParaRPr>
          </a:p>
        </p:txBody>
      </p:sp>
    </p:spTree>
    <p:extLst>
      <p:ext uri="{BB962C8B-B14F-4D97-AF65-F5344CB8AC3E}">
        <p14:creationId xmlns:p14="http://schemas.microsoft.com/office/powerpoint/2010/main" val="2521483428"/>
      </p:ext>
    </p:extLst>
  </p:cSld>
  <p:clrMapOvr>
    <a:masterClrMapping/>
  </p:clrMapOvr>
  <p:hf hdr="0" ftr="0" dt="0"/>
  <p:extLst>
    <p:ext uri="{DCECCB84-F9BA-43D5-87BE-67443E8EF086}">
      <p15:sldGuideLst xmlns:p15="http://schemas.microsoft.com/office/powerpoint/2012/main">
        <p15:guide id="1" pos="456">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3_Title Left, Subhea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E8BBCC3-33FA-BA85-A4E6-26B1968BD1E0}"/>
              </a:ext>
            </a:extLst>
          </p:cNvPr>
          <p:cNvPicPr>
            <a:picLocks noChangeAspect="1"/>
          </p:cNvPicPr>
          <p:nvPr/>
        </p:nvPicPr>
        <p:blipFill>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8" name="Text Placeholder 8">
            <a:extLst>
              <a:ext uri="{FF2B5EF4-FFF2-40B4-BE49-F238E27FC236}">
                <a16:creationId xmlns:a16="http://schemas.microsoft.com/office/drawing/2014/main" id="{CC5398E4-4E3B-3DDD-FDB5-0F7C0A68D01C}"/>
              </a:ext>
            </a:extLst>
          </p:cNvPr>
          <p:cNvSpPr>
            <a:spLocks noGrp="1"/>
          </p:cNvSpPr>
          <p:nvPr>
            <p:ph type="body" sz="quarter" idx="22" hasCustomPrompt="1"/>
          </p:nvPr>
        </p:nvSpPr>
        <p:spPr>
          <a:xfrm>
            <a:off x="742950" y="1700213"/>
            <a:ext cx="3354388" cy="757255"/>
          </a:xfrm>
          <a:prstGeom prst="rect">
            <a:avLst/>
          </a:prstGeom>
        </p:spPr>
        <p:txBody>
          <a:bodyPr lIns="0" tIns="0" rIns="0" bIns="0">
            <a:noAutofit/>
          </a:bodyPr>
          <a:lstStyle>
            <a:lvl1pPr marL="0" indent="0">
              <a:buNone/>
              <a:defRPr sz="1800" b="0" i="0">
                <a:solidFill>
                  <a:schemeClr val="accent6">
                    <a:lumMod val="20000"/>
                    <a:lumOff val="80000"/>
                  </a:schemeClr>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pPr lvl="0"/>
            <a:r>
              <a:rPr lang="en-US"/>
              <a:t>Click to add subtitle</a:t>
            </a:r>
          </a:p>
        </p:txBody>
      </p:sp>
      <p:sp>
        <p:nvSpPr>
          <p:cNvPr id="9" name="Title Placeholder 1">
            <a:extLst>
              <a:ext uri="{FF2B5EF4-FFF2-40B4-BE49-F238E27FC236}">
                <a16:creationId xmlns:a16="http://schemas.microsoft.com/office/drawing/2014/main" id="{86FDD180-7127-32EA-A651-6CDD0BBA7160}"/>
              </a:ext>
            </a:extLst>
          </p:cNvPr>
          <p:cNvSpPr>
            <a:spLocks noGrp="1"/>
          </p:cNvSpPr>
          <p:nvPr>
            <p:ph type="title" hasCustomPrompt="1"/>
          </p:nvPr>
        </p:nvSpPr>
        <p:spPr>
          <a:xfrm>
            <a:off x="742950" y="1017588"/>
            <a:ext cx="3354388" cy="498598"/>
          </a:xfrm>
          <a:prstGeom prst="rect">
            <a:avLst/>
          </a:prstGeom>
        </p:spPr>
        <p:txBody>
          <a:bodyPr vert="horz" wrap="square" lIns="0" tIns="0" rIns="0" bIns="0" rtlCol="0" anchor="t" anchorCtr="0">
            <a:spAutoFit/>
          </a:bodyPr>
          <a:lstStyle>
            <a:lvl1pPr>
              <a:defRPr lang="en-US" sz="3600" b="0" i="0" kern="1200" dirty="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r>
              <a:rPr lang="en-US"/>
              <a:t>Click to add title</a:t>
            </a:r>
          </a:p>
        </p:txBody>
      </p:sp>
      <p:sp>
        <p:nvSpPr>
          <p:cNvPr id="3" name="TextBox 2">
            <a:extLst>
              <a:ext uri="{FF2B5EF4-FFF2-40B4-BE49-F238E27FC236}">
                <a16:creationId xmlns:a16="http://schemas.microsoft.com/office/drawing/2014/main" id="{B0C62BCA-F036-138D-2007-E3BC9D13B1DD}"/>
              </a:ext>
            </a:extLst>
          </p:cNvPr>
          <p:cNvSpPr txBox="1"/>
          <p:nvPr/>
        </p:nvSpPr>
        <p:spPr>
          <a:xfrm>
            <a:off x="8989412" y="6477000"/>
            <a:ext cx="2576945" cy="100027"/>
          </a:xfrm>
          <a:prstGeom prst="rect">
            <a:avLst/>
          </a:prstGeom>
          <a:noFill/>
        </p:spPr>
        <p:txBody>
          <a:bodyPr wrap="square" lIns="0" tIns="0" rIns="0" bIns="0" rtlCol="0">
            <a:spAutoFit/>
          </a:bodyPr>
          <a:lstStyle/>
          <a:p>
            <a:pPr marL="0" marR="0" indent="0" algn="l" defTabSz="1219170" rtl="0" eaLnBrk="1" fontAlgn="auto" latinLnBrk="0" hangingPunct="1">
              <a:lnSpc>
                <a:spcPct val="100000"/>
              </a:lnSpc>
              <a:spcBef>
                <a:spcPts val="800"/>
              </a:spcBef>
              <a:spcAft>
                <a:spcPts val="0"/>
              </a:spcAft>
              <a:buClrTx/>
              <a:buSzPct val="100000"/>
              <a:buFont typeface="Arial"/>
              <a:buNone/>
              <a:tabLst/>
              <a:defRPr/>
            </a:pPr>
            <a:r>
              <a:rPr lang="en-US" sz="650" noProof="0">
                <a:solidFill>
                  <a:schemeClr val="bg2">
                    <a:lumMod val="90000"/>
                  </a:schemeClr>
                </a:solidFill>
              </a:rPr>
              <a:t>Copyright © 2023 Deloitte Development LLC. All rights reserved.  </a:t>
            </a:r>
            <a:r>
              <a:rPr kumimoji="0" lang="en-US" sz="650" b="0" i="0" u="none" strike="noStrike" kern="1200" cap="none" spc="0" normalizeH="0" baseline="0" noProof="0">
                <a:ln>
                  <a:noFill/>
                </a:ln>
                <a:solidFill>
                  <a:schemeClr val="bg2">
                    <a:lumMod val="90000"/>
                  </a:schemeClr>
                </a:solidFill>
                <a:effectLst/>
                <a:uLnTx/>
                <a:uFillTx/>
                <a:latin typeface="+mn-lt"/>
                <a:ea typeface="+mn-ea"/>
                <a:cs typeface="+mn-cs"/>
              </a:rPr>
              <a:t>| </a:t>
            </a:r>
            <a:endParaRPr lang="en-US" sz="650" noProof="0">
              <a:solidFill>
                <a:schemeClr val="bg2">
                  <a:lumMod val="90000"/>
                </a:schemeClr>
              </a:solidFill>
            </a:endParaRPr>
          </a:p>
        </p:txBody>
      </p:sp>
      <p:sp>
        <p:nvSpPr>
          <p:cNvPr id="4" name="TextBox 3">
            <a:extLst>
              <a:ext uri="{FF2B5EF4-FFF2-40B4-BE49-F238E27FC236}">
                <a16:creationId xmlns:a16="http://schemas.microsoft.com/office/drawing/2014/main" id="{E7E0C67B-9298-AB46-3112-076090F88ECA}"/>
              </a:ext>
            </a:extLst>
          </p:cNvPr>
          <p:cNvSpPr txBox="1"/>
          <p:nvPr/>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2">
                    <a:lumMod val="90000"/>
                  </a:schemeClr>
                </a:solidFill>
              </a:rPr>
              <a:pPr marL="0" indent="0" algn="r">
                <a:spcBef>
                  <a:spcPts val="800"/>
                </a:spcBef>
                <a:buSzPct val="100000"/>
                <a:buFont typeface="Arial"/>
                <a:buNone/>
              </a:pPr>
              <a:t>‹#›</a:t>
            </a:fld>
            <a:endParaRPr lang="en-US" sz="650" noProof="0">
              <a:solidFill>
                <a:schemeClr val="bg2">
                  <a:lumMod val="90000"/>
                </a:schemeClr>
              </a:solidFill>
            </a:endParaRPr>
          </a:p>
        </p:txBody>
      </p:sp>
    </p:spTree>
    <p:extLst>
      <p:ext uri="{BB962C8B-B14F-4D97-AF65-F5344CB8AC3E}">
        <p14:creationId xmlns:p14="http://schemas.microsoft.com/office/powerpoint/2010/main" val="1778891669"/>
      </p:ext>
    </p:extLst>
  </p:cSld>
  <p:clrMapOvr>
    <a:masterClrMapping/>
  </p:clrMapOvr>
  <p:hf hdr="0" ftr="0" dt="0"/>
  <p:extLst>
    <p:ext uri="{DCECCB84-F9BA-43D5-87BE-67443E8EF086}">
      <p15:sldGuideLst xmlns:p15="http://schemas.microsoft.com/office/powerpoint/2012/main">
        <p15:guide id="1" pos="456">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2_Title Left, Subhea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25074C5-5C0B-ECBF-5D9F-821D9C44D188}"/>
              </a:ext>
            </a:extLst>
          </p:cNvPr>
          <p:cNvPicPr>
            <a:picLocks noChangeAspect="1"/>
          </p:cNvPicPr>
          <p:nvPr/>
        </p:nvPicPr>
        <p:blipFill>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8" name="Text Placeholder 8">
            <a:extLst>
              <a:ext uri="{FF2B5EF4-FFF2-40B4-BE49-F238E27FC236}">
                <a16:creationId xmlns:a16="http://schemas.microsoft.com/office/drawing/2014/main" id="{CC5398E4-4E3B-3DDD-FDB5-0F7C0A68D01C}"/>
              </a:ext>
            </a:extLst>
          </p:cNvPr>
          <p:cNvSpPr>
            <a:spLocks noGrp="1"/>
          </p:cNvSpPr>
          <p:nvPr>
            <p:ph type="body" sz="quarter" idx="22" hasCustomPrompt="1"/>
          </p:nvPr>
        </p:nvSpPr>
        <p:spPr>
          <a:xfrm>
            <a:off x="742950" y="1700213"/>
            <a:ext cx="3354388" cy="757255"/>
          </a:xfrm>
          <a:prstGeom prst="rect">
            <a:avLst/>
          </a:prstGeom>
        </p:spPr>
        <p:txBody>
          <a:bodyPr lIns="0" tIns="0" rIns="0" bIns="0">
            <a:noAutofit/>
          </a:bodyPr>
          <a:lstStyle>
            <a:lvl1pPr marL="0" indent="0">
              <a:buNone/>
              <a:defRPr sz="1800" b="0" i="0">
                <a:solidFill>
                  <a:schemeClr val="accent6">
                    <a:lumMod val="20000"/>
                    <a:lumOff val="80000"/>
                  </a:schemeClr>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pPr lvl="0"/>
            <a:r>
              <a:rPr lang="en-US"/>
              <a:t>Click to add subtitle</a:t>
            </a:r>
          </a:p>
        </p:txBody>
      </p:sp>
      <p:sp>
        <p:nvSpPr>
          <p:cNvPr id="9" name="Title Placeholder 1">
            <a:extLst>
              <a:ext uri="{FF2B5EF4-FFF2-40B4-BE49-F238E27FC236}">
                <a16:creationId xmlns:a16="http://schemas.microsoft.com/office/drawing/2014/main" id="{86FDD180-7127-32EA-A651-6CDD0BBA7160}"/>
              </a:ext>
            </a:extLst>
          </p:cNvPr>
          <p:cNvSpPr>
            <a:spLocks noGrp="1"/>
          </p:cNvSpPr>
          <p:nvPr>
            <p:ph type="title" hasCustomPrompt="1"/>
          </p:nvPr>
        </p:nvSpPr>
        <p:spPr>
          <a:xfrm>
            <a:off x="742950" y="1017588"/>
            <a:ext cx="3354388" cy="498598"/>
          </a:xfrm>
          <a:prstGeom prst="rect">
            <a:avLst/>
          </a:prstGeom>
        </p:spPr>
        <p:txBody>
          <a:bodyPr vert="horz" wrap="square" lIns="0" tIns="0" rIns="0" bIns="0" rtlCol="0" anchor="t" anchorCtr="0">
            <a:spAutoFit/>
          </a:bodyPr>
          <a:lstStyle>
            <a:lvl1pPr>
              <a:defRPr lang="en-US" sz="3600" b="0" i="0" kern="1200" dirty="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r>
              <a:rPr lang="en-US"/>
              <a:t>Click to add title</a:t>
            </a:r>
          </a:p>
        </p:txBody>
      </p:sp>
      <p:sp>
        <p:nvSpPr>
          <p:cNvPr id="3" name="TextBox 2">
            <a:extLst>
              <a:ext uri="{FF2B5EF4-FFF2-40B4-BE49-F238E27FC236}">
                <a16:creationId xmlns:a16="http://schemas.microsoft.com/office/drawing/2014/main" id="{B0C62BCA-F036-138D-2007-E3BC9D13B1DD}"/>
              </a:ext>
            </a:extLst>
          </p:cNvPr>
          <p:cNvSpPr txBox="1"/>
          <p:nvPr/>
        </p:nvSpPr>
        <p:spPr>
          <a:xfrm>
            <a:off x="8989412" y="6477000"/>
            <a:ext cx="2576945" cy="100027"/>
          </a:xfrm>
          <a:prstGeom prst="rect">
            <a:avLst/>
          </a:prstGeom>
          <a:noFill/>
        </p:spPr>
        <p:txBody>
          <a:bodyPr wrap="square" lIns="0" tIns="0" rIns="0" bIns="0" rtlCol="0">
            <a:spAutoFit/>
          </a:bodyPr>
          <a:lstStyle/>
          <a:p>
            <a:pPr marL="0" marR="0" indent="0" algn="l" defTabSz="1219170" rtl="0" eaLnBrk="1" fontAlgn="auto" latinLnBrk="0" hangingPunct="1">
              <a:lnSpc>
                <a:spcPct val="100000"/>
              </a:lnSpc>
              <a:spcBef>
                <a:spcPts val="800"/>
              </a:spcBef>
              <a:spcAft>
                <a:spcPts val="0"/>
              </a:spcAft>
              <a:buClrTx/>
              <a:buSzPct val="100000"/>
              <a:buFont typeface="Arial"/>
              <a:buNone/>
              <a:tabLst/>
              <a:defRPr/>
            </a:pPr>
            <a:r>
              <a:rPr lang="en-US" sz="650" noProof="0">
                <a:solidFill>
                  <a:schemeClr val="bg2">
                    <a:lumMod val="90000"/>
                  </a:schemeClr>
                </a:solidFill>
              </a:rPr>
              <a:t>Copyright © 2023 Deloitte Development LLC. All rights reserved.  </a:t>
            </a:r>
            <a:r>
              <a:rPr kumimoji="0" lang="en-US" sz="650" b="0" i="0" u="none" strike="noStrike" kern="1200" cap="none" spc="0" normalizeH="0" baseline="0" noProof="0">
                <a:ln>
                  <a:noFill/>
                </a:ln>
                <a:solidFill>
                  <a:schemeClr val="bg2">
                    <a:lumMod val="90000"/>
                  </a:schemeClr>
                </a:solidFill>
                <a:effectLst/>
                <a:uLnTx/>
                <a:uFillTx/>
                <a:latin typeface="+mn-lt"/>
                <a:ea typeface="+mn-ea"/>
                <a:cs typeface="+mn-cs"/>
              </a:rPr>
              <a:t>| </a:t>
            </a:r>
            <a:endParaRPr lang="en-US" sz="650" noProof="0">
              <a:solidFill>
                <a:schemeClr val="bg2">
                  <a:lumMod val="90000"/>
                </a:schemeClr>
              </a:solidFill>
            </a:endParaRPr>
          </a:p>
        </p:txBody>
      </p:sp>
      <p:sp>
        <p:nvSpPr>
          <p:cNvPr id="4" name="TextBox 3">
            <a:extLst>
              <a:ext uri="{FF2B5EF4-FFF2-40B4-BE49-F238E27FC236}">
                <a16:creationId xmlns:a16="http://schemas.microsoft.com/office/drawing/2014/main" id="{E7E0C67B-9298-AB46-3112-076090F88ECA}"/>
              </a:ext>
            </a:extLst>
          </p:cNvPr>
          <p:cNvSpPr txBox="1"/>
          <p:nvPr/>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2">
                    <a:lumMod val="90000"/>
                  </a:schemeClr>
                </a:solidFill>
              </a:rPr>
              <a:pPr marL="0" indent="0" algn="r">
                <a:spcBef>
                  <a:spcPts val="800"/>
                </a:spcBef>
                <a:buSzPct val="100000"/>
                <a:buFont typeface="Arial"/>
                <a:buNone/>
              </a:pPr>
              <a:t>‹#›</a:t>
            </a:fld>
            <a:endParaRPr lang="en-US" sz="650" noProof="0">
              <a:solidFill>
                <a:schemeClr val="bg2">
                  <a:lumMod val="90000"/>
                </a:schemeClr>
              </a:solidFill>
            </a:endParaRPr>
          </a:p>
        </p:txBody>
      </p:sp>
    </p:spTree>
    <p:extLst>
      <p:ext uri="{BB962C8B-B14F-4D97-AF65-F5344CB8AC3E}">
        <p14:creationId xmlns:p14="http://schemas.microsoft.com/office/powerpoint/2010/main" val="3028391967"/>
      </p:ext>
    </p:extLst>
  </p:cSld>
  <p:clrMapOvr>
    <a:masterClrMapping/>
  </p:clrMapOvr>
  <p:hf hdr="0" ftr="0" dt="0"/>
  <p:extLst>
    <p:ext uri="{DCECCB84-F9BA-43D5-87BE-67443E8EF086}">
      <p15:sldGuideLst xmlns:p15="http://schemas.microsoft.com/office/powerpoint/2012/main">
        <p15:guide id="1" pos="456">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cSld name="Title Left, Subhea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9ECD793-38B4-04C5-F8C5-B1F8F9B377E4}"/>
              </a:ext>
            </a:extLst>
          </p:cNvPr>
          <p:cNvPicPr>
            <a:picLocks noChangeAspect="1"/>
          </p:cNvPicPr>
          <p:nvPr/>
        </p:nvPicPr>
        <p:blipFill>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8" name="Text Placeholder 8">
            <a:extLst>
              <a:ext uri="{FF2B5EF4-FFF2-40B4-BE49-F238E27FC236}">
                <a16:creationId xmlns:a16="http://schemas.microsoft.com/office/drawing/2014/main" id="{CC5398E4-4E3B-3DDD-FDB5-0F7C0A68D01C}"/>
              </a:ext>
            </a:extLst>
          </p:cNvPr>
          <p:cNvSpPr>
            <a:spLocks noGrp="1"/>
          </p:cNvSpPr>
          <p:nvPr>
            <p:ph type="body" sz="quarter" idx="22" hasCustomPrompt="1"/>
          </p:nvPr>
        </p:nvSpPr>
        <p:spPr>
          <a:xfrm>
            <a:off x="742950" y="2679581"/>
            <a:ext cx="3354388" cy="757255"/>
          </a:xfrm>
          <a:prstGeom prst="rect">
            <a:avLst/>
          </a:prstGeom>
        </p:spPr>
        <p:txBody>
          <a:bodyPr lIns="0" tIns="0" rIns="0" bIns="0">
            <a:noAutofit/>
          </a:bodyPr>
          <a:lstStyle>
            <a:lvl1pPr marL="0" indent="0">
              <a:buNone/>
              <a:defRPr sz="1800" b="0" i="0">
                <a:solidFill>
                  <a:schemeClr val="tx1">
                    <a:lumMod val="65000"/>
                    <a:lumOff val="35000"/>
                  </a:schemeClr>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pPr lvl="0"/>
            <a:r>
              <a:rPr lang="en-US"/>
              <a:t>Click to add subtitle</a:t>
            </a:r>
          </a:p>
        </p:txBody>
      </p:sp>
      <p:sp>
        <p:nvSpPr>
          <p:cNvPr id="9" name="Title Placeholder 1">
            <a:extLst>
              <a:ext uri="{FF2B5EF4-FFF2-40B4-BE49-F238E27FC236}">
                <a16:creationId xmlns:a16="http://schemas.microsoft.com/office/drawing/2014/main" id="{86FDD180-7127-32EA-A651-6CDD0BBA7160}"/>
              </a:ext>
            </a:extLst>
          </p:cNvPr>
          <p:cNvSpPr>
            <a:spLocks noGrp="1"/>
          </p:cNvSpPr>
          <p:nvPr>
            <p:ph type="title" hasCustomPrompt="1"/>
          </p:nvPr>
        </p:nvSpPr>
        <p:spPr>
          <a:xfrm>
            <a:off x="742950" y="1017588"/>
            <a:ext cx="3354388" cy="1661993"/>
          </a:xfrm>
          <a:prstGeom prst="rect">
            <a:avLst/>
          </a:prstGeom>
        </p:spPr>
        <p:txBody>
          <a:bodyPr vert="horz" wrap="square" lIns="0" tIns="0" rIns="0" bIns="0" rtlCol="0" anchor="t" anchorCtr="0">
            <a:spAutoFit/>
          </a:bodyPr>
          <a:lstStyle>
            <a:lvl1pPr>
              <a:defRPr sz="6000" b="0" i="0">
                <a:solidFill>
                  <a:srgbClr val="005587"/>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r>
              <a:rPr lang="en-US"/>
              <a:t>Click to add title</a:t>
            </a:r>
          </a:p>
        </p:txBody>
      </p:sp>
      <p:sp>
        <p:nvSpPr>
          <p:cNvPr id="3" name="TextBox 2">
            <a:extLst>
              <a:ext uri="{FF2B5EF4-FFF2-40B4-BE49-F238E27FC236}">
                <a16:creationId xmlns:a16="http://schemas.microsoft.com/office/drawing/2014/main" id="{5290781E-2AA3-2D76-3D7A-FF89FBCC0262}"/>
              </a:ext>
            </a:extLst>
          </p:cNvPr>
          <p:cNvSpPr txBox="1"/>
          <p:nvPr/>
        </p:nvSpPr>
        <p:spPr>
          <a:xfrm>
            <a:off x="8989412" y="6477000"/>
            <a:ext cx="2576945" cy="100027"/>
          </a:xfrm>
          <a:prstGeom prst="rect">
            <a:avLst/>
          </a:prstGeom>
          <a:noFill/>
        </p:spPr>
        <p:txBody>
          <a:bodyPr wrap="square" lIns="0" tIns="0" rIns="0" bIns="0" rtlCol="0">
            <a:spAutoFit/>
          </a:bodyPr>
          <a:lstStyle/>
          <a:p>
            <a:pPr marL="0" marR="0" indent="0" algn="l" defTabSz="1219170" rtl="0" eaLnBrk="1" fontAlgn="auto" latinLnBrk="0" hangingPunct="1">
              <a:lnSpc>
                <a:spcPct val="100000"/>
              </a:lnSpc>
              <a:spcBef>
                <a:spcPts val="800"/>
              </a:spcBef>
              <a:spcAft>
                <a:spcPts val="0"/>
              </a:spcAft>
              <a:buClrTx/>
              <a:buSzPct val="100000"/>
              <a:buFont typeface="Arial"/>
              <a:buNone/>
              <a:tabLst/>
              <a:defRPr/>
            </a:pPr>
            <a:r>
              <a:rPr lang="en-US" sz="650" noProof="0">
                <a:solidFill>
                  <a:schemeClr val="bg2">
                    <a:lumMod val="90000"/>
                  </a:schemeClr>
                </a:solidFill>
              </a:rPr>
              <a:t>Copyright © 2023 Deloitte Development LLC. All rights reserved.  </a:t>
            </a:r>
            <a:r>
              <a:rPr kumimoji="0" lang="en-US" sz="650" b="0" i="0" u="none" strike="noStrike" kern="1200" cap="none" spc="0" normalizeH="0" baseline="0" noProof="0">
                <a:ln>
                  <a:noFill/>
                </a:ln>
                <a:solidFill>
                  <a:schemeClr val="bg2">
                    <a:lumMod val="90000"/>
                  </a:schemeClr>
                </a:solidFill>
                <a:effectLst/>
                <a:uLnTx/>
                <a:uFillTx/>
                <a:latin typeface="+mn-lt"/>
                <a:ea typeface="+mn-ea"/>
                <a:cs typeface="+mn-cs"/>
              </a:rPr>
              <a:t>| </a:t>
            </a:r>
            <a:endParaRPr lang="en-US" sz="650" noProof="0">
              <a:solidFill>
                <a:schemeClr val="bg2">
                  <a:lumMod val="90000"/>
                </a:schemeClr>
              </a:solidFill>
            </a:endParaRPr>
          </a:p>
        </p:txBody>
      </p:sp>
      <p:sp>
        <p:nvSpPr>
          <p:cNvPr id="4" name="TextBox 3">
            <a:extLst>
              <a:ext uri="{FF2B5EF4-FFF2-40B4-BE49-F238E27FC236}">
                <a16:creationId xmlns:a16="http://schemas.microsoft.com/office/drawing/2014/main" id="{D57DE923-3171-C0F5-8888-9CA37B03E2A7}"/>
              </a:ext>
            </a:extLst>
          </p:cNvPr>
          <p:cNvSpPr txBox="1"/>
          <p:nvPr/>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2">
                    <a:lumMod val="90000"/>
                  </a:schemeClr>
                </a:solidFill>
              </a:rPr>
              <a:pPr marL="0" indent="0" algn="r">
                <a:spcBef>
                  <a:spcPts val="800"/>
                </a:spcBef>
                <a:buSzPct val="100000"/>
                <a:buFont typeface="Arial"/>
                <a:buNone/>
              </a:pPr>
              <a:t>‹#›</a:t>
            </a:fld>
            <a:endParaRPr lang="en-US" sz="650" noProof="0">
              <a:solidFill>
                <a:schemeClr val="bg2">
                  <a:lumMod val="90000"/>
                </a:schemeClr>
              </a:solidFill>
            </a:endParaRPr>
          </a:p>
        </p:txBody>
      </p:sp>
    </p:spTree>
    <p:extLst>
      <p:ext uri="{BB962C8B-B14F-4D97-AF65-F5344CB8AC3E}">
        <p14:creationId xmlns:p14="http://schemas.microsoft.com/office/powerpoint/2010/main" val="4130411189"/>
      </p:ext>
    </p:extLst>
  </p:cSld>
  <p:clrMapOvr>
    <a:masterClrMapping/>
  </p:clrMapOvr>
  <p:hf hdr="0" ftr="0" dt="0"/>
  <p:extLst>
    <p:ext uri="{DCECCB84-F9BA-43D5-87BE-67443E8EF086}">
      <p15:sldGuideLst xmlns:p15="http://schemas.microsoft.com/office/powerpoint/2012/main">
        <p15:guide id="1" pos="456">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D210E8C-A245-53FD-286F-9367A1A09F10}"/>
              </a:ext>
            </a:extLst>
          </p:cNvPr>
          <p:cNvPicPr>
            <a:picLocks noChangeAspect="1"/>
          </p:cNvPicPr>
          <p:nvPr/>
        </p:nvPicPr>
        <p:blipFill>
          <a:blip r:embed="rId2" cstate="email">
            <a:alphaModFix/>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3" name="TextBox 2">
            <a:extLst>
              <a:ext uri="{FF2B5EF4-FFF2-40B4-BE49-F238E27FC236}">
                <a16:creationId xmlns:a16="http://schemas.microsoft.com/office/drawing/2014/main" id="{81F75B22-8FAD-70D2-2D9A-B67EED36A03F}"/>
              </a:ext>
            </a:extLst>
          </p:cNvPr>
          <p:cNvSpPr txBox="1"/>
          <p:nvPr/>
        </p:nvSpPr>
        <p:spPr>
          <a:xfrm>
            <a:off x="8989412" y="6477000"/>
            <a:ext cx="2576945" cy="100027"/>
          </a:xfrm>
          <a:prstGeom prst="rect">
            <a:avLst/>
          </a:prstGeom>
          <a:noFill/>
        </p:spPr>
        <p:txBody>
          <a:bodyPr wrap="square" lIns="0" tIns="0" rIns="0" bIns="0" rtlCol="0">
            <a:spAutoFit/>
          </a:bodyPr>
          <a:lstStyle/>
          <a:p>
            <a:pPr marL="0" marR="0" indent="0" algn="l" defTabSz="1219170" rtl="0" eaLnBrk="1" fontAlgn="auto" latinLnBrk="0" hangingPunct="1">
              <a:lnSpc>
                <a:spcPct val="100000"/>
              </a:lnSpc>
              <a:spcBef>
                <a:spcPts val="800"/>
              </a:spcBef>
              <a:spcAft>
                <a:spcPts val="0"/>
              </a:spcAft>
              <a:buClrTx/>
              <a:buSzPct val="100000"/>
              <a:buFont typeface="Arial"/>
              <a:buNone/>
              <a:tabLst/>
              <a:defRPr/>
            </a:pPr>
            <a:r>
              <a:rPr lang="en-US" sz="650" noProof="0">
                <a:solidFill>
                  <a:schemeClr val="bg2">
                    <a:lumMod val="90000"/>
                  </a:schemeClr>
                </a:solidFill>
              </a:rPr>
              <a:t>Copyright © 2023 Deloitte Development LLC. All rights reserved.  </a:t>
            </a:r>
            <a:r>
              <a:rPr kumimoji="0" lang="en-US" sz="650" b="0" i="0" u="none" strike="noStrike" kern="1200" cap="none" spc="0" normalizeH="0" baseline="0" noProof="0">
                <a:ln>
                  <a:noFill/>
                </a:ln>
                <a:solidFill>
                  <a:schemeClr val="bg2">
                    <a:lumMod val="90000"/>
                  </a:schemeClr>
                </a:solidFill>
                <a:effectLst/>
                <a:uLnTx/>
                <a:uFillTx/>
                <a:latin typeface="+mn-lt"/>
                <a:ea typeface="+mn-ea"/>
                <a:cs typeface="+mn-cs"/>
              </a:rPr>
              <a:t>| </a:t>
            </a:r>
            <a:endParaRPr lang="en-US" sz="650" noProof="0">
              <a:solidFill>
                <a:schemeClr val="bg2">
                  <a:lumMod val="90000"/>
                </a:schemeClr>
              </a:solidFill>
            </a:endParaRPr>
          </a:p>
        </p:txBody>
      </p:sp>
      <p:sp>
        <p:nvSpPr>
          <p:cNvPr id="4" name="TextBox 3">
            <a:extLst>
              <a:ext uri="{FF2B5EF4-FFF2-40B4-BE49-F238E27FC236}">
                <a16:creationId xmlns:a16="http://schemas.microsoft.com/office/drawing/2014/main" id="{A1BBA555-6E89-FB9F-B11A-5D7746023CAB}"/>
              </a:ext>
            </a:extLst>
          </p:cNvPr>
          <p:cNvSpPr txBox="1"/>
          <p:nvPr/>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2">
                    <a:lumMod val="90000"/>
                  </a:schemeClr>
                </a:solidFill>
              </a:rPr>
              <a:pPr marL="0" indent="0" algn="r">
                <a:spcBef>
                  <a:spcPts val="800"/>
                </a:spcBef>
                <a:buSzPct val="100000"/>
                <a:buFont typeface="Arial"/>
                <a:buNone/>
              </a:pPr>
              <a:t>‹#›</a:t>
            </a:fld>
            <a:endParaRPr lang="en-US" sz="650" noProof="0">
              <a:solidFill>
                <a:schemeClr val="bg2">
                  <a:lumMod val="90000"/>
                </a:schemeClr>
              </a:solidFill>
            </a:endParaRPr>
          </a:p>
        </p:txBody>
      </p:sp>
    </p:spTree>
    <p:extLst>
      <p:ext uri="{BB962C8B-B14F-4D97-AF65-F5344CB8AC3E}">
        <p14:creationId xmlns:p14="http://schemas.microsoft.com/office/powerpoint/2010/main" val="178319836"/>
      </p:ext>
    </p:extLst>
  </p:cSld>
  <p:clrMapOvr>
    <a:masterClrMapping/>
  </p:clrMapOvr>
  <p:transition>
    <p:fade/>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p:cSld name="Closing">
    <p:bg>
      <p:bgPr>
        <a:solidFill>
          <a:schemeClr val="tx1"/>
        </a:solidFill>
        <a:effectLst/>
      </p:bgPr>
    </p:bg>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917608FE-5DEE-897E-9D09-F089771949C8}"/>
              </a:ext>
            </a:extLst>
          </p:cNvPr>
          <p:cNvPicPr>
            <a:picLocks noChangeAspect="1"/>
          </p:cNvPicPr>
          <p:nvPr/>
        </p:nvPicPr>
        <p:blipFill>
          <a:blip r:embed="rId2" cstate="email">
            <a:alphaModFix/>
            <a:extLst>
              <a:ext uri="{28A0092B-C50C-407E-A947-70E740481C1C}">
                <a14:useLocalDpi xmlns:a14="http://schemas.microsoft.com/office/drawing/2010/main"/>
              </a:ext>
            </a:extLst>
          </a:blip>
          <a:srcRect/>
          <a:stretch/>
        </p:blipFill>
        <p:spPr>
          <a:xfrm>
            <a:off x="0" y="0"/>
            <a:ext cx="12192000" cy="6858000"/>
          </a:xfrm>
          <a:prstGeom prst="rect">
            <a:avLst/>
          </a:prstGeom>
        </p:spPr>
      </p:pic>
      <p:pic>
        <p:nvPicPr>
          <p:cNvPr id="5" name="Picture 4">
            <a:extLst>
              <a:ext uri="{FF2B5EF4-FFF2-40B4-BE49-F238E27FC236}">
                <a16:creationId xmlns:a16="http://schemas.microsoft.com/office/drawing/2014/main" id="{F67A8E4E-BC1D-B40B-F295-C5B37EDBCD83}"/>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3" name="TextBox 2">
            <a:extLst>
              <a:ext uri="{FF2B5EF4-FFF2-40B4-BE49-F238E27FC236}">
                <a16:creationId xmlns:a16="http://schemas.microsoft.com/office/drawing/2014/main" id="{8435472A-0A6F-4C72-B8FD-DC675B4D216F}"/>
              </a:ext>
            </a:extLst>
          </p:cNvPr>
          <p:cNvSpPr txBox="1"/>
          <p:nvPr/>
        </p:nvSpPr>
        <p:spPr>
          <a:xfrm>
            <a:off x="5942416" y="4885209"/>
            <a:ext cx="5956195" cy="1687641"/>
          </a:xfrm>
          <a:prstGeom prst="rect">
            <a:avLst/>
          </a:prstGeom>
          <a:noFill/>
        </p:spPr>
        <p:txBody>
          <a:bodyPr wrap="square" lIns="0" tIns="0" rIns="0" bIns="0" rtlCol="0">
            <a:spAutoFit/>
          </a:bodyPr>
          <a:lstStyle/>
          <a:p>
            <a:pPr marL="0" marR="0" lvl="0" indent="0" algn="l" defTabSz="1219170" rtl="0" eaLnBrk="1" fontAlgn="auto" latinLnBrk="0" hangingPunct="1">
              <a:lnSpc>
                <a:spcPct val="100000"/>
              </a:lnSpc>
              <a:spcBef>
                <a:spcPts val="0"/>
              </a:spcBef>
              <a:spcAft>
                <a:spcPts val="1333"/>
              </a:spcAft>
              <a:buClrTx/>
              <a:buSzPct val="100000"/>
              <a:buFont typeface="Arial" panose="020B0604020202020204" pitchFamily="34" charset="0"/>
              <a:buNone/>
              <a:tabLst/>
              <a:defRPr/>
            </a:pPr>
            <a:r>
              <a:rPr kumimoji="0" lang="en-US" sz="800" b="0" i="0" u="none" strike="noStrike" kern="1200" cap="none" spc="0" normalizeH="0" baseline="0" noProof="0">
                <a:ln>
                  <a:noFill/>
                </a:ln>
                <a:solidFill>
                  <a:schemeClr val="accent6"/>
                </a:solidFill>
                <a:effectLst/>
                <a:uLnTx/>
                <a:uFillTx/>
                <a:latin typeface="+mn-lt"/>
                <a:ea typeface="+mn-ea"/>
                <a:cs typeface="+mn-cs"/>
              </a:rPr>
              <a:t>This publication contains general information only, and none of the member firms of Deloitte Touche Tohmatsu Limited, its member firms, or their related entities (collective, the “Deloitte Network”) is, by means of this publication, rendering professional advice or services. Before making any decision or taking any action that may affect your business, you should consult a qualified professional adviser. No entity in the Deloitte Network shall be responsible for any loss whatsoever sustained by any person who relies on this publication.</a:t>
            </a:r>
          </a:p>
          <a:p>
            <a:pPr marL="0" marR="0" lvl="0" indent="0" algn="l" defTabSz="1219170" rtl="0" eaLnBrk="1" fontAlgn="auto" latinLnBrk="0" hangingPunct="1">
              <a:lnSpc>
                <a:spcPct val="100000"/>
              </a:lnSpc>
              <a:spcBef>
                <a:spcPts val="0"/>
              </a:spcBef>
              <a:spcAft>
                <a:spcPts val="1333"/>
              </a:spcAft>
              <a:buClrTx/>
              <a:buSzPct val="100000"/>
              <a:buFont typeface="Arial" panose="020B0604020202020204" pitchFamily="34" charset="0"/>
              <a:buNone/>
              <a:tabLst/>
              <a:defRPr/>
            </a:pPr>
            <a:r>
              <a:rPr kumimoji="0" lang="en-US" sz="800" b="0" i="0" u="none" strike="noStrike" kern="1200" cap="none" spc="0" normalizeH="0" baseline="0" noProof="0">
                <a:ln>
                  <a:noFill/>
                </a:ln>
                <a:solidFill>
                  <a:schemeClr val="accent6"/>
                </a:solidFill>
                <a:effectLst/>
                <a:uLnTx/>
                <a:uFillTx/>
                <a:latin typeface="+mn-lt"/>
                <a:ea typeface="+mn-ea"/>
                <a:cs typeface="+mn-cs"/>
              </a:rPr>
              <a:t>As used in this document, “Deloitte” means Deloitte Consulting LLP, a subsidiary of Deloitte LLP. Please see www.deloitte.com/us/about for a detailed description of the legal structure of Deloitte USA LLP, Deloitte LLP and their respective subsidiaries. Certain services may not be available to attest clients under the rules and regulations of public accounting.</a:t>
            </a:r>
          </a:p>
          <a:p>
            <a:pPr marL="0" marR="0" lvl="0" indent="0" algn="l" defTabSz="1219170" rtl="0" eaLnBrk="1" fontAlgn="auto" latinLnBrk="0" hangingPunct="1">
              <a:lnSpc>
                <a:spcPct val="100000"/>
              </a:lnSpc>
              <a:spcBef>
                <a:spcPts val="0"/>
              </a:spcBef>
              <a:spcAft>
                <a:spcPts val="1333"/>
              </a:spcAft>
              <a:buClrTx/>
              <a:buSzPct val="100000"/>
              <a:buFont typeface="Arial" panose="020B0604020202020204" pitchFamily="34" charset="0"/>
              <a:buNone/>
              <a:tabLst/>
              <a:defRPr/>
            </a:pPr>
            <a:r>
              <a:rPr kumimoji="0" lang="en-US" sz="800" b="0" i="0" u="none" strike="noStrike" kern="1200" cap="none" spc="0" normalizeH="0" baseline="0" noProof="0">
                <a:ln>
                  <a:noFill/>
                </a:ln>
                <a:solidFill>
                  <a:schemeClr val="accent6"/>
                </a:solidFill>
                <a:effectLst/>
                <a:uLnTx/>
                <a:uFillTx/>
                <a:latin typeface="+mn-lt"/>
                <a:ea typeface="+mn-ea"/>
                <a:cs typeface="+mn-cs"/>
              </a:rPr>
              <a:t>Copyright © 2023 Deloitte Development LLC. </a:t>
            </a:r>
            <a:br>
              <a:rPr kumimoji="0" lang="en-US" sz="800" b="0" i="0" u="none" strike="noStrike" kern="1200" cap="none" spc="0" normalizeH="0" baseline="0" noProof="0">
                <a:ln>
                  <a:noFill/>
                </a:ln>
                <a:solidFill>
                  <a:schemeClr val="accent6"/>
                </a:solidFill>
                <a:effectLst/>
                <a:uLnTx/>
                <a:uFillTx/>
                <a:latin typeface="+mn-lt"/>
                <a:ea typeface="+mn-ea"/>
                <a:cs typeface="+mn-cs"/>
              </a:rPr>
            </a:br>
            <a:r>
              <a:rPr kumimoji="0" lang="en-US" sz="800" b="0" i="0" u="none" strike="noStrike" kern="1200" cap="none" spc="0" normalizeH="0" baseline="0" noProof="0">
                <a:ln>
                  <a:noFill/>
                </a:ln>
                <a:solidFill>
                  <a:schemeClr val="accent6"/>
                </a:solidFill>
                <a:effectLst/>
                <a:uLnTx/>
                <a:uFillTx/>
                <a:latin typeface="+mn-lt"/>
                <a:ea typeface="+mn-ea"/>
                <a:cs typeface="+mn-cs"/>
              </a:rPr>
              <a:t>All rights reserved. Member of Deloitte Touche Tohmatsu Limited</a:t>
            </a:r>
          </a:p>
        </p:txBody>
      </p:sp>
      <p:grpSp>
        <p:nvGrpSpPr>
          <p:cNvPr id="2" name="Group 1">
            <a:extLst>
              <a:ext uri="{FF2B5EF4-FFF2-40B4-BE49-F238E27FC236}">
                <a16:creationId xmlns:a16="http://schemas.microsoft.com/office/drawing/2014/main" id="{63D49C88-43C7-2E2F-2EE5-595C01372ACB}"/>
              </a:ext>
            </a:extLst>
          </p:cNvPr>
          <p:cNvGrpSpPr>
            <a:grpSpLocks noChangeAspect="1"/>
          </p:cNvGrpSpPr>
          <p:nvPr/>
        </p:nvGrpSpPr>
        <p:grpSpPr>
          <a:xfrm>
            <a:off x="475325" y="457200"/>
            <a:ext cx="1998000" cy="374400"/>
            <a:chOff x="398463" y="404813"/>
            <a:chExt cx="1627187" cy="307976"/>
          </a:xfrm>
          <a:solidFill>
            <a:schemeClr val="tx1"/>
          </a:solidFill>
        </p:grpSpPr>
        <p:sp>
          <p:nvSpPr>
            <p:cNvPr id="4" name="Oval 5">
              <a:extLst>
                <a:ext uri="{FF2B5EF4-FFF2-40B4-BE49-F238E27FC236}">
                  <a16:creationId xmlns:a16="http://schemas.microsoft.com/office/drawing/2014/main" id="{55B03686-B07E-2E78-4FDD-8F4CF4356A80}"/>
                </a:ext>
              </a:extLst>
            </p:cNvPr>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8" name="Freeform 6">
              <a:extLst>
                <a:ext uri="{FF2B5EF4-FFF2-40B4-BE49-F238E27FC236}">
                  <a16:creationId xmlns:a16="http://schemas.microsoft.com/office/drawing/2014/main" id="{62DA1A95-F389-B4AA-7254-B8B2F2F337F7}"/>
                </a:ext>
              </a:extLst>
            </p:cNvPr>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9" name="Rectangle 8">
              <a:extLst>
                <a:ext uri="{FF2B5EF4-FFF2-40B4-BE49-F238E27FC236}">
                  <a16:creationId xmlns:a16="http://schemas.microsoft.com/office/drawing/2014/main" id="{46B75F8C-878F-494F-72EA-7880A8435E9F}"/>
                </a:ext>
              </a:extLst>
            </p:cNvPr>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0" name="Freeform 9">
              <a:extLst>
                <a:ext uri="{FF2B5EF4-FFF2-40B4-BE49-F238E27FC236}">
                  <a16:creationId xmlns:a16="http://schemas.microsoft.com/office/drawing/2014/main" id="{81C936C8-8424-EC42-694D-B225DD994295}"/>
                </a:ext>
              </a:extLst>
            </p:cNvPr>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1" name="Rectangle 10">
              <a:extLst>
                <a:ext uri="{FF2B5EF4-FFF2-40B4-BE49-F238E27FC236}">
                  <a16:creationId xmlns:a16="http://schemas.microsoft.com/office/drawing/2014/main" id="{B83AB208-B455-782E-3DFC-E5C581981567}"/>
                </a:ext>
              </a:extLst>
            </p:cNvPr>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2" name="Rectangle 11">
              <a:extLst>
                <a:ext uri="{FF2B5EF4-FFF2-40B4-BE49-F238E27FC236}">
                  <a16:creationId xmlns:a16="http://schemas.microsoft.com/office/drawing/2014/main" id="{1C6426D8-2FE1-6646-99B2-CE90DE6B5E2F}"/>
                </a:ext>
              </a:extLst>
            </p:cNvPr>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3" name="Freeform 12">
              <a:extLst>
                <a:ext uri="{FF2B5EF4-FFF2-40B4-BE49-F238E27FC236}">
                  <a16:creationId xmlns:a16="http://schemas.microsoft.com/office/drawing/2014/main" id="{0BE7FB14-57B5-F8D4-7BBA-698760D166CA}"/>
                </a:ext>
              </a:extLst>
            </p:cNvPr>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4" name="Freeform 13">
              <a:extLst>
                <a:ext uri="{FF2B5EF4-FFF2-40B4-BE49-F238E27FC236}">
                  <a16:creationId xmlns:a16="http://schemas.microsoft.com/office/drawing/2014/main" id="{FB98459F-09AF-AFF0-1873-220A3256E3C3}"/>
                </a:ext>
              </a:extLst>
            </p:cNvPr>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5" name="Freeform 14">
              <a:extLst>
                <a:ext uri="{FF2B5EF4-FFF2-40B4-BE49-F238E27FC236}">
                  <a16:creationId xmlns:a16="http://schemas.microsoft.com/office/drawing/2014/main" id="{999192D2-DD3E-F875-C946-851ED3E692A0}"/>
                </a:ext>
              </a:extLst>
            </p:cNvPr>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6" name="Freeform 15">
              <a:extLst>
                <a:ext uri="{FF2B5EF4-FFF2-40B4-BE49-F238E27FC236}">
                  <a16:creationId xmlns:a16="http://schemas.microsoft.com/office/drawing/2014/main" id="{E20FA0B3-2126-D45D-3DD1-115CE8635AE1}"/>
                </a:ext>
              </a:extLst>
            </p:cNvPr>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grpSp>
    </p:spTree>
    <p:extLst>
      <p:ext uri="{BB962C8B-B14F-4D97-AF65-F5344CB8AC3E}">
        <p14:creationId xmlns:p14="http://schemas.microsoft.com/office/powerpoint/2010/main" val="1993509287"/>
      </p:ext>
    </p:extLst>
  </p:cSld>
  <p:clrMapOvr>
    <a:masterClrMapping/>
  </p:clrMapOvr>
  <p:hf hdr="0" ftr="0" dt="0"/>
  <p:extLst>
    <p:ext uri="{DCECCB84-F9BA-43D5-87BE-67443E8EF086}">
      <p15:sldGuideLst xmlns:p15="http://schemas.microsoft.com/office/powerpoint/2012/main"/>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p:cSld name="2_Closing">
    <p:bg>
      <p:bgPr>
        <a:solidFill>
          <a:schemeClr val="tx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2F6D38E7-FEE4-7974-3ADF-97BC1FC89EC0}"/>
              </a:ext>
            </a:extLst>
          </p:cNvPr>
          <p:cNvPicPr>
            <a:picLocks noChangeAspect="1"/>
          </p:cNvPicPr>
          <p:nvPr/>
        </p:nvPicPr>
        <p:blipFill>
          <a:blip r:embed="rId2" cstate="email">
            <a:alphaModFix/>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3" name="TextBox 2">
            <a:extLst>
              <a:ext uri="{FF2B5EF4-FFF2-40B4-BE49-F238E27FC236}">
                <a16:creationId xmlns:a16="http://schemas.microsoft.com/office/drawing/2014/main" id="{8435472A-0A6F-4C72-B8FD-DC675B4D216F}"/>
              </a:ext>
            </a:extLst>
          </p:cNvPr>
          <p:cNvSpPr txBox="1"/>
          <p:nvPr/>
        </p:nvSpPr>
        <p:spPr>
          <a:xfrm>
            <a:off x="5942416" y="4885209"/>
            <a:ext cx="5956195" cy="1687641"/>
          </a:xfrm>
          <a:prstGeom prst="rect">
            <a:avLst/>
          </a:prstGeom>
          <a:noFill/>
        </p:spPr>
        <p:txBody>
          <a:bodyPr wrap="square" lIns="0" tIns="0" rIns="0" bIns="0" rtlCol="0">
            <a:spAutoFit/>
          </a:bodyPr>
          <a:lstStyle/>
          <a:p>
            <a:pPr marL="0" marR="0" lvl="0" indent="0" algn="l" defTabSz="1219170" rtl="0" eaLnBrk="1" fontAlgn="auto" latinLnBrk="0" hangingPunct="1">
              <a:lnSpc>
                <a:spcPct val="100000"/>
              </a:lnSpc>
              <a:spcBef>
                <a:spcPts val="0"/>
              </a:spcBef>
              <a:spcAft>
                <a:spcPts val="1333"/>
              </a:spcAft>
              <a:buClrTx/>
              <a:buSzPct val="100000"/>
              <a:buFont typeface="Arial" panose="020B0604020202020204" pitchFamily="34" charset="0"/>
              <a:buNone/>
              <a:tabLst/>
              <a:defRPr/>
            </a:pPr>
            <a:r>
              <a:rPr kumimoji="0" lang="en-US" sz="800" b="0" i="0" u="none" strike="noStrike" kern="1200" cap="none" spc="0" normalizeH="0" baseline="0" noProof="0">
                <a:ln>
                  <a:noFill/>
                </a:ln>
                <a:solidFill>
                  <a:schemeClr val="accent6"/>
                </a:solidFill>
                <a:effectLst/>
                <a:uLnTx/>
                <a:uFillTx/>
                <a:latin typeface="+mn-lt"/>
                <a:ea typeface="+mn-ea"/>
                <a:cs typeface="+mn-cs"/>
              </a:rPr>
              <a:t>This publication contains general information only, and none of the member firms of Deloitte Touche Tohmatsu Limited, its member firms, or their related entities (collective, the “Deloitte Network”) is, by means of this publication, rendering professional advice or services. Before making any decision or taking any action that may affect your business, you should consult a qualified professional adviser. No entity in the Deloitte Network shall be responsible for any loss whatsoever sustained by any person who relies on this publication.</a:t>
            </a:r>
          </a:p>
          <a:p>
            <a:pPr marL="0" marR="0" lvl="0" indent="0" algn="l" defTabSz="1219170" rtl="0" eaLnBrk="1" fontAlgn="auto" latinLnBrk="0" hangingPunct="1">
              <a:lnSpc>
                <a:spcPct val="100000"/>
              </a:lnSpc>
              <a:spcBef>
                <a:spcPts val="0"/>
              </a:spcBef>
              <a:spcAft>
                <a:spcPts val="1333"/>
              </a:spcAft>
              <a:buClrTx/>
              <a:buSzPct val="100000"/>
              <a:buFont typeface="Arial" panose="020B0604020202020204" pitchFamily="34" charset="0"/>
              <a:buNone/>
              <a:tabLst/>
              <a:defRPr/>
            </a:pPr>
            <a:r>
              <a:rPr kumimoji="0" lang="en-US" sz="800" b="0" i="0" u="none" strike="noStrike" kern="1200" cap="none" spc="0" normalizeH="0" baseline="0" noProof="0">
                <a:ln>
                  <a:noFill/>
                </a:ln>
                <a:solidFill>
                  <a:schemeClr val="accent6"/>
                </a:solidFill>
                <a:effectLst/>
                <a:uLnTx/>
                <a:uFillTx/>
                <a:latin typeface="+mn-lt"/>
                <a:ea typeface="+mn-ea"/>
                <a:cs typeface="+mn-cs"/>
              </a:rPr>
              <a:t>As used in this document, “Deloitte” means Deloitte Consulting LLP, a subsidiary of Deloitte LLP. Please see www.deloitte.com/us/about for a detailed description of the legal structure of Deloitte USA LLP, Deloitte LLP and their respective subsidiaries. Certain services may not be available to attest clients under the rules and regulations of public accounting.</a:t>
            </a:r>
          </a:p>
          <a:p>
            <a:pPr marL="0" marR="0" lvl="0" indent="0" algn="l" defTabSz="1219170" rtl="0" eaLnBrk="1" fontAlgn="auto" latinLnBrk="0" hangingPunct="1">
              <a:lnSpc>
                <a:spcPct val="100000"/>
              </a:lnSpc>
              <a:spcBef>
                <a:spcPts val="0"/>
              </a:spcBef>
              <a:spcAft>
                <a:spcPts val="1333"/>
              </a:spcAft>
              <a:buClrTx/>
              <a:buSzPct val="100000"/>
              <a:buFont typeface="Arial" panose="020B0604020202020204" pitchFamily="34" charset="0"/>
              <a:buNone/>
              <a:tabLst/>
              <a:defRPr/>
            </a:pPr>
            <a:r>
              <a:rPr kumimoji="0" lang="en-US" sz="800" b="0" i="0" u="none" strike="noStrike" kern="1200" cap="none" spc="0" normalizeH="0" baseline="0" noProof="0">
                <a:ln>
                  <a:noFill/>
                </a:ln>
                <a:solidFill>
                  <a:schemeClr val="accent6"/>
                </a:solidFill>
                <a:effectLst/>
                <a:uLnTx/>
                <a:uFillTx/>
                <a:latin typeface="+mn-lt"/>
                <a:ea typeface="+mn-ea"/>
                <a:cs typeface="+mn-cs"/>
              </a:rPr>
              <a:t>Copyright © 2023 Deloitte Development LLC. </a:t>
            </a:r>
            <a:br>
              <a:rPr kumimoji="0" lang="en-US" sz="800" b="0" i="0" u="none" strike="noStrike" kern="1200" cap="none" spc="0" normalizeH="0" baseline="0" noProof="0">
                <a:ln>
                  <a:noFill/>
                </a:ln>
                <a:solidFill>
                  <a:schemeClr val="accent6"/>
                </a:solidFill>
                <a:effectLst/>
                <a:uLnTx/>
                <a:uFillTx/>
                <a:latin typeface="+mn-lt"/>
                <a:ea typeface="+mn-ea"/>
                <a:cs typeface="+mn-cs"/>
              </a:rPr>
            </a:br>
            <a:r>
              <a:rPr kumimoji="0" lang="en-US" sz="800" b="0" i="0" u="none" strike="noStrike" kern="1200" cap="none" spc="0" normalizeH="0" baseline="0" noProof="0">
                <a:ln>
                  <a:noFill/>
                </a:ln>
                <a:solidFill>
                  <a:schemeClr val="accent6"/>
                </a:solidFill>
                <a:effectLst/>
                <a:uLnTx/>
                <a:uFillTx/>
                <a:latin typeface="+mn-lt"/>
                <a:ea typeface="+mn-ea"/>
                <a:cs typeface="+mn-cs"/>
              </a:rPr>
              <a:t>All rights reserved. Member of Deloitte Touche Tohmatsu Limited</a:t>
            </a:r>
          </a:p>
        </p:txBody>
      </p:sp>
      <p:sp>
        <p:nvSpPr>
          <p:cNvPr id="5" name="Text Placeholder 4">
            <a:extLst>
              <a:ext uri="{FF2B5EF4-FFF2-40B4-BE49-F238E27FC236}">
                <a16:creationId xmlns:a16="http://schemas.microsoft.com/office/drawing/2014/main" id="{94812ECC-7C16-4002-BA8A-A367D2A6B62F}"/>
              </a:ext>
            </a:extLst>
          </p:cNvPr>
          <p:cNvSpPr>
            <a:spLocks noGrp="1"/>
          </p:cNvSpPr>
          <p:nvPr>
            <p:ph type="body" sz="quarter" idx="10" hasCustomPrompt="1"/>
          </p:nvPr>
        </p:nvSpPr>
        <p:spPr>
          <a:xfrm>
            <a:off x="5942416" y="3361075"/>
            <a:ext cx="4459287" cy="866587"/>
          </a:xfrm>
        </p:spPr>
        <p:txBody>
          <a:bodyPr anchor="b"/>
          <a:lstStyle>
            <a:lvl1pPr>
              <a:defRPr sz="7200" b="0" i="0" spc="-15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lvl1pPr>
            <a:lvl2pPr>
              <a:defRPr sz="2800">
                <a:solidFill>
                  <a:schemeClr val="bg1"/>
                </a:solidFill>
              </a:defRPr>
            </a:lvl2pPr>
            <a:lvl3pPr>
              <a:defRPr sz="2800">
                <a:solidFill>
                  <a:schemeClr val="bg1"/>
                </a:solidFill>
              </a:defRPr>
            </a:lvl3pPr>
            <a:lvl4pPr>
              <a:defRPr sz="2800">
                <a:solidFill>
                  <a:schemeClr val="bg1"/>
                </a:solidFill>
              </a:defRPr>
            </a:lvl4pPr>
            <a:lvl5pPr>
              <a:defRPr sz="2800">
                <a:solidFill>
                  <a:schemeClr val="bg1"/>
                </a:solidFill>
              </a:defRPr>
            </a:lvl5pPr>
          </a:lstStyle>
          <a:p>
            <a:pPr lvl="0"/>
            <a:r>
              <a:rPr lang="en-US"/>
              <a:t>Thank you.</a:t>
            </a:r>
          </a:p>
        </p:txBody>
      </p:sp>
      <p:grpSp>
        <p:nvGrpSpPr>
          <p:cNvPr id="2" name="Group 1">
            <a:extLst>
              <a:ext uri="{FF2B5EF4-FFF2-40B4-BE49-F238E27FC236}">
                <a16:creationId xmlns:a16="http://schemas.microsoft.com/office/drawing/2014/main" id="{5C9039C3-3B02-9794-C6BC-815F2B978FA1}"/>
              </a:ext>
            </a:extLst>
          </p:cNvPr>
          <p:cNvGrpSpPr>
            <a:grpSpLocks noChangeAspect="1"/>
          </p:cNvGrpSpPr>
          <p:nvPr/>
        </p:nvGrpSpPr>
        <p:grpSpPr>
          <a:xfrm>
            <a:off x="475325" y="457200"/>
            <a:ext cx="1998000" cy="374400"/>
            <a:chOff x="398463" y="404813"/>
            <a:chExt cx="1627187" cy="307976"/>
          </a:xfrm>
          <a:solidFill>
            <a:schemeClr val="tx1"/>
          </a:solidFill>
        </p:grpSpPr>
        <p:sp>
          <p:nvSpPr>
            <p:cNvPr id="4" name="Oval 5">
              <a:extLst>
                <a:ext uri="{FF2B5EF4-FFF2-40B4-BE49-F238E27FC236}">
                  <a16:creationId xmlns:a16="http://schemas.microsoft.com/office/drawing/2014/main" id="{F5BE4510-7F0C-EABF-31B0-F70238E7A689}"/>
                </a:ext>
              </a:extLst>
            </p:cNvPr>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8" name="Freeform 6">
              <a:extLst>
                <a:ext uri="{FF2B5EF4-FFF2-40B4-BE49-F238E27FC236}">
                  <a16:creationId xmlns:a16="http://schemas.microsoft.com/office/drawing/2014/main" id="{576B6D8B-B982-CE83-C040-6F7283F40C70}"/>
                </a:ext>
              </a:extLst>
            </p:cNvPr>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9" name="Rectangle 8">
              <a:extLst>
                <a:ext uri="{FF2B5EF4-FFF2-40B4-BE49-F238E27FC236}">
                  <a16:creationId xmlns:a16="http://schemas.microsoft.com/office/drawing/2014/main" id="{F6A9C6DC-9604-4A53-C11F-C45418C2CEE8}"/>
                </a:ext>
              </a:extLst>
            </p:cNvPr>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0" name="Freeform 9">
              <a:extLst>
                <a:ext uri="{FF2B5EF4-FFF2-40B4-BE49-F238E27FC236}">
                  <a16:creationId xmlns:a16="http://schemas.microsoft.com/office/drawing/2014/main" id="{560678A0-E11F-9872-055D-BF39AFBDE47C}"/>
                </a:ext>
              </a:extLst>
            </p:cNvPr>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1" name="Rectangle 10">
              <a:extLst>
                <a:ext uri="{FF2B5EF4-FFF2-40B4-BE49-F238E27FC236}">
                  <a16:creationId xmlns:a16="http://schemas.microsoft.com/office/drawing/2014/main" id="{D5388875-A1BA-A161-B459-E6DEFEC2F152}"/>
                </a:ext>
              </a:extLst>
            </p:cNvPr>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2" name="Rectangle 11">
              <a:extLst>
                <a:ext uri="{FF2B5EF4-FFF2-40B4-BE49-F238E27FC236}">
                  <a16:creationId xmlns:a16="http://schemas.microsoft.com/office/drawing/2014/main" id="{EAFEB237-05DC-4DE9-6A74-55BDCD78E84C}"/>
                </a:ext>
              </a:extLst>
            </p:cNvPr>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3" name="Freeform 12">
              <a:extLst>
                <a:ext uri="{FF2B5EF4-FFF2-40B4-BE49-F238E27FC236}">
                  <a16:creationId xmlns:a16="http://schemas.microsoft.com/office/drawing/2014/main" id="{D6C2442F-11C8-EF65-93F5-5D0524FB12E6}"/>
                </a:ext>
              </a:extLst>
            </p:cNvPr>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4" name="Freeform 13">
              <a:extLst>
                <a:ext uri="{FF2B5EF4-FFF2-40B4-BE49-F238E27FC236}">
                  <a16:creationId xmlns:a16="http://schemas.microsoft.com/office/drawing/2014/main" id="{F7E3CA0A-CD85-901E-18A1-0BCC8FBCFB63}"/>
                </a:ext>
              </a:extLst>
            </p:cNvPr>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5" name="Freeform 14">
              <a:extLst>
                <a:ext uri="{FF2B5EF4-FFF2-40B4-BE49-F238E27FC236}">
                  <a16:creationId xmlns:a16="http://schemas.microsoft.com/office/drawing/2014/main" id="{628827BD-6436-F173-583F-1CEE7CF58759}"/>
                </a:ext>
              </a:extLst>
            </p:cNvPr>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6" name="Freeform 15">
              <a:extLst>
                <a:ext uri="{FF2B5EF4-FFF2-40B4-BE49-F238E27FC236}">
                  <a16:creationId xmlns:a16="http://schemas.microsoft.com/office/drawing/2014/main" id="{A7BD5DB9-8498-154D-788A-D9880AF53565}"/>
                </a:ext>
              </a:extLst>
            </p:cNvPr>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grpSp>
    </p:spTree>
    <p:extLst>
      <p:ext uri="{BB962C8B-B14F-4D97-AF65-F5344CB8AC3E}">
        <p14:creationId xmlns:p14="http://schemas.microsoft.com/office/powerpoint/2010/main" val="2727636815"/>
      </p:ext>
    </p:extLst>
  </p:cSld>
  <p:clrMapOvr>
    <a:masterClrMapping/>
  </p:clrMapOvr>
  <p:hf hdr="0" ftr="0" dt="0"/>
  <p:extLst>
    <p:ext uri="{DCECCB84-F9BA-43D5-87BE-67443E8EF086}">
      <p15:sldGuideLst xmlns:p15="http://schemas.microsoft.com/office/powerpoint/2012/main"/>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2_Title &amp; subtitle w/ breadcrumb">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E20CDF9-F251-A78B-99F6-CF0B96B40555}"/>
              </a:ext>
            </a:extLst>
          </p:cNvPr>
          <p:cNvPicPr>
            <a:picLocks noChangeAspect="1"/>
          </p:cNvPicPr>
          <p:nvPr/>
        </p:nvPicPr>
        <p:blipFill>
          <a:blip r:embed="rId2" cstate="email">
            <a:alphaModFix/>
            <a:extLst>
              <a:ext uri="{28A0092B-C50C-407E-A947-70E740481C1C}">
                <a14:useLocalDpi xmlns:a14="http://schemas.microsoft.com/office/drawing/2010/main"/>
              </a:ext>
            </a:extLst>
          </a:blip>
          <a:srcRect/>
          <a:stretch/>
        </p:blipFill>
        <p:spPr>
          <a:xfrm>
            <a:off x="0" y="0"/>
            <a:ext cx="12192000" cy="6858000"/>
          </a:xfrm>
          <a:prstGeom prst="rect">
            <a:avLst/>
          </a:prstGeom>
        </p:spPr>
      </p:pic>
      <p:pic>
        <p:nvPicPr>
          <p:cNvPr id="2" name="Picture 1">
            <a:extLst>
              <a:ext uri="{FF2B5EF4-FFF2-40B4-BE49-F238E27FC236}">
                <a16:creationId xmlns:a16="http://schemas.microsoft.com/office/drawing/2014/main" id="{D3CC65D5-6D1F-F6AD-FB8D-BF50F552F496}"/>
              </a:ext>
            </a:extLst>
          </p:cNvPr>
          <p:cNvPicPr>
            <a:picLocks noChangeAspect="1"/>
          </p:cNvPicPr>
          <p:nvPr/>
        </p:nvPicPr>
        <p:blipFill>
          <a:blip r:embed="rId2" cstate="email">
            <a:alphaModFix/>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4" name="Text Placeholder 5">
            <a:extLst>
              <a:ext uri="{FF2B5EF4-FFF2-40B4-BE49-F238E27FC236}">
                <a16:creationId xmlns:a16="http://schemas.microsoft.com/office/drawing/2014/main" id="{7413A53F-D287-8353-A4EA-B4E2CB9FD923}"/>
              </a:ext>
            </a:extLst>
          </p:cNvPr>
          <p:cNvSpPr>
            <a:spLocks noGrp="1"/>
          </p:cNvSpPr>
          <p:nvPr>
            <p:ph type="body" sz="quarter" idx="15" hasCustomPrompt="1"/>
          </p:nvPr>
        </p:nvSpPr>
        <p:spPr>
          <a:xfrm>
            <a:off x="739140" y="354223"/>
            <a:ext cx="10706100" cy="224221"/>
          </a:xfrm>
        </p:spPr>
        <p:txBody>
          <a:bodyPr vert="horz" lIns="0" tIns="0" rIns="0" bIns="0" rtlCol="0">
            <a:noAutofit/>
          </a:bodyPr>
          <a:lstStyle>
            <a:lvl1pPr marL="0" indent="0">
              <a:buNone/>
              <a:defRPr lang="en-US" sz="900" b="1" kern="0" cap="all" spc="250" baseline="0" dirty="0">
                <a:solidFill>
                  <a:schemeClr val="bg1">
                    <a:lumMod val="75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marL="228600" lvl="0" indent="-228600"/>
            <a:r>
              <a:rPr lang="en-US"/>
              <a:t>BREADCRUMBS</a:t>
            </a:r>
          </a:p>
        </p:txBody>
      </p:sp>
      <p:sp>
        <p:nvSpPr>
          <p:cNvPr id="5" name="Text Placeholder 8">
            <a:extLst>
              <a:ext uri="{FF2B5EF4-FFF2-40B4-BE49-F238E27FC236}">
                <a16:creationId xmlns:a16="http://schemas.microsoft.com/office/drawing/2014/main" id="{DCF63700-FBA2-CF01-6528-DC6F05D8F9EA}"/>
              </a:ext>
            </a:extLst>
          </p:cNvPr>
          <p:cNvSpPr>
            <a:spLocks noGrp="1"/>
          </p:cNvSpPr>
          <p:nvPr>
            <p:ph type="body" sz="quarter" idx="22" hasCustomPrompt="1"/>
          </p:nvPr>
        </p:nvSpPr>
        <p:spPr>
          <a:xfrm>
            <a:off x="742950" y="1371521"/>
            <a:ext cx="10706100" cy="757255"/>
          </a:xfrm>
          <a:prstGeom prst="rect">
            <a:avLst/>
          </a:prstGeom>
        </p:spPr>
        <p:txBody>
          <a:bodyPr lIns="0" tIns="0" rIns="0" bIns="0">
            <a:noAutofit/>
          </a:bodyPr>
          <a:lstStyle>
            <a:lvl1pPr marL="0" indent="0">
              <a:buNone/>
              <a:defRPr sz="1800" b="0" i="0">
                <a:solidFill>
                  <a:schemeClr val="bg1">
                    <a:lumMod val="50000"/>
                  </a:schemeClr>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pPr lvl="0"/>
            <a:r>
              <a:rPr lang="en-US"/>
              <a:t>Click to add subtitle</a:t>
            </a:r>
          </a:p>
        </p:txBody>
      </p:sp>
      <p:sp>
        <p:nvSpPr>
          <p:cNvPr id="8" name="Title Placeholder 1">
            <a:extLst>
              <a:ext uri="{FF2B5EF4-FFF2-40B4-BE49-F238E27FC236}">
                <a16:creationId xmlns:a16="http://schemas.microsoft.com/office/drawing/2014/main" id="{B9045E9B-0460-8E4E-671F-17BF178E83E8}"/>
              </a:ext>
            </a:extLst>
          </p:cNvPr>
          <p:cNvSpPr>
            <a:spLocks noGrp="1"/>
          </p:cNvSpPr>
          <p:nvPr>
            <p:ph type="title" hasCustomPrompt="1"/>
          </p:nvPr>
        </p:nvSpPr>
        <p:spPr>
          <a:xfrm>
            <a:off x="742950" y="742950"/>
            <a:ext cx="10706100" cy="371475"/>
          </a:xfrm>
          <a:prstGeom prst="rect">
            <a:avLst/>
          </a:prstGeom>
        </p:spPr>
        <p:txBody>
          <a:bodyPr vert="horz" lIns="0" tIns="0" rIns="0" bIns="0" rtlCol="0" anchor="t" anchorCtr="0">
            <a:noAutofit/>
          </a:bodyPr>
          <a:lstStyle>
            <a:lvl1pPr>
              <a:defRPr sz="3600" b="0" i="0">
                <a:solidFill>
                  <a:srgbClr val="005587"/>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r>
              <a:rPr lang="en-US"/>
              <a:t>Click to add title</a:t>
            </a:r>
          </a:p>
        </p:txBody>
      </p:sp>
      <p:sp>
        <p:nvSpPr>
          <p:cNvPr id="6" name="TextBox 5">
            <a:extLst>
              <a:ext uri="{FF2B5EF4-FFF2-40B4-BE49-F238E27FC236}">
                <a16:creationId xmlns:a16="http://schemas.microsoft.com/office/drawing/2014/main" id="{A0E877EA-3F33-1E62-61FD-DDAA075C1202}"/>
              </a:ext>
            </a:extLst>
          </p:cNvPr>
          <p:cNvSpPr txBox="1"/>
          <p:nvPr/>
        </p:nvSpPr>
        <p:spPr>
          <a:xfrm>
            <a:off x="8989412" y="6477000"/>
            <a:ext cx="2576945" cy="100027"/>
          </a:xfrm>
          <a:prstGeom prst="rect">
            <a:avLst/>
          </a:prstGeom>
          <a:noFill/>
        </p:spPr>
        <p:txBody>
          <a:bodyPr wrap="square" lIns="0" tIns="0" rIns="0" bIns="0" rtlCol="0">
            <a:spAutoFit/>
          </a:bodyPr>
          <a:lstStyle/>
          <a:p>
            <a:pPr marL="0" marR="0" indent="0" algn="l" defTabSz="1219170" rtl="0" eaLnBrk="1" fontAlgn="auto" latinLnBrk="0" hangingPunct="1">
              <a:lnSpc>
                <a:spcPct val="100000"/>
              </a:lnSpc>
              <a:spcBef>
                <a:spcPts val="800"/>
              </a:spcBef>
              <a:spcAft>
                <a:spcPts val="0"/>
              </a:spcAft>
              <a:buClrTx/>
              <a:buSzPct val="100000"/>
              <a:buFont typeface="Arial"/>
              <a:buNone/>
              <a:tabLst/>
              <a:defRPr/>
            </a:pPr>
            <a:r>
              <a:rPr lang="en-US" sz="650" noProof="0">
                <a:solidFill>
                  <a:schemeClr val="bg2">
                    <a:lumMod val="90000"/>
                  </a:schemeClr>
                </a:solidFill>
              </a:rPr>
              <a:t>Copyright © 2023 Deloitte Development LLC. All rights reserved.  </a:t>
            </a:r>
            <a:r>
              <a:rPr kumimoji="0" lang="en-US" sz="650" b="0" i="0" u="none" strike="noStrike" kern="1200" cap="none" spc="0" normalizeH="0" baseline="0" noProof="0">
                <a:ln>
                  <a:noFill/>
                </a:ln>
                <a:solidFill>
                  <a:schemeClr val="bg2">
                    <a:lumMod val="90000"/>
                  </a:schemeClr>
                </a:solidFill>
                <a:effectLst/>
                <a:uLnTx/>
                <a:uFillTx/>
                <a:latin typeface="+mn-lt"/>
                <a:ea typeface="+mn-ea"/>
                <a:cs typeface="+mn-cs"/>
              </a:rPr>
              <a:t>| </a:t>
            </a:r>
            <a:endParaRPr lang="en-US" sz="650" noProof="0">
              <a:solidFill>
                <a:schemeClr val="bg2">
                  <a:lumMod val="90000"/>
                </a:schemeClr>
              </a:solidFill>
            </a:endParaRPr>
          </a:p>
        </p:txBody>
      </p:sp>
      <p:sp>
        <p:nvSpPr>
          <p:cNvPr id="7" name="TextBox 6">
            <a:extLst>
              <a:ext uri="{FF2B5EF4-FFF2-40B4-BE49-F238E27FC236}">
                <a16:creationId xmlns:a16="http://schemas.microsoft.com/office/drawing/2014/main" id="{5A086249-3789-E984-A559-51F7BC533AE6}"/>
              </a:ext>
            </a:extLst>
          </p:cNvPr>
          <p:cNvSpPr txBox="1"/>
          <p:nvPr/>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2">
                    <a:lumMod val="90000"/>
                  </a:schemeClr>
                </a:solidFill>
              </a:rPr>
              <a:pPr marL="0" indent="0" algn="r">
                <a:spcBef>
                  <a:spcPts val="800"/>
                </a:spcBef>
                <a:buSzPct val="100000"/>
                <a:buFont typeface="Arial"/>
                <a:buNone/>
              </a:pPr>
              <a:t>‹#›</a:t>
            </a:fld>
            <a:endParaRPr lang="en-US" sz="650" noProof="0">
              <a:solidFill>
                <a:schemeClr val="bg2">
                  <a:lumMod val="90000"/>
                </a:schemeClr>
              </a:solidFill>
            </a:endParaRPr>
          </a:p>
        </p:txBody>
      </p:sp>
    </p:spTree>
    <p:extLst>
      <p:ext uri="{BB962C8B-B14F-4D97-AF65-F5344CB8AC3E}">
        <p14:creationId xmlns:p14="http://schemas.microsoft.com/office/powerpoint/2010/main" val="2809277288"/>
      </p:ext>
    </p:extLst>
  </p:cSld>
  <p:clrMapOvr>
    <a:masterClrMapping/>
  </p:clrMapOvr>
  <p:transition>
    <p:fade/>
  </p:transition>
  <p:hf hdr="0" ftr="0" dt="0"/>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Title &amp; subtitle">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C4CEADC-0F2C-A134-715A-1FF694FF41A3}"/>
              </a:ext>
            </a:extLst>
          </p:cNvPr>
          <p:cNvPicPr>
            <a:picLocks noChangeAspect="1"/>
          </p:cNvPicPr>
          <p:nvPr/>
        </p:nvPicPr>
        <p:blipFill>
          <a:blip r:embed="rId2" cstate="email">
            <a:alphaModFix/>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6" name="Text Placeholder 8">
            <a:extLst>
              <a:ext uri="{FF2B5EF4-FFF2-40B4-BE49-F238E27FC236}">
                <a16:creationId xmlns:a16="http://schemas.microsoft.com/office/drawing/2014/main" id="{8D89C7E6-37F5-4005-B8BE-658A5ADDE295}"/>
              </a:ext>
            </a:extLst>
          </p:cNvPr>
          <p:cNvSpPr>
            <a:spLocks noGrp="1"/>
          </p:cNvSpPr>
          <p:nvPr>
            <p:ph type="body" sz="quarter" idx="22" hasCustomPrompt="1"/>
          </p:nvPr>
        </p:nvSpPr>
        <p:spPr>
          <a:xfrm>
            <a:off x="742950" y="1371521"/>
            <a:ext cx="10706100" cy="757255"/>
          </a:xfrm>
          <a:prstGeom prst="rect">
            <a:avLst/>
          </a:prstGeom>
        </p:spPr>
        <p:txBody>
          <a:bodyPr lIns="0" tIns="0" rIns="0" bIns="0">
            <a:noAutofit/>
          </a:bodyPr>
          <a:lstStyle>
            <a:lvl1pPr marL="0" indent="0">
              <a:buNone/>
              <a:defRPr sz="1800" b="0" i="0">
                <a:solidFill>
                  <a:schemeClr val="bg1">
                    <a:lumMod val="50000"/>
                  </a:schemeClr>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pPr lvl="0"/>
            <a:r>
              <a:rPr lang="en-US"/>
              <a:t>Click to add subtitle</a:t>
            </a:r>
          </a:p>
        </p:txBody>
      </p:sp>
      <p:sp>
        <p:nvSpPr>
          <p:cNvPr id="7" name="Title Placeholder 1">
            <a:extLst>
              <a:ext uri="{FF2B5EF4-FFF2-40B4-BE49-F238E27FC236}">
                <a16:creationId xmlns:a16="http://schemas.microsoft.com/office/drawing/2014/main" id="{0FA13130-E22F-4F71-97DB-A64E7A175EC6}"/>
              </a:ext>
            </a:extLst>
          </p:cNvPr>
          <p:cNvSpPr>
            <a:spLocks noGrp="1"/>
          </p:cNvSpPr>
          <p:nvPr>
            <p:ph type="title" hasCustomPrompt="1"/>
          </p:nvPr>
        </p:nvSpPr>
        <p:spPr>
          <a:xfrm>
            <a:off x="742950" y="742950"/>
            <a:ext cx="10706100" cy="371475"/>
          </a:xfrm>
          <a:prstGeom prst="rect">
            <a:avLst/>
          </a:prstGeom>
        </p:spPr>
        <p:txBody>
          <a:bodyPr vert="horz" lIns="0" tIns="0" rIns="0" bIns="0" rtlCol="0" anchor="t" anchorCtr="0">
            <a:noAutofit/>
          </a:bodyPr>
          <a:lstStyle>
            <a:lvl1pPr>
              <a:defRPr sz="3600" b="0" i="0">
                <a:solidFill>
                  <a:srgbClr val="005587"/>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r>
              <a:rPr lang="en-US"/>
              <a:t>Click to add title</a:t>
            </a:r>
          </a:p>
        </p:txBody>
      </p:sp>
      <p:sp>
        <p:nvSpPr>
          <p:cNvPr id="3" name="TextBox 2">
            <a:extLst>
              <a:ext uri="{FF2B5EF4-FFF2-40B4-BE49-F238E27FC236}">
                <a16:creationId xmlns:a16="http://schemas.microsoft.com/office/drawing/2014/main" id="{B2B0E2AB-1A76-2C13-2A4E-693E52925069}"/>
              </a:ext>
            </a:extLst>
          </p:cNvPr>
          <p:cNvSpPr txBox="1"/>
          <p:nvPr/>
        </p:nvSpPr>
        <p:spPr>
          <a:xfrm>
            <a:off x="8989412" y="6477000"/>
            <a:ext cx="2576945" cy="100027"/>
          </a:xfrm>
          <a:prstGeom prst="rect">
            <a:avLst/>
          </a:prstGeom>
          <a:noFill/>
        </p:spPr>
        <p:txBody>
          <a:bodyPr wrap="square" lIns="0" tIns="0" rIns="0" bIns="0" rtlCol="0">
            <a:spAutoFit/>
          </a:bodyPr>
          <a:lstStyle/>
          <a:p>
            <a:pPr marL="0" marR="0" indent="0" algn="l" defTabSz="1219170" rtl="0" eaLnBrk="1" fontAlgn="auto" latinLnBrk="0" hangingPunct="1">
              <a:lnSpc>
                <a:spcPct val="100000"/>
              </a:lnSpc>
              <a:spcBef>
                <a:spcPts val="800"/>
              </a:spcBef>
              <a:spcAft>
                <a:spcPts val="0"/>
              </a:spcAft>
              <a:buClrTx/>
              <a:buSzPct val="100000"/>
              <a:buFont typeface="Arial"/>
              <a:buNone/>
              <a:tabLst/>
              <a:defRPr/>
            </a:pPr>
            <a:r>
              <a:rPr lang="en-US" sz="650" noProof="0">
                <a:solidFill>
                  <a:schemeClr val="bg2">
                    <a:lumMod val="90000"/>
                  </a:schemeClr>
                </a:solidFill>
              </a:rPr>
              <a:t>Copyright © 2023 Deloitte Development LLC. All rights reserved.  </a:t>
            </a:r>
            <a:r>
              <a:rPr kumimoji="0" lang="en-US" sz="650" b="0" i="0" u="none" strike="noStrike" kern="1200" cap="none" spc="0" normalizeH="0" baseline="0" noProof="0">
                <a:ln>
                  <a:noFill/>
                </a:ln>
                <a:solidFill>
                  <a:schemeClr val="bg2">
                    <a:lumMod val="90000"/>
                  </a:schemeClr>
                </a:solidFill>
                <a:effectLst/>
                <a:uLnTx/>
                <a:uFillTx/>
                <a:latin typeface="+mn-lt"/>
                <a:ea typeface="+mn-ea"/>
                <a:cs typeface="+mn-cs"/>
              </a:rPr>
              <a:t>| </a:t>
            </a:r>
            <a:endParaRPr lang="en-US" sz="650" noProof="0">
              <a:solidFill>
                <a:schemeClr val="bg2">
                  <a:lumMod val="90000"/>
                </a:schemeClr>
              </a:solidFill>
            </a:endParaRPr>
          </a:p>
        </p:txBody>
      </p:sp>
      <p:sp>
        <p:nvSpPr>
          <p:cNvPr id="4" name="TextBox 3">
            <a:extLst>
              <a:ext uri="{FF2B5EF4-FFF2-40B4-BE49-F238E27FC236}">
                <a16:creationId xmlns:a16="http://schemas.microsoft.com/office/drawing/2014/main" id="{003E4C5D-43A3-54DB-3FE5-E8771E6E86CF}"/>
              </a:ext>
            </a:extLst>
          </p:cNvPr>
          <p:cNvSpPr txBox="1"/>
          <p:nvPr/>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2">
                    <a:lumMod val="90000"/>
                  </a:schemeClr>
                </a:solidFill>
              </a:rPr>
              <a:pPr marL="0" indent="0" algn="r">
                <a:spcBef>
                  <a:spcPts val="800"/>
                </a:spcBef>
                <a:buSzPct val="100000"/>
                <a:buFont typeface="Arial"/>
                <a:buNone/>
              </a:pPr>
              <a:t>‹#›</a:t>
            </a:fld>
            <a:endParaRPr lang="en-US" sz="650" noProof="0">
              <a:solidFill>
                <a:schemeClr val="bg2">
                  <a:lumMod val="90000"/>
                </a:schemeClr>
              </a:solidFill>
            </a:endParaRPr>
          </a:p>
        </p:txBody>
      </p:sp>
    </p:spTree>
    <p:extLst>
      <p:ext uri="{BB962C8B-B14F-4D97-AF65-F5344CB8AC3E}">
        <p14:creationId xmlns:p14="http://schemas.microsoft.com/office/powerpoint/2010/main" val="2129204576"/>
      </p:ext>
    </p:extLst>
  </p:cSld>
  <p:clrMapOvr>
    <a:masterClrMapping/>
  </p:clrMapOvr>
  <p:transition>
    <p:fade/>
  </p:transition>
  <p:hf hdr="0" ftr="0" dt="0"/>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1697F39-376D-C95F-9B53-84F69AC03CCF}"/>
              </a:ext>
            </a:extLst>
          </p:cNvPr>
          <p:cNvPicPr>
            <a:picLocks noChangeAspect="1"/>
          </p:cNvPicPr>
          <p:nvPr/>
        </p:nvPicPr>
        <p:blipFill>
          <a:blip r:embed="rId2" cstate="email">
            <a:alphaModFix/>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4" name="Title Placeholder 1">
            <a:extLst>
              <a:ext uri="{FF2B5EF4-FFF2-40B4-BE49-F238E27FC236}">
                <a16:creationId xmlns:a16="http://schemas.microsoft.com/office/drawing/2014/main" id="{AD2EBC6F-831C-033F-1EF3-B57867C15596}"/>
              </a:ext>
            </a:extLst>
          </p:cNvPr>
          <p:cNvSpPr>
            <a:spLocks noGrp="1"/>
          </p:cNvSpPr>
          <p:nvPr>
            <p:ph type="title" hasCustomPrompt="1"/>
          </p:nvPr>
        </p:nvSpPr>
        <p:spPr>
          <a:xfrm>
            <a:off x="742950" y="742950"/>
            <a:ext cx="10706100" cy="371475"/>
          </a:xfrm>
          <a:prstGeom prst="rect">
            <a:avLst/>
          </a:prstGeom>
        </p:spPr>
        <p:txBody>
          <a:bodyPr vert="horz" lIns="0" tIns="0" rIns="0" bIns="0" rtlCol="0" anchor="t" anchorCtr="0">
            <a:noAutofit/>
          </a:bodyPr>
          <a:lstStyle>
            <a:lvl1pPr>
              <a:defRPr sz="3600" b="0" i="0">
                <a:solidFill>
                  <a:srgbClr val="005587"/>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r>
              <a:rPr lang="en-US"/>
              <a:t>Click to add title</a:t>
            </a:r>
          </a:p>
        </p:txBody>
      </p:sp>
      <p:sp>
        <p:nvSpPr>
          <p:cNvPr id="3" name="TextBox 2">
            <a:extLst>
              <a:ext uri="{FF2B5EF4-FFF2-40B4-BE49-F238E27FC236}">
                <a16:creationId xmlns:a16="http://schemas.microsoft.com/office/drawing/2014/main" id="{90A664DC-E5C0-F8DC-768C-7CBD12F8963B}"/>
              </a:ext>
            </a:extLst>
          </p:cNvPr>
          <p:cNvSpPr txBox="1"/>
          <p:nvPr/>
        </p:nvSpPr>
        <p:spPr>
          <a:xfrm>
            <a:off x="8989412" y="6477000"/>
            <a:ext cx="2576945" cy="100027"/>
          </a:xfrm>
          <a:prstGeom prst="rect">
            <a:avLst/>
          </a:prstGeom>
          <a:noFill/>
        </p:spPr>
        <p:txBody>
          <a:bodyPr wrap="square" lIns="0" tIns="0" rIns="0" bIns="0" rtlCol="0">
            <a:spAutoFit/>
          </a:bodyPr>
          <a:lstStyle/>
          <a:p>
            <a:pPr marL="0" marR="0" indent="0" algn="l" defTabSz="1219170" rtl="0" eaLnBrk="1" fontAlgn="auto" latinLnBrk="0" hangingPunct="1">
              <a:lnSpc>
                <a:spcPct val="100000"/>
              </a:lnSpc>
              <a:spcBef>
                <a:spcPts val="800"/>
              </a:spcBef>
              <a:spcAft>
                <a:spcPts val="0"/>
              </a:spcAft>
              <a:buClrTx/>
              <a:buSzPct val="100000"/>
              <a:buFont typeface="Arial"/>
              <a:buNone/>
              <a:tabLst/>
              <a:defRPr/>
            </a:pPr>
            <a:r>
              <a:rPr lang="en-US" sz="650" noProof="0">
                <a:solidFill>
                  <a:schemeClr val="bg2">
                    <a:lumMod val="90000"/>
                  </a:schemeClr>
                </a:solidFill>
              </a:rPr>
              <a:t>Copyright © 2023 Deloitte Development LLC. All rights reserved.  </a:t>
            </a:r>
            <a:r>
              <a:rPr kumimoji="0" lang="en-US" sz="650" b="0" i="0" u="none" strike="noStrike" kern="1200" cap="none" spc="0" normalizeH="0" baseline="0" noProof="0">
                <a:ln>
                  <a:noFill/>
                </a:ln>
                <a:solidFill>
                  <a:schemeClr val="bg2">
                    <a:lumMod val="90000"/>
                  </a:schemeClr>
                </a:solidFill>
                <a:effectLst/>
                <a:uLnTx/>
                <a:uFillTx/>
                <a:latin typeface="+mn-lt"/>
                <a:ea typeface="+mn-ea"/>
                <a:cs typeface="+mn-cs"/>
              </a:rPr>
              <a:t>| </a:t>
            </a:r>
            <a:endParaRPr lang="en-US" sz="650" noProof="0">
              <a:solidFill>
                <a:schemeClr val="bg2">
                  <a:lumMod val="90000"/>
                </a:schemeClr>
              </a:solidFill>
            </a:endParaRPr>
          </a:p>
        </p:txBody>
      </p:sp>
      <p:sp>
        <p:nvSpPr>
          <p:cNvPr id="5" name="TextBox 4">
            <a:extLst>
              <a:ext uri="{FF2B5EF4-FFF2-40B4-BE49-F238E27FC236}">
                <a16:creationId xmlns:a16="http://schemas.microsoft.com/office/drawing/2014/main" id="{6496CB98-EA2F-5DB7-88A4-D03B2EF3DE0A}"/>
              </a:ext>
            </a:extLst>
          </p:cNvPr>
          <p:cNvSpPr txBox="1"/>
          <p:nvPr/>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2">
                    <a:lumMod val="90000"/>
                  </a:schemeClr>
                </a:solidFill>
              </a:rPr>
              <a:pPr marL="0" indent="0" algn="r">
                <a:spcBef>
                  <a:spcPts val="800"/>
                </a:spcBef>
                <a:buSzPct val="100000"/>
                <a:buFont typeface="Arial"/>
                <a:buNone/>
              </a:pPr>
              <a:t>‹#›</a:t>
            </a:fld>
            <a:endParaRPr lang="en-US" sz="650" noProof="0">
              <a:solidFill>
                <a:schemeClr val="bg2">
                  <a:lumMod val="90000"/>
                </a:schemeClr>
              </a:solidFill>
            </a:endParaRPr>
          </a:p>
        </p:txBody>
      </p:sp>
    </p:spTree>
    <p:extLst>
      <p:ext uri="{BB962C8B-B14F-4D97-AF65-F5344CB8AC3E}">
        <p14:creationId xmlns:p14="http://schemas.microsoft.com/office/powerpoint/2010/main" val="1495537149"/>
      </p:ext>
    </p:extLst>
  </p:cSld>
  <p:clrMapOvr>
    <a:masterClrMapping/>
  </p:clrMapOvr>
  <p:transition>
    <p:fade/>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4_Divider - Deloitte black">
    <p:bg bwMode="gray">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ECDA812-299A-A697-AB0D-6969517A54F3}"/>
              </a:ext>
            </a:extLst>
          </p:cNvPr>
          <p:cNvPicPr>
            <a:picLocks noChangeAspect="1"/>
          </p:cNvPicPr>
          <p:nvPr/>
        </p:nvPicPr>
        <p:blipFill rotWithShape="1">
          <a:blip r:embed="rId2" cstate="email">
            <a:alphaModFix amt="70000"/>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6" name="Title 1">
            <a:extLst>
              <a:ext uri="{FF2B5EF4-FFF2-40B4-BE49-F238E27FC236}">
                <a16:creationId xmlns:a16="http://schemas.microsoft.com/office/drawing/2014/main" id="{2C365DB4-E8A8-C97A-4D87-CD7C43E11DC9}"/>
              </a:ext>
            </a:extLst>
          </p:cNvPr>
          <p:cNvSpPr>
            <a:spLocks noGrp="1"/>
          </p:cNvSpPr>
          <p:nvPr>
            <p:ph type="title"/>
          </p:nvPr>
        </p:nvSpPr>
        <p:spPr bwMode="gray">
          <a:xfrm>
            <a:off x="5715001" y="1836597"/>
            <a:ext cx="5734051" cy="1592403"/>
          </a:xfrm>
          <a:prstGeom prst="rect">
            <a:avLst/>
          </a:prstGeom>
        </p:spPr>
        <p:txBody>
          <a:bodyPr anchor="b"/>
          <a:lstStyle>
            <a:lvl1pPr>
              <a:lnSpc>
                <a:spcPct val="95000"/>
              </a:lnSpc>
              <a:defRPr sz="5400" b="0" i="0">
                <a:solidFill>
                  <a:srgbClr val="005587"/>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r>
              <a:rPr lang="en-US" noProof="0"/>
              <a:t>Click to edit Master title style</a:t>
            </a:r>
          </a:p>
        </p:txBody>
      </p:sp>
      <p:sp>
        <p:nvSpPr>
          <p:cNvPr id="5" name="TextBox 4">
            <a:extLst>
              <a:ext uri="{FF2B5EF4-FFF2-40B4-BE49-F238E27FC236}">
                <a16:creationId xmlns:a16="http://schemas.microsoft.com/office/drawing/2014/main" id="{4BA1C772-21F4-D3BC-F34B-A411E520406C}"/>
              </a:ext>
            </a:extLst>
          </p:cNvPr>
          <p:cNvSpPr txBox="1"/>
          <p:nvPr/>
        </p:nvSpPr>
        <p:spPr>
          <a:xfrm>
            <a:off x="8989412" y="6477000"/>
            <a:ext cx="2576945" cy="100027"/>
          </a:xfrm>
          <a:prstGeom prst="rect">
            <a:avLst/>
          </a:prstGeom>
          <a:noFill/>
        </p:spPr>
        <p:txBody>
          <a:bodyPr wrap="square" lIns="0" tIns="0" rIns="0" bIns="0" rtlCol="0">
            <a:spAutoFit/>
          </a:bodyPr>
          <a:lstStyle/>
          <a:p>
            <a:pPr marL="0" marR="0" indent="0" algn="l" defTabSz="1219170" rtl="0" eaLnBrk="1" fontAlgn="auto" latinLnBrk="0" hangingPunct="1">
              <a:lnSpc>
                <a:spcPct val="100000"/>
              </a:lnSpc>
              <a:spcBef>
                <a:spcPts val="800"/>
              </a:spcBef>
              <a:spcAft>
                <a:spcPts val="0"/>
              </a:spcAft>
              <a:buClrTx/>
              <a:buSzPct val="100000"/>
              <a:buFont typeface="Arial"/>
              <a:buNone/>
              <a:tabLst/>
              <a:defRPr/>
            </a:pPr>
            <a:r>
              <a:rPr lang="en-US" sz="650" noProof="0">
                <a:solidFill>
                  <a:schemeClr val="bg2">
                    <a:lumMod val="90000"/>
                  </a:schemeClr>
                </a:solidFill>
              </a:rPr>
              <a:t>Copyright © 2023 Deloitte Development LLC. All rights reserved.  </a:t>
            </a:r>
            <a:r>
              <a:rPr kumimoji="0" lang="en-US" sz="650" b="0" i="0" u="none" strike="noStrike" kern="1200" cap="none" spc="0" normalizeH="0" baseline="0" noProof="0">
                <a:ln>
                  <a:noFill/>
                </a:ln>
                <a:solidFill>
                  <a:schemeClr val="bg2">
                    <a:lumMod val="90000"/>
                  </a:schemeClr>
                </a:solidFill>
                <a:effectLst/>
                <a:uLnTx/>
                <a:uFillTx/>
                <a:latin typeface="+mn-lt"/>
                <a:ea typeface="+mn-ea"/>
                <a:cs typeface="+mn-cs"/>
              </a:rPr>
              <a:t>| </a:t>
            </a:r>
            <a:endParaRPr lang="en-US" sz="650" noProof="0">
              <a:solidFill>
                <a:schemeClr val="bg2">
                  <a:lumMod val="90000"/>
                </a:schemeClr>
              </a:solidFill>
            </a:endParaRPr>
          </a:p>
        </p:txBody>
      </p:sp>
      <p:sp>
        <p:nvSpPr>
          <p:cNvPr id="7" name="TextBox 6">
            <a:extLst>
              <a:ext uri="{FF2B5EF4-FFF2-40B4-BE49-F238E27FC236}">
                <a16:creationId xmlns:a16="http://schemas.microsoft.com/office/drawing/2014/main" id="{625E7284-1FDB-A506-C410-7A5FA114A923}"/>
              </a:ext>
            </a:extLst>
          </p:cNvPr>
          <p:cNvSpPr txBox="1"/>
          <p:nvPr/>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2">
                    <a:lumMod val="90000"/>
                  </a:schemeClr>
                </a:solidFill>
              </a:rPr>
              <a:pPr marL="0" indent="0" algn="r">
                <a:spcBef>
                  <a:spcPts val="800"/>
                </a:spcBef>
                <a:buSzPct val="100000"/>
                <a:buFont typeface="Arial"/>
                <a:buNone/>
              </a:pPr>
              <a:t>‹#›</a:t>
            </a:fld>
            <a:endParaRPr lang="en-US" sz="650" noProof="0">
              <a:solidFill>
                <a:schemeClr val="bg2">
                  <a:lumMod val="90000"/>
                </a:schemeClr>
              </a:solidFill>
            </a:endParaRPr>
          </a:p>
        </p:txBody>
      </p:sp>
    </p:spTree>
    <p:extLst>
      <p:ext uri="{BB962C8B-B14F-4D97-AF65-F5344CB8AC3E}">
        <p14:creationId xmlns:p14="http://schemas.microsoft.com/office/powerpoint/2010/main" val="2281556091"/>
      </p:ext>
    </p:extLst>
  </p:cSld>
  <p:clrMapOvr>
    <a:masterClrMapping/>
  </p:clrMapOvr>
  <p:transition>
    <p:fade/>
  </p:transition>
  <p:hf hdr="0" ftr="0" dt="0"/>
  <p:extLst>
    <p:ext uri="{DCECCB84-F9BA-43D5-87BE-67443E8EF086}">
      <p15:sldGuideLst xmlns:p15="http://schemas.microsoft.com/office/powerpoint/2012/main"/>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3_Divider - Deloitte black">
    <p:bg bwMode="gray">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ECDA812-299A-A697-AB0D-6969517A54F3}"/>
              </a:ext>
            </a:extLst>
          </p:cNvPr>
          <p:cNvPicPr>
            <a:picLocks noChangeAspect="1"/>
          </p:cNvPicPr>
          <p:nvPr/>
        </p:nvPicPr>
        <p:blipFill>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6" name="Title 1">
            <a:extLst>
              <a:ext uri="{FF2B5EF4-FFF2-40B4-BE49-F238E27FC236}">
                <a16:creationId xmlns:a16="http://schemas.microsoft.com/office/drawing/2014/main" id="{2C365DB4-E8A8-C97A-4D87-CD7C43E11DC9}"/>
              </a:ext>
            </a:extLst>
          </p:cNvPr>
          <p:cNvSpPr>
            <a:spLocks noGrp="1"/>
          </p:cNvSpPr>
          <p:nvPr>
            <p:ph type="title"/>
          </p:nvPr>
        </p:nvSpPr>
        <p:spPr bwMode="gray">
          <a:xfrm>
            <a:off x="5715001" y="1836597"/>
            <a:ext cx="5734051" cy="1592403"/>
          </a:xfrm>
          <a:prstGeom prst="rect">
            <a:avLst/>
          </a:prstGeom>
        </p:spPr>
        <p:txBody>
          <a:bodyPr anchor="b"/>
          <a:lstStyle>
            <a:lvl1pPr>
              <a:lnSpc>
                <a:spcPct val="95000"/>
              </a:lnSpc>
              <a:defRPr sz="5400" b="0" i="0">
                <a:solidFill>
                  <a:srgbClr val="005587"/>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r>
              <a:rPr lang="en-US" noProof="0"/>
              <a:t>Click to edit Master title style</a:t>
            </a:r>
          </a:p>
        </p:txBody>
      </p:sp>
      <p:sp>
        <p:nvSpPr>
          <p:cNvPr id="2" name="TextBox 1">
            <a:extLst>
              <a:ext uri="{FF2B5EF4-FFF2-40B4-BE49-F238E27FC236}">
                <a16:creationId xmlns:a16="http://schemas.microsoft.com/office/drawing/2014/main" id="{CD5214A1-FBAC-1226-E359-AAA775330371}"/>
              </a:ext>
            </a:extLst>
          </p:cNvPr>
          <p:cNvSpPr txBox="1"/>
          <p:nvPr/>
        </p:nvSpPr>
        <p:spPr>
          <a:xfrm>
            <a:off x="8989412" y="6477000"/>
            <a:ext cx="2576945" cy="100027"/>
          </a:xfrm>
          <a:prstGeom prst="rect">
            <a:avLst/>
          </a:prstGeom>
          <a:noFill/>
        </p:spPr>
        <p:txBody>
          <a:bodyPr wrap="square" lIns="0" tIns="0" rIns="0" bIns="0" rtlCol="0">
            <a:spAutoFit/>
          </a:bodyPr>
          <a:lstStyle/>
          <a:p>
            <a:pPr marL="0" marR="0" indent="0" algn="l" defTabSz="1219170" rtl="0" eaLnBrk="1" fontAlgn="auto" latinLnBrk="0" hangingPunct="1">
              <a:lnSpc>
                <a:spcPct val="100000"/>
              </a:lnSpc>
              <a:spcBef>
                <a:spcPts val="800"/>
              </a:spcBef>
              <a:spcAft>
                <a:spcPts val="0"/>
              </a:spcAft>
              <a:buClrTx/>
              <a:buSzPct val="100000"/>
              <a:buFont typeface="Arial"/>
              <a:buNone/>
              <a:tabLst/>
              <a:defRPr/>
            </a:pPr>
            <a:r>
              <a:rPr lang="en-US" sz="650" noProof="0">
                <a:solidFill>
                  <a:schemeClr val="bg2">
                    <a:lumMod val="90000"/>
                  </a:schemeClr>
                </a:solidFill>
              </a:rPr>
              <a:t>Copyright © 2023 Deloitte Development LLC. All rights reserved.  </a:t>
            </a:r>
            <a:r>
              <a:rPr kumimoji="0" lang="en-US" sz="650" b="0" i="0" u="none" strike="noStrike" kern="1200" cap="none" spc="0" normalizeH="0" baseline="0" noProof="0">
                <a:ln>
                  <a:noFill/>
                </a:ln>
                <a:solidFill>
                  <a:schemeClr val="bg2">
                    <a:lumMod val="90000"/>
                  </a:schemeClr>
                </a:solidFill>
                <a:effectLst/>
                <a:uLnTx/>
                <a:uFillTx/>
                <a:latin typeface="+mn-lt"/>
                <a:ea typeface="+mn-ea"/>
                <a:cs typeface="+mn-cs"/>
              </a:rPr>
              <a:t>| </a:t>
            </a:r>
            <a:endParaRPr lang="en-US" sz="650" noProof="0">
              <a:solidFill>
                <a:schemeClr val="bg2">
                  <a:lumMod val="90000"/>
                </a:schemeClr>
              </a:solidFill>
            </a:endParaRPr>
          </a:p>
        </p:txBody>
      </p:sp>
      <p:sp>
        <p:nvSpPr>
          <p:cNvPr id="3" name="TextBox 2">
            <a:extLst>
              <a:ext uri="{FF2B5EF4-FFF2-40B4-BE49-F238E27FC236}">
                <a16:creationId xmlns:a16="http://schemas.microsoft.com/office/drawing/2014/main" id="{6D28776B-9638-096D-80B3-64D24C8CC28D}"/>
              </a:ext>
            </a:extLst>
          </p:cNvPr>
          <p:cNvSpPr txBox="1"/>
          <p:nvPr/>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2">
                    <a:lumMod val="90000"/>
                  </a:schemeClr>
                </a:solidFill>
              </a:rPr>
              <a:pPr marL="0" indent="0" algn="r">
                <a:spcBef>
                  <a:spcPts val="800"/>
                </a:spcBef>
                <a:buSzPct val="100000"/>
                <a:buFont typeface="Arial"/>
                <a:buNone/>
              </a:pPr>
              <a:t>‹#›</a:t>
            </a:fld>
            <a:endParaRPr lang="en-US" sz="650" noProof="0">
              <a:solidFill>
                <a:schemeClr val="bg2">
                  <a:lumMod val="90000"/>
                </a:schemeClr>
              </a:solidFill>
            </a:endParaRPr>
          </a:p>
        </p:txBody>
      </p:sp>
    </p:spTree>
    <p:extLst>
      <p:ext uri="{BB962C8B-B14F-4D97-AF65-F5344CB8AC3E}">
        <p14:creationId xmlns:p14="http://schemas.microsoft.com/office/powerpoint/2010/main" val="2064142966"/>
      </p:ext>
    </p:extLst>
  </p:cSld>
  <p:clrMapOvr>
    <a:masterClrMapping/>
  </p:clrMapOvr>
  <p:transition>
    <p:fade/>
  </p:transition>
  <p:hf hdr="0" ftr="0" dt="0"/>
  <p:extLst>
    <p:ext uri="{DCECCB84-F9BA-43D5-87BE-67443E8EF086}">
      <p15:sldGuideLst xmlns:p15="http://schemas.microsoft.com/office/powerpoint/2012/main"/>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p:cSld name="12_Divider - Deloitte black">
    <p:bg bwMode="gray">
      <p:bgRef idx="1001">
        <a:schemeClr val="bg1"/>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6039565-CB04-8F01-74ED-260716E91243}"/>
              </a:ext>
            </a:extLst>
          </p:cNvPr>
          <p:cNvPicPr>
            <a:picLocks noChangeAspect="1"/>
          </p:cNvPicPr>
          <p:nvPr/>
        </p:nvPicPr>
        <p:blipFill>
          <a:blip r:embed="rId2" cstate="email">
            <a:alphaModFix amt="85000"/>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9" name="Title 1">
            <a:extLst>
              <a:ext uri="{FF2B5EF4-FFF2-40B4-BE49-F238E27FC236}">
                <a16:creationId xmlns:a16="http://schemas.microsoft.com/office/drawing/2014/main" id="{13ECF108-98CD-26AA-2A05-D82A254185A6}"/>
              </a:ext>
            </a:extLst>
          </p:cNvPr>
          <p:cNvSpPr>
            <a:spLocks noGrp="1"/>
          </p:cNvSpPr>
          <p:nvPr>
            <p:ph type="title"/>
          </p:nvPr>
        </p:nvSpPr>
        <p:spPr bwMode="gray">
          <a:xfrm>
            <a:off x="1260763" y="2632798"/>
            <a:ext cx="9670473" cy="1592403"/>
          </a:xfrm>
          <a:prstGeom prst="rect">
            <a:avLst/>
          </a:prstGeom>
        </p:spPr>
        <p:txBody>
          <a:bodyPr anchor="ctr"/>
          <a:lstStyle>
            <a:lvl1pPr algn="ctr">
              <a:lnSpc>
                <a:spcPct val="95000"/>
              </a:lnSpc>
              <a:defRPr sz="12000" b="0" i="0">
                <a:solidFill>
                  <a:srgbClr val="041E42"/>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r>
              <a:rPr lang="en-US" noProof="0"/>
              <a:t>Click to edit Master title style</a:t>
            </a:r>
          </a:p>
        </p:txBody>
      </p:sp>
    </p:spTree>
    <p:extLst>
      <p:ext uri="{BB962C8B-B14F-4D97-AF65-F5344CB8AC3E}">
        <p14:creationId xmlns:p14="http://schemas.microsoft.com/office/powerpoint/2010/main" val="2135813498"/>
      </p:ext>
    </p:extLst>
  </p:cSld>
  <p:clrMapOvr>
    <a:overrideClrMapping bg1="lt1" tx1="dk1" bg2="lt2" tx2="dk2" accent1="accent1" accent2="accent2" accent3="accent3" accent4="accent4" accent5="accent5" accent6="accent6" hlink="hlink" folHlink="folHlink"/>
  </p:clrMapOvr>
  <p:transition>
    <p:fade/>
  </p:transition>
  <p:hf hdr="0" ftr="0" dt="0"/>
  <p:extLst>
    <p:ext uri="{DCECCB84-F9BA-43D5-87BE-67443E8EF086}">
      <p15:sldGuideLst xmlns:p15="http://schemas.microsoft.com/office/powerpoint/2012/main"/>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p:cSld name="13_Divider - Deloitte black">
    <p:bg bwMode="gray">
      <p:bgRef idx="1001">
        <a:schemeClr val="bg1"/>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7F253F0-7D54-049F-23DF-F9A8E30E952C}"/>
              </a:ext>
            </a:extLst>
          </p:cNvPr>
          <p:cNvPicPr>
            <a:picLocks noChangeAspect="1"/>
          </p:cNvPicPr>
          <p:nvPr/>
        </p:nvPicPr>
        <p:blipFill>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9" name="Title 1">
            <a:extLst>
              <a:ext uri="{FF2B5EF4-FFF2-40B4-BE49-F238E27FC236}">
                <a16:creationId xmlns:a16="http://schemas.microsoft.com/office/drawing/2014/main" id="{13ECF108-98CD-26AA-2A05-D82A254185A6}"/>
              </a:ext>
            </a:extLst>
          </p:cNvPr>
          <p:cNvSpPr>
            <a:spLocks noGrp="1"/>
          </p:cNvSpPr>
          <p:nvPr>
            <p:ph type="title"/>
          </p:nvPr>
        </p:nvSpPr>
        <p:spPr bwMode="gray">
          <a:xfrm>
            <a:off x="1260763" y="2632798"/>
            <a:ext cx="9670473" cy="1592403"/>
          </a:xfrm>
          <a:prstGeom prst="rect">
            <a:avLst/>
          </a:prstGeom>
        </p:spPr>
        <p:txBody>
          <a:bodyPr anchor="ctr"/>
          <a:lstStyle>
            <a:lvl1pPr algn="ctr">
              <a:lnSpc>
                <a:spcPct val="95000"/>
              </a:lnSpc>
              <a:defRPr sz="12000" b="0" i="0">
                <a:solidFill>
                  <a:srgbClr val="041E42"/>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r>
              <a:rPr lang="en-US" noProof="0"/>
              <a:t>Click to edit Master title style</a:t>
            </a:r>
          </a:p>
        </p:txBody>
      </p:sp>
    </p:spTree>
    <p:extLst>
      <p:ext uri="{BB962C8B-B14F-4D97-AF65-F5344CB8AC3E}">
        <p14:creationId xmlns:p14="http://schemas.microsoft.com/office/powerpoint/2010/main" val="3702184708"/>
      </p:ext>
    </p:extLst>
  </p:cSld>
  <p:clrMapOvr>
    <a:overrideClrMapping bg1="lt1" tx1="dk1" bg2="lt2" tx2="dk2" accent1="accent1" accent2="accent2" accent3="accent3" accent4="accent4" accent5="accent5" accent6="accent6" hlink="hlink" folHlink="folHlink"/>
  </p:clrMapOvr>
  <p:transition>
    <p:fade/>
  </p:transition>
  <p:hf hdr="0" ftr="0" dt="0"/>
  <p:extLst>
    <p:ext uri="{DCECCB84-F9BA-43D5-87BE-67443E8EF086}">
      <p15:sldGuideLst xmlns:p15="http://schemas.microsoft.com/office/powerpoint/2012/main"/>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3_Title &amp; subtitle">
    <p:spTree>
      <p:nvGrpSpPr>
        <p:cNvPr id="1" name=""/>
        <p:cNvGrpSpPr/>
        <p:nvPr/>
      </p:nvGrpSpPr>
      <p:grpSpPr>
        <a:xfrm>
          <a:off x="0" y="0"/>
          <a:ext cx="0" cy="0"/>
          <a:chOff x="0" y="0"/>
          <a:chExt cx="0" cy="0"/>
        </a:xfrm>
      </p:grpSpPr>
      <p:sp>
        <p:nvSpPr>
          <p:cNvPr id="5"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4167664926"/>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userDrawn="1">
  <p:cSld name="1_Title &amp; subtitle">
    <p:spTree>
      <p:nvGrpSpPr>
        <p:cNvPr id="1" name=""/>
        <p:cNvGrpSpPr/>
        <p:nvPr/>
      </p:nvGrpSpPr>
      <p:grpSpPr>
        <a:xfrm>
          <a:off x="0" y="0"/>
          <a:ext cx="0" cy="0"/>
          <a:chOff x="0" y="0"/>
          <a:chExt cx="0" cy="0"/>
        </a:xfrm>
      </p:grpSpPr>
      <p:sp>
        <p:nvSpPr>
          <p:cNvPr id="4" name="Text Placeholder 8"/>
          <p:cNvSpPr>
            <a:spLocks noGrp="1"/>
          </p:cNvSpPr>
          <p:nvPr>
            <p:ph type="body" sz="quarter" idx="13" hasCustomPrompt="1"/>
          </p:nvPr>
        </p:nvSpPr>
        <p:spPr>
          <a:xfrm>
            <a:off x="469900" y="736688"/>
            <a:ext cx="11252200" cy="215444"/>
          </a:xfrm>
          <a:prstGeom prst="rect">
            <a:avLst/>
          </a:prstGeom>
        </p:spPr>
        <p:txBody>
          <a:bodyPr lIns="0" tIns="0" rIns="0" bIns="0">
            <a:spAutoFit/>
          </a:bodyPr>
          <a:lstStyle>
            <a:lvl1pPr marL="0" indent="0">
              <a:buNone/>
              <a:defRPr sz="1400" b="0">
                <a:solidFill>
                  <a:srgbClr val="575757"/>
                </a:solidFill>
              </a:defRPr>
            </a:lvl1pPr>
          </a:lstStyle>
          <a:p>
            <a:pPr lvl="0"/>
            <a:r>
              <a:rPr lang="en-US" noProof="0"/>
              <a:t>Click to add subtitle</a:t>
            </a:r>
          </a:p>
        </p:txBody>
      </p:sp>
      <p:sp>
        <p:nvSpPr>
          <p:cNvPr id="5" name="Title Placeholder 1"/>
          <p:cNvSpPr>
            <a:spLocks noGrp="1"/>
          </p:cNvSpPr>
          <p:nvPr>
            <p:ph type="title"/>
          </p:nvPr>
        </p:nvSpPr>
        <p:spPr>
          <a:xfrm>
            <a:off x="469900" y="402587"/>
            <a:ext cx="11252200" cy="276999"/>
          </a:xfrm>
          <a:prstGeom prst="rect">
            <a:avLst/>
          </a:prstGeom>
        </p:spPr>
        <p:txBody>
          <a:bodyPr vert="horz" lIns="0" tIns="0" rIns="0" bIns="0" rtlCol="0" anchor="t" anchorCtr="0">
            <a:sp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2180301423"/>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userDrawn="1">
  <p:cSld name="to use_Title ">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3B6EB95-5395-7149-AC43-35C833153366}"/>
              </a:ext>
            </a:extLst>
          </p:cNvPr>
          <p:cNvSpPr>
            <a:spLocks noGrp="1"/>
          </p:cNvSpPr>
          <p:nvPr>
            <p:ph type="body" sz="quarter" idx="10"/>
          </p:nvPr>
        </p:nvSpPr>
        <p:spPr>
          <a:xfrm>
            <a:off x="481051" y="412789"/>
            <a:ext cx="11233150" cy="309563"/>
          </a:xfrm>
        </p:spPr>
        <p:txBody>
          <a:bodyPr/>
          <a:lstStyle>
            <a:lvl1pPr>
              <a:defRPr sz="2000" b="1">
                <a:latin typeface="Open Sans" panose="020B0606030504020204" pitchFamily="34" charset="0"/>
                <a:ea typeface="Open Sans" panose="020B0606030504020204" pitchFamily="34" charset="0"/>
                <a:cs typeface="Open Sans" panose="020B0606030504020204" pitchFamily="34" charset="0"/>
              </a:defRPr>
            </a:lvl1pPr>
            <a:lvl2pPr marL="0" indent="0">
              <a:buNone/>
              <a:defRPr sz="2000" b="1">
                <a:latin typeface="Open Sans" panose="020B0606030504020204" pitchFamily="34" charset="0"/>
                <a:ea typeface="Open Sans" panose="020B0606030504020204" pitchFamily="34" charset="0"/>
                <a:cs typeface="Open Sans" panose="020B0606030504020204" pitchFamily="34" charset="0"/>
              </a:defRPr>
            </a:lvl2pPr>
            <a:lvl3pPr>
              <a:defRPr sz="2000" b="1">
                <a:latin typeface="Open Sans" panose="020B0606030504020204" pitchFamily="34" charset="0"/>
                <a:ea typeface="Open Sans" panose="020B0606030504020204" pitchFamily="34" charset="0"/>
                <a:cs typeface="Open Sans" panose="020B0606030504020204" pitchFamily="34" charset="0"/>
              </a:defRPr>
            </a:lvl3pPr>
            <a:lvl4pPr>
              <a:defRPr sz="2000" b="1">
                <a:latin typeface="Open Sans" panose="020B0606030504020204" pitchFamily="34" charset="0"/>
                <a:ea typeface="Open Sans" panose="020B0606030504020204" pitchFamily="34" charset="0"/>
                <a:cs typeface="Open Sans" panose="020B0606030504020204" pitchFamily="34" charset="0"/>
              </a:defRPr>
            </a:lvl4pPr>
            <a:lvl5pPr>
              <a:defRPr sz="2000" b="1">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Master text styles</a:t>
            </a:r>
          </a:p>
        </p:txBody>
      </p:sp>
    </p:spTree>
    <p:extLst>
      <p:ext uri="{BB962C8B-B14F-4D97-AF65-F5344CB8AC3E}">
        <p14:creationId xmlns:p14="http://schemas.microsoft.com/office/powerpoint/2010/main" val="1852243864"/>
      </p:ext>
    </p:extLst>
  </p:cSld>
  <p:clrMapOvr>
    <a:masterClrMapping/>
  </p:clrMapOvr>
  <p:transition>
    <p:fade/>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type="obj">
  <p:cSld name="2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9FA84E-0AD7-8959-06F6-DAC1F17F298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31BE792-0A5B-181F-1605-B831437972C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0820ADC-609F-99FF-9F9D-E1E728B0C5B2}"/>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8433375D-D60B-714B-2A0A-ACC764B46F7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6329A0D-061E-8B94-F97C-E1DB93CA09DF}"/>
              </a:ext>
            </a:extLst>
          </p:cNvPr>
          <p:cNvSpPr>
            <a:spLocks noGrp="1"/>
          </p:cNvSpPr>
          <p:nvPr>
            <p:ph type="sldNum" sz="quarter" idx="12"/>
          </p:nvPr>
        </p:nvSpPr>
        <p:spPr/>
        <p:txBody>
          <a:bodyPr/>
          <a:lstStyle/>
          <a:p>
            <a:fld id="{31FD92B0-7A82-4655-94BF-2D72EF515EB6}" type="slidenum">
              <a:rPr lang="en-US" smtClean="0"/>
              <a:t>‹#›</a:t>
            </a:fld>
            <a:endParaRPr lang="en-US"/>
          </a:p>
        </p:txBody>
      </p:sp>
    </p:spTree>
    <p:extLst>
      <p:ext uri="{BB962C8B-B14F-4D97-AF65-F5344CB8AC3E}">
        <p14:creationId xmlns:p14="http://schemas.microsoft.com/office/powerpoint/2010/main" val="4142735532"/>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userDrawn="1">
  <p:cSld name="Title, Subhead, Breadcrumb">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08CDA913-053B-41DE-91C7-CDD8D7B615FE}"/>
              </a:ext>
            </a:extLst>
          </p:cNvPr>
          <p:cNvSpPr>
            <a:spLocks noGrp="1"/>
          </p:cNvSpPr>
          <p:nvPr>
            <p:ph type="body" sz="quarter" idx="15" hasCustomPrompt="1"/>
          </p:nvPr>
        </p:nvSpPr>
        <p:spPr>
          <a:xfrm>
            <a:off x="469900" y="242268"/>
            <a:ext cx="11252200" cy="173038"/>
          </a:xfrm>
        </p:spPr>
        <p:txBody>
          <a:bodyPr anchor="b"/>
          <a:lstStyle>
            <a:lvl1pPr>
              <a:defRPr sz="1000" b="1" cap="all" spc="300" baseline="0">
                <a:solidFill>
                  <a:schemeClr val="bg1">
                    <a:lumMod val="65000"/>
                  </a:schemeClr>
                </a:solidFill>
                <a:latin typeface="Open Sans" panose="020B0606030504020204" pitchFamily="34" charset="0"/>
              </a:defRPr>
            </a:lvl1pPr>
          </a:lstStyle>
          <a:p>
            <a:pPr lvl="0"/>
            <a:r>
              <a:rPr lang="en-US"/>
              <a:t>CLICK TO EDIT BREADCRUMB</a:t>
            </a:r>
          </a:p>
        </p:txBody>
      </p:sp>
      <p:sp>
        <p:nvSpPr>
          <p:cNvPr id="6" name="Text Placeholder 8">
            <a:extLst>
              <a:ext uri="{FF2B5EF4-FFF2-40B4-BE49-F238E27FC236}">
                <a16:creationId xmlns:a16="http://schemas.microsoft.com/office/drawing/2014/main" id="{97460AE7-C41F-B742-A869-5900E2154F01}"/>
              </a:ext>
            </a:extLst>
          </p:cNvPr>
          <p:cNvSpPr>
            <a:spLocks noGrp="1"/>
          </p:cNvSpPr>
          <p:nvPr>
            <p:ph type="body" sz="quarter" idx="14"/>
          </p:nvPr>
        </p:nvSpPr>
        <p:spPr>
          <a:xfrm>
            <a:off x="469900" y="835067"/>
            <a:ext cx="11252200" cy="392111"/>
          </a:xfrm>
        </p:spPr>
        <p:txBody>
          <a:bodyPr vert="horz" lIns="0" tIns="0" rIns="0" bIns="0" rtlCol="0">
            <a:noAutofit/>
          </a:bodyPr>
          <a:lstStyle>
            <a:lvl1pPr marL="0" indent="0">
              <a:buNone/>
              <a:defRPr lang="en-US" sz="1200">
                <a:latin typeface="Open Sans" panose="020B0606030504020204" pitchFamily="34" charset="0"/>
              </a:defRPr>
            </a:lvl1pPr>
          </a:lstStyle>
          <a:p>
            <a:pPr marL="228600" lvl="0" indent="-228600">
              <a:lnSpc>
                <a:spcPct val="130000"/>
              </a:lnSpc>
            </a:pPr>
            <a:r>
              <a:rPr lang="en-US"/>
              <a:t>Click to edit Master text styles</a:t>
            </a:r>
          </a:p>
        </p:txBody>
      </p:sp>
      <p:sp>
        <p:nvSpPr>
          <p:cNvPr id="7" name="Title Placeholder 1">
            <a:extLst>
              <a:ext uri="{FF2B5EF4-FFF2-40B4-BE49-F238E27FC236}">
                <a16:creationId xmlns:a16="http://schemas.microsoft.com/office/drawing/2014/main" id="{F117C93D-60BC-C04D-874C-030B601BD595}"/>
              </a:ext>
            </a:extLst>
          </p:cNvPr>
          <p:cNvSpPr>
            <a:spLocks noGrp="1"/>
          </p:cNvSpPr>
          <p:nvPr>
            <p:ph type="title"/>
          </p:nvPr>
        </p:nvSpPr>
        <p:spPr bwMode="gray">
          <a:xfrm>
            <a:off x="459739" y="456863"/>
            <a:ext cx="11252200" cy="451866"/>
          </a:xfrm>
          <a:prstGeom prst="rect">
            <a:avLst/>
          </a:prstGeom>
        </p:spPr>
        <p:txBody>
          <a:bodyPr vert="horz" lIns="0" tIns="0" rIns="0" bIns="0" rtlCol="0" anchor="t" anchorCtr="0">
            <a:noAutofit/>
          </a:bodyPr>
          <a:lstStyle>
            <a:lvl1pPr>
              <a:defRPr>
                <a:latin typeface="+mn-lt"/>
              </a:defRPr>
            </a:lvl1pPr>
          </a:lstStyle>
          <a:p>
            <a:r>
              <a:rPr lang="en-US" noProof="0"/>
              <a:t>Click to edit Master title style</a:t>
            </a:r>
          </a:p>
        </p:txBody>
      </p:sp>
    </p:spTree>
    <p:extLst>
      <p:ext uri="{BB962C8B-B14F-4D97-AF65-F5344CB8AC3E}">
        <p14:creationId xmlns:p14="http://schemas.microsoft.com/office/powerpoint/2010/main" val="1147201625"/>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cSld name="1_Layout 3">
    <p:spTree>
      <p:nvGrpSpPr>
        <p:cNvPr id="1" name=""/>
        <p:cNvGrpSpPr/>
        <p:nvPr/>
      </p:nvGrpSpPr>
      <p:grpSpPr>
        <a:xfrm>
          <a:off x="0" y="0"/>
          <a:ext cx="0" cy="0"/>
          <a:chOff x="0" y="0"/>
          <a:chExt cx="0" cy="0"/>
        </a:xfrm>
      </p:grpSpPr>
      <p:sp>
        <p:nvSpPr>
          <p:cNvPr id="5" name="Google Shape;52;p88">
            <a:extLst>
              <a:ext uri="{FF2B5EF4-FFF2-40B4-BE49-F238E27FC236}">
                <a16:creationId xmlns:a16="http://schemas.microsoft.com/office/drawing/2014/main" id="{A81E4431-AEC9-368D-2800-CDA4A0A9B858}"/>
              </a:ext>
            </a:extLst>
          </p:cNvPr>
          <p:cNvSpPr txBox="1">
            <a:spLocks noGrp="1"/>
          </p:cNvSpPr>
          <p:nvPr>
            <p:ph type="body" idx="1"/>
          </p:nvPr>
        </p:nvSpPr>
        <p:spPr>
          <a:xfrm>
            <a:off x="501650" y="920541"/>
            <a:ext cx="11188700" cy="757255"/>
          </a:xfrm>
          <a:prstGeom prst="rect">
            <a:avLst/>
          </a:prstGeom>
          <a:noFill/>
          <a:ln>
            <a:noFill/>
          </a:ln>
        </p:spPr>
        <p:txBody>
          <a:bodyPr spcFirstLastPara="1" wrap="square" lIns="0" tIns="0" rIns="0" bIns="0" anchor="t" anchorCtr="0">
            <a:noAutofit/>
          </a:bodyPr>
          <a:lstStyle>
            <a:lvl1pPr marL="0" lvl="0" indent="0" algn="l">
              <a:spcBef>
                <a:spcPts val="0"/>
              </a:spcBef>
              <a:spcAft>
                <a:spcPts val="0"/>
              </a:spcAft>
              <a:buClr>
                <a:srgbClr val="575757"/>
              </a:buClr>
              <a:buSzPts val="1800"/>
              <a:buNone/>
              <a:defRPr lang="en-US" sz="1050" b="0" i="0" kern="1200" dirty="0">
                <a:solidFill>
                  <a:schemeClr val="bg1">
                    <a:lumMod val="50000"/>
                  </a:schemeClr>
                </a:solidFill>
                <a:latin typeface="Open Sans" panose="020B0606030504020204" pitchFamily="34" charset="0"/>
                <a:ea typeface="Open Sans" panose="020B0606030504020204" pitchFamily="34" charset="0"/>
                <a:cs typeface="Open Sans" panose="020B0606030504020204" pitchFamily="34" charset="0"/>
              </a:defRPr>
            </a:lvl1pPr>
            <a:lvl2pPr marL="914400" lvl="1" indent="-228600" algn="l">
              <a:spcBef>
                <a:spcPts val="1000"/>
              </a:spcBef>
              <a:spcAft>
                <a:spcPts val="0"/>
              </a:spcAft>
              <a:buClr>
                <a:schemeClr val="dk1"/>
              </a:buClr>
              <a:buSzPts val="1800"/>
              <a:buNone/>
              <a:defRPr/>
            </a:lvl2pPr>
            <a:lvl3pPr marL="1371600" lvl="2" indent="-342900" algn="l">
              <a:spcBef>
                <a:spcPts val="1000"/>
              </a:spcBef>
              <a:spcAft>
                <a:spcPts val="0"/>
              </a:spcAft>
              <a:buClr>
                <a:schemeClr val="dk1"/>
              </a:buClr>
              <a:buSzPts val="1800"/>
              <a:buChar char="•"/>
              <a:defRPr/>
            </a:lvl3pPr>
            <a:lvl4pPr marL="1828800" lvl="3" indent="-342900" algn="l">
              <a:spcBef>
                <a:spcPts val="1000"/>
              </a:spcBef>
              <a:spcAft>
                <a:spcPts val="0"/>
              </a:spcAft>
              <a:buClr>
                <a:schemeClr val="dk1"/>
              </a:buClr>
              <a:buSzPts val="1800"/>
              <a:buChar char="−"/>
              <a:defRPr/>
            </a:lvl4pPr>
            <a:lvl5pPr marL="2286000" lvl="4" indent="-342900" algn="l">
              <a:spcBef>
                <a:spcPts val="1000"/>
              </a:spcBef>
              <a:spcAft>
                <a:spcPts val="0"/>
              </a:spcAft>
              <a:buClr>
                <a:schemeClr val="dk1"/>
              </a:buClr>
              <a:buSzPts val="1800"/>
              <a:buChar char="−"/>
              <a:defRPr/>
            </a:lvl5pPr>
            <a:lvl6pPr marL="2743200" lvl="5" indent="-342900" algn="l">
              <a:spcBef>
                <a:spcPts val="1000"/>
              </a:spcBef>
              <a:spcAft>
                <a:spcPts val="0"/>
              </a:spcAft>
              <a:buClr>
                <a:schemeClr val="dk1"/>
              </a:buClr>
              <a:buSzPts val="1800"/>
              <a:buChar char="−"/>
              <a:defRPr/>
            </a:lvl6pPr>
            <a:lvl7pPr marL="3200400" lvl="6" indent="-342900" algn="l">
              <a:spcBef>
                <a:spcPts val="1000"/>
              </a:spcBef>
              <a:spcAft>
                <a:spcPts val="0"/>
              </a:spcAft>
              <a:buClr>
                <a:schemeClr val="dk1"/>
              </a:buClr>
              <a:buSzPts val="1800"/>
              <a:buChar char="−"/>
              <a:defRPr/>
            </a:lvl7pPr>
            <a:lvl8pPr marL="3657600" lvl="7" indent="-342900" algn="l">
              <a:spcBef>
                <a:spcPts val="1000"/>
              </a:spcBef>
              <a:spcAft>
                <a:spcPts val="0"/>
              </a:spcAft>
              <a:buClr>
                <a:schemeClr val="dk1"/>
              </a:buClr>
              <a:buSzPts val="1800"/>
              <a:buChar char="−"/>
              <a:defRPr/>
            </a:lvl8pPr>
            <a:lvl9pPr marL="4114800" lvl="8" indent="-342900" algn="l">
              <a:spcBef>
                <a:spcPts val="1000"/>
              </a:spcBef>
              <a:spcAft>
                <a:spcPts val="1000"/>
              </a:spcAft>
              <a:buClr>
                <a:schemeClr val="dk1"/>
              </a:buClr>
              <a:buSzPts val="1800"/>
              <a:buChar char="−"/>
              <a:defRPr/>
            </a:lvl9pPr>
          </a:lstStyle>
          <a:p>
            <a:pPr marL="0" lvl="0" indent="-228600" algn="l" defTabSz="914400" rtl="0" eaLnBrk="1" latinLnBrk="0" hangingPunct="1">
              <a:spcBef>
                <a:spcPts val="0"/>
              </a:spcBef>
              <a:spcAft>
                <a:spcPts val="0"/>
              </a:spcAft>
              <a:buClr>
                <a:srgbClr val="575757"/>
              </a:buClr>
              <a:buSzPts val="1800"/>
              <a:buFontTx/>
              <a:buNone/>
            </a:pPr>
            <a:r>
              <a:rPr lang="en-US"/>
              <a:t>Click to edit Master text styles</a:t>
            </a:r>
          </a:p>
        </p:txBody>
      </p:sp>
      <p:sp>
        <p:nvSpPr>
          <p:cNvPr id="6" name="Google Shape;53;p88">
            <a:extLst>
              <a:ext uri="{FF2B5EF4-FFF2-40B4-BE49-F238E27FC236}">
                <a16:creationId xmlns:a16="http://schemas.microsoft.com/office/drawing/2014/main" id="{15D2C018-F1AC-6EC5-6377-0630958E5116}"/>
              </a:ext>
            </a:extLst>
          </p:cNvPr>
          <p:cNvSpPr txBox="1">
            <a:spLocks noGrp="1"/>
          </p:cNvSpPr>
          <p:nvPr>
            <p:ph type="title"/>
          </p:nvPr>
        </p:nvSpPr>
        <p:spPr>
          <a:xfrm>
            <a:off x="501650" y="425076"/>
            <a:ext cx="11188700" cy="698501"/>
          </a:xfrm>
          <a:prstGeom prst="rect">
            <a:avLst/>
          </a:prstGeom>
          <a:noFill/>
          <a:ln>
            <a:noFill/>
          </a:ln>
        </p:spPr>
        <p:txBody>
          <a:bodyPr spcFirstLastPara="1" wrap="square" lIns="0" tIns="0" rIns="0" bIns="0" anchor="t" anchorCtr="0">
            <a:noAutofit/>
          </a:bodyPr>
          <a:lstStyle>
            <a:lvl1pPr lvl="0" algn="l">
              <a:spcBef>
                <a:spcPts val="0"/>
              </a:spcBef>
              <a:spcAft>
                <a:spcPts val="0"/>
              </a:spcAft>
              <a:buClr>
                <a:schemeClr val="dk1"/>
              </a:buClr>
              <a:buSzPts val="2100"/>
              <a:buFont typeface="Calibri"/>
              <a:buNone/>
              <a:defRPr sz="2800" b="0" i="0">
                <a:latin typeface="Open Sans Light" panose="020B0306030504020204" pitchFamily="34" charset="0"/>
                <a:ea typeface="Open Sans Light" panose="020B0306030504020204" pitchFamily="34" charset="0"/>
                <a:cs typeface="Open Sans Light" panose="020B0306030504020204" pitchFamily="34" charset="0"/>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2" name="Google Shape;67;p90">
            <a:extLst>
              <a:ext uri="{FF2B5EF4-FFF2-40B4-BE49-F238E27FC236}">
                <a16:creationId xmlns:a16="http://schemas.microsoft.com/office/drawing/2014/main" id="{F26CE9D3-3BAA-15CA-75ED-D3729B1D0BB6}"/>
              </a:ext>
            </a:extLst>
          </p:cNvPr>
          <p:cNvSpPr txBox="1"/>
          <p:nvPr userDrawn="1"/>
        </p:nvSpPr>
        <p:spPr>
          <a:xfrm>
            <a:off x="501649" y="6477001"/>
            <a:ext cx="5355168" cy="11541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chemeClr val="dk1"/>
              </a:buClr>
              <a:buSzPts val="900"/>
              <a:buFont typeface="Arial"/>
              <a:buNone/>
            </a:pPr>
            <a:r>
              <a:rPr lang="en-US" sz="750" b="0" i="0" u="none" strike="noStrike" cap="none">
                <a:solidFill>
                  <a:schemeClr val="bg1">
                    <a:lumMod val="50000"/>
                  </a:schemeClr>
                </a:solidFill>
                <a:latin typeface="Open Sans" panose="020B0606030504020204" pitchFamily="34" charset="0"/>
                <a:ea typeface="Open Sans" panose="020B0606030504020204" pitchFamily="34" charset="0"/>
                <a:cs typeface="Open Sans" panose="020B0606030504020204" pitchFamily="34" charset="0"/>
                <a:sym typeface="Calibri"/>
              </a:rPr>
              <a:t>©2024 Deloitte LLP and affiliated entities.  </a:t>
            </a:r>
            <a:endParaRPr sz="750" b="0" i="0">
              <a:solidFill>
                <a:schemeClr val="bg1">
                  <a:lumMod val="50000"/>
                </a:schemeClr>
              </a:solidFill>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3229505268"/>
      </p:ext>
    </p:extLst>
  </p:cSld>
  <p:clrMapOvr>
    <a:masterClrMapping/>
  </p:clrMapOvr>
  <p:transition>
    <p:fade/>
  </p:transition>
  <p:hf sldNum="0" hdr="0" dt="0"/>
</p:sldLayout>
</file>

<file path=ppt/slideLayouts/slideLayout63.xml><?xml version="1.0" encoding="utf-8"?>
<p:sldLayout xmlns:a="http://schemas.openxmlformats.org/drawingml/2006/main" xmlns:r="http://schemas.openxmlformats.org/officeDocument/2006/relationships" xmlns:p="http://schemas.openxmlformats.org/presentationml/2006/main">
  <p:cSld name="Title, Subhead &amp; Breadcrumb">
    <p:spTree>
      <p:nvGrpSpPr>
        <p:cNvPr id="1" name=""/>
        <p:cNvGrpSpPr/>
        <p:nvPr/>
      </p:nvGrpSpPr>
      <p:grpSpPr>
        <a:xfrm>
          <a:off x="0" y="0"/>
          <a:ext cx="0" cy="0"/>
          <a:chOff x="0" y="0"/>
          <a:chExt cx="0" cy="0"/>
        </a:xfrm>
      </p:grpSpPr>
      <p:sp>
        <p:nvSpPr>
          <p:cNvPr id="2" name="Title 1"/>
          <p:cNvSpPr>
            <a:spLocks noGrp="1"/>
          </p:cNvSpPr>
          <p:nvPr>
            <p:ph type="title"/>
          </p:nvPr>
        </p:nvSpPr>
        <p:spPr>
          <a:xfrm>
            <a:off x="469901" y="402587"/>
            <a:ext cx="11252200" cy="334102"/>
          </a:xfrm>
        </p:spPr>
        <p:txBody>
          <a:bodyPr vert="horz" lIns="0" tIns="0" rIns="0" bIns="0" rtlCol="0" anchor="t" anchorCtr="0">
            <a:noAutofit/>
          </a:bodyPr>
          <a:lstStyle>
            <a:lvl1pPr>
              <a:defRPr lang="en-US" sz="2000" spc="-75" dirty="0">
                <a:latin typeface="+mj-lt"/>
              </a:defRPr>
            </a:lvl1pPr>
          </a:lstStyle>
          <a:p>
            <a:pPr lvl="0" defTabSz="685800">
              <a:lnSpc>
                <a:spcPct val="85000"/>
              </a:lnSpc>
            </a:pPr>
            <a:endParaRPr lang="en-US"/>
          </a:p>
        </p:txBody>
      </p:sp>
      <p:sp>
        <p:nvSpPr>
          <p:cNvPr id="4" name="Text Placeholder 8"/>
          <p:cNvSpPr>
            <a:spLocks noGrp="1"/>
          </p:cNvSpPr>
          <p:nvPr>
            <p:ph type="body" sz="quarter" idx="14" hasCustomPrompt="1"/>
          </p:nvPr>
        </p:nvSpPr>
        <p:spPr>
          <a:xfrm>
            <a:off x="469901" y="736690"/>
            <a:ext cx="11252200" cy="757255"/>
          </a:xfrm>
        </p:spPr>
        <p:txBody>
          <a:bodyPr vert="horz" lIns="0" tIns="0" rIns="0" bIns="0" rtlCol="0">
            <a:noAutofit/>
          </a:bodyPr>
          <a:lstStyle>
            <a:lvl1pPr marL="0" indent="0">
              <a:buNone/>
              <a:defRPr lang="en-US" sz="1600" b="0">
                <a:solidFill>
                  <a:srgbClr val="575757"/>
                </a:solidFill>
              </a:defRPr>
            </a:lvl1pPr>
          </a:lstStyle>
          <a:p>
            <a:pPr marL="228600" lvl="0" indent="-228600"/>
            <a:r>
              <a:rPr lang="en-US"/>
              <a:t>Click to add subtitle</a:t>
            </a:r>
          </a:p>
        </p:txBody>
      </p:sp>
      <p:sp>
        <p:nvSpPr>
          <p:cNvPr id="8" name="Text Placeholder 5"/>
          <p:cNvSpPr>
            <a:spLocks noGrp="1"/>
          </p:cNvSpPr>
          <p:nvPr>
            <p:ph type="body" sz="quarter" idx="15" hasCustomPrompt="1"/>
          </p:nvPr>
        </p:nvSpPr>
        <p:spPr>
          <a:xfrm>
            <a:off x="469900" y="111793"/>
            <a:ext cx="6103938" cy="246062"/>
          </a:xfrm>
        </p:spPr>
        <p:txBody>
          <a:bodyPr vert="horz" lIns="0" tIns="0" rIns="0" bIns="0" rtlCol="0">
            <a:noAutofit/>
          </a:bodyPr>
          <a:lstStyle>
            <a:lvl1pPr marL="0" indent="0">
              <a:buNone/>
              <a:defRPr lang="en-US" sz="1050" b="0" kern="0" cap="all" spc="250" baseline="0" dirty="0">
                <a:solidFill>
                  <a:schemeClr val="bg1">
                    <a:lumMod val="50000"/>
                  </a:schemeClr>
                </a:solidFill>
                <a:latin typeface="+mj-lt"/>
                <a:ea typeface="Nexa Black" charset="0"/>
                <a:cs typeface="Nexa Black" charset="0"/>
              </a:defRPr>
            </a:lvl1pPr>
          </a:lstStyle>
          <a:p>
            <a:pPr marL="228600" lvl="0" indent="-228600"/>
            <a:r>
              <a:rPr lang="en-US"/>
              <a:t>BREADCRUMBS</a:t>
            </a:r>
          </a:p>
        </p:txBody>
      </p:sp>
    </p:spTree>
    <p:extLst>
      <p:ext uri="{BB962C8B-B14F-4D97-AF65-F5344CB8AC3E}">
        <p14:creationId xmlns:p14="http://schemas.microsoft.com/office/powerpoint/2010/main" val="499096244"/>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userDrawn="1">
  <p:cSld name="2_Title &amp; subtitle">
    <p:spTree>
      <p:nvGrpSpPr>
        <p:cNvPr id="1" name=""/>
        <p:cNvGrpSpPr/>
        <p:nvPr/>
      </p:nvGrpSpPr>
      <p:grpSpPr>
        <a:xfrm>
          <a:off x="0" y="0"/>
          <a:ext cx="0" cy="0"/>
          <a:chOff x="0" y="0"/>
          <a:chExt cx="0" cy="0"/>
        </a:xfrm>
      </p:grpSpPr>
      <p:sp>
        <p:nvSpPr>
          <p:cNvPr id="6" name="Text Placeholder 8">
            <a:extLst>
              <a:ext uri="{FF2B5EF4-FFF2-40B4-BE49-F238E27FC236}">
                <a16:creationId xmlns:a16="http://schemas.microsoft.com/office/drawing/2014/main" id="{8D89C7E6-37F5-4005-B8BE-658A5ADDE295}"/>
              </a:ext>
            </a:extLst>
          </p:cNvPr>
          <p:cNvSpPr>
            <a:spLocks noGrp="1"/>
          </p:cNvSpPr>
          <p:nvPr>
            <p:ph type="body" sz="quarter" idx="22" hasCustomPrompt="1"/>
          </p:nvPr>
        </p:nvSpPr>
        <p:spPr>
          <a:xfrm>
            <a:off x="447675" y="848040"/>
            <a:ext cx="11267820" cy="215444"/>
          </a:xfrm>
          <a:prstGeom prst="rect">
            <a:avLst/>
          </a:prstGeom>
        </p:spPr>
        <p:txBody>
          <a:bodyPr wrap="square" lIns="0" tIns="0" rIns="0" bIns="0">
            <a:spAutoFit/>
          </a:bodyPr>
          <a:lstStyle>
            <a:lvl1pPr marL="0" indent="0">
              <a:spcBef>
                <a:spcPts val="0"/>
              </a:spcBef>
              <a:spcAft>
                <a:spcPts val="0"/>
              </a:spcAft>
              <a:buNone/>
              <a:defRPr sz="1400" b="0">
                <a:solidFill>
                  <a:srgbClr val="53565A"/>
                </a:solidFill>
              </a:defRPr>
            </a:lvl1pPr>
          </a:lstStyle>
          <a:p>
            <a:pPr lvl="0"/>
            <a:r>
              <a:rPr lang="en-US"/>
              <a:t>Click to add subtitle</a:t>
            </a:r>
          </a:p>
        </p:txBody>
      </p:sp>
      <p:sp>
        <p:nvSpPr>
          <p:cNvPr id="7" name="Title Placeholder 1">
            <a:extLst>
              <a:ext uri="{FF2B5EF4-FFF2-40B4-BE49-F238E27FC236}">
                <a16:creationId xmlns:a16="http://schemas.microsoft.com/office/drawing/2014/main" id="{0FA13130-E22F-4F71-97DB-A64E7A175EC6}"/>
              </a:ext>
            </a:extLst>
          </p:cNvPr>
          <p:cNvSpPr>
            <a:spLocks noGrp="1"/>
          </p:cNvSpPr>
          <p:nvPr>
            <p:ph type="title" hasCustomPrompt="1"/>
          </p:nvPr>
        </p:nvSpPr>
        <p:spPr>
          <a:xfrm>
            <a:off x="437895" y="390442"/>
            <a:ext cx="11277600" cy="384721"/>
          </a:xfrm>
          <a:prstGeom prst="rect">
            <a:avLst/>
          </a:prstGeom>
        </p:spPr>
        <p:txBody>
          <a:bodyPr vert="horz" lIns="0" tIns="0" rIns="0" bIns="0" rtlCol="0" anchor="t" anchorCtr="0">
            <a:spAutoFit/>
          </a:bodyPr>
          <a:lstStyle>
            <a:lvl1pPr>
              <a:spcBef>
                <a:spcPts val="0"/>
              </a:spcBef>
              <a:spcAft>
                <a:spcPts val="0"/>
              </a:spcAft>
              <a:defRPr sz="2500">
                <a:latin typeface="+mj-lt"/>
              </a:defRPr>
            </a:lvl1pPr>
          </a:lstStyle>
          <a:p>
            <a:r>
              <a:rPr lang="en-US"/>
              <a:t>Click to add title</a:t>
            </a:r>
          </a:p>
        </p:txBody>
      </p:sp>
    </p:spTree>
    <p:extLst>
      <p:ext uri="{BB962C8B-B14F-4D97-AF65-F5344CB8AC3E}">
        <p14:creationId xmlns:p14="http://schemas.microsoft.com/office/powerpoint/2010/main" val="981920882"/>
      </p:ext>
    </p:extLst>
  </p:cSld>
  <p:clrMapOvr>
    <a:masterClrMapping/>
  </p:clrMapOvr>
  <p:transition>
    <p:fade/>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userDrawn="1">
  <p:cSld name="2_Fresenius_Body slide2">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8D09D2F-E345-6040-9408-A642F236AC9B}"/>
              </a:ext>
            </a:extLst>
          </p:cNvPr>
          <p:cNvSpPr>
            <a:spLocks noGrp="1"/>
          </p:cNvSpPr>
          <p:nvPr>
            <p:ph type="title"/>
          </p:nvPr>
        </p:nvSpPr>
        <p:spPr bwMode="gray">
          <a:xfrm>
            <a:off x="467637" y="301625"/>
            <a:ext cx="11063330" cy="453696"/>
          </a:xfrm>
          <a:prstGeom prst="rect">
            <a:avLst/>
          </a:prstGeom>
        </p:spPr>
        <p:txBody>
          <a:bodyPr vert="horz" lIns="0" tIns="0" rIns="0" bIns="0" rtlCol="0" anchor="t" anchorCtr="0">
            <a:noAutofit/>
          </a:bodyPr>
          <a:lstStyle>
            <a:lvl1pPr>
              <a:defRPr sz="2800">
                <a:solidFill>
                  <a:srgbClr val="005587"/>
                </a:solidFill>
                <a:latin typeface="+mj-lt"/>
              </a:defRPr>
            </a:lvl1pPr>
          </a:lstStyle>
          <a:p>
            <a:r>
              <a:rPr lang="en-US" noProof="0"/>
              <a:t>Click to edit Master title style</a:t>
            </a:r>
          </a:p>
        </p:txBody>
      </p:sp>
      <p:sp>
        <p:nvSpPr>
          <p:cNvPr id="3" name="Text Placeholder 8">
            <a:extLst>
              <a:ext uri="{FF2B5EF4-FFF2-40B4-BE49-F238E27FC236}">
                <a16:creationId xmlns:a16="http://schemas.microsoft.com/office/drawing/2014/main" id="{61ECAAFF-8F4D-1041-9BD6-F01200012957}"/>
              </a:ext>
            </a:extLst>
          </p:cNvPr>
          <p:cNvSpPr>
            <a:spLocks noGrp="1"/>
          </p:cNvSpPr>
          <p:nvPr>
            <p:ph type="body" sz="quarter" idx="13" hasCustomPrompt="1"/>
          </p:nvPr>
        </p:nvSpPr>
        <p:spPr>
          <a:xfrm>
            <a:off x="469180" y="852488"/>
            <a:ext cx="11064007" cy="397805"/>
          </a:xfrm>
          <a:prstGeom prst="rect">
            <a:avLst/>
          </a:prstGeom>
        </p:spPr>
        <p:txBody>
          <a:bodyPr lIns="0" tIns="0" rIns="0" bIns="0">
            <a:noAutofit/>
          </a:bodyPr>
          <a:lstStyle>
            <a:lvl1pPr marL="0" indent="0">
              <a:spcAft>
                <a:spcPts val="600"/>
              </a:spcAft>
              <a:buNone/>
              <a:defRPr sz="1400" b="0">
                <a:solidFill>
                  <a:schemeClr val="tx1"/>
                </a:solidFill>
                <a:latin typeface="+mn-lt"/>
              </a:defRPr>
            </a:lvl1pPr>
          </a:lstStyle>
          <a:p>
            <a:pPr lvl="0"/>
            <a:r>
              <a:rPr lang="en-US" noProof="0"/>
              <a:t>Click to add subtitle</a:t>
            </a:r>
          </a:p>
        </p:txBody>
      </p:sp>
    </p:spTree>
    <p:extLst>
      <p:ext uri="{BB962C8B-B14F-4D97-AF65-F5344CB8AC3E}">
        <p14:creationId xmlns:p14="http://schemas.microsoft.com/office/powerpoint/2010/main" val="3987819337"/>
      </p:ext>
    </p:extLst>
  </p:cSld>
  <p:clrMapOvr>
    <a:masterClrMapping/>
  </p:clrMapOvr>
  <p:transition>
    <p:fade/>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3296CE-65E6-EE7A-CDBD-B5730F211B7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532D014-CC28-E5F6-7BDE-09609A24C7A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8A2BF53-C5E8-F653-AF80-E4957B881629}"/>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E87A1BB8-4776-E6CE-DB97-1A91B6F56DB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7B61D78-A213-1189-13A3-FD7E7C3A7C70}"/>
              </a:ext>
            </a:extLst>
          </p:cNvPr>
          <p:cNvSpPr>
            <a:spLocks noGrp="1"/>
          </p:cNvSpPr>
          <p:nvPr>
            <p:ph type="sldNum" sz="quarter" idx="12"/>
          </p:nvPr>
        </p:nvSpPr>
        <p:spPr/>
        <p:txBody>
          <a:bodyPr/>
          <a:lstStyle/>
          <a:p>
            <a:fld id="{31FD92B0-7A82-4655-94BF-2D72EF515EB6}" type="slidenum">
              <a:rPr lang="en-US" smtClean="0"/>
              <a:t>‹#›</a:t>
            </a:fld>
            <a:endParaRPr lang="en-US"/>
          </a:p>
        </p:txBody>
      </p:sp>
    </p:spTree>
    <p:extLst>
      <p:ext uri="{BB962C8B-B14F-4D97-AF65-F5344CB8AC3E}">
        <p14:creationId xmlns:p14="http://schemas.microsoft.com/office/powerpoint/2010/main" val="2244612047"/>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image" Target="../media/image1.emf"/><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oleObject" Target="../embeddings/oleObject1.bin"/><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tags" Target="../tags/tag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heme" Target="../theme/theme1.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7.xml"/><Relationship Id="rId13" Type="http://schemas.openxmlformats.org/officeDocument/2006/relationships/oleObject" Target="../embeddings/oleObject2.bin"/><Relationship Id="rId3" Type="http://schemas.openxmlformats.org/officeDocument/2006/relationships/slideLayout" Target="../slideLayouts/slideLayout32.xml"/><Relationship Id="rId7" Type="http://schemas.openxmlformats.org/officeDocument/2006/relationships/slideLayout" Target="../slideLayouts/slideLayout36.xml"/><Relationship Id="rId12" Type="http://schemas.openxmlformats.org/officeDocument/2006/relationships/tags" Target="../tags/tag2.xml"/><Relationship Id="rId2" Type="http://schemas.openxmlformats.org/officeDocument/2006/relationships/slideLayout" Target="../slideLayouts/slideLayout31.xml"/><Relationship Id="rId1" Type="http://schemas.openxmlformats.org/officeDocument/2006/relationships/slideLayout" Target="../slideLayouts/slideLayout30.xml"/><Relationship Id="rId6" Type="http://schemas.openxmlformats.org/officeDocument/2006/relationships/slideLayout" Target="../slideLayouts/slideLayout35.xml"/><Relationship Id="rId11" Type="http://schemas.openxmlformats.org/officeDocument/2006/relationships/theme" Target="../theme/theme2.xml"/><Relationship Id="rId5" Type="http://schemas.openxmlformats.org/officeDocument/2006/relationships/slideLayout" Target="../slideLayouts/slideLayout34.xml"/><Relationship Id="rId10" Type="http://schemas.openxmlformats.org/officeDocument/2006/relationships/slideLayout" Target="../slideLayouts/slideLayout39.xml"/><Relationship Id="rId4" Type="http://schemas.openxmlformats.org/officeDocument/2006/relationships/slideLayout" Target="../slideLayouts/slideLayout33.xml"/><Relationship Id="rId9" Type="http://schemas.openxmlformats.org/officeDocument/2006/relationships/slideLayout" Target="../slideLayouts/slideLayout38.xml"/><Relationship Id="rId14" Type="http://schemas.openxmlformats.org/officeDocument/2006/relationships/image" Target="../media/image1.emf"/></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7.xml"/><Relationship Id="rId13" Type="http://schemas.openxmlformats.org/officeDocument/2006/relationships/slideLayout" Target="../slideLayouts/slideLayout52.xml"/><Relationship Id="rId18" Type="http://schemas.openxmlformats.org/officeDocument/2006/relationships/slideLayout" Target="../slideLayouts/slideLayout57.xml"/><Relationship Id="rId26" Type="http://schemas.openxmlformats.org/officeDocument/2006/relationships/slideLayout" Target="../slideLayouts/slideLayout65.xml"/><Relationship Id="rId3" Type="http://schemas.openxmlformats.org/officeDocument/2006/relationships/slideLayout" Target="../slideLayouts/slideLayout42.xml"/><Relationship Id="rId21" Type="http://schemas.openxmlformats.org/officeDocument/2006/relationships/slideLayout" Target="../slideLayouts/slideLayout60.xml"/><Relationship Id="rId7" Type="http://schemas.openxmlformats.org/officeDocument/2006/relationships/slideLayout" Target="../slideLayouts/slideLayout46.xml"/><Relationship Id="rId12" Type="http://schemas.openxmlformats.org/officeDocument/2006/relationships/slideLayout" Target="../slideLayouts/slideLayout51.xml"/><Relationship Id="rId17" Type="http://schemas.openxmlformats.org/officeDocument/2006/relationships/slideLayout" Target="../slideLayouts/slideLayout56.xml"/><Relationship Id="rId25" Type="http://schemas.openxmlformats.org/officeDocument/2006/relationships/slideLayout" Target="../slideLayouts/slideLayout64.xml"/><Relationship Id="rId2" Type="http://schemas.openxmlformats.org/officeDocument/2006/relationships/slideLayout" Target="../slideLayouts/slideLayout41.xml"/><Relationship Id="rId16" Type="http://schemas.openxmlformats.org/officeDocument/2006/relationships/slideLayout" Target="../slideLayouts/slideLayout55.xml"/><Relationship Id="rId20" Type="http://schemas.openxmlformats.org/officeDocument/2006/relationships/slideLayout" Target="../slideLayouts/slideLayout59.xml"/><Relationship Id="rId29" Type="http://schemas.openxmlformats.org/officeDocument/2006/relationships/tags" Target="../tags/tag7.xml"/><Relationship Id="rId1" Type="http://schemas.openxmlformats.org/officeDocument/2006/relationships/slideLayout" Target="../slideLayouts/slideLayout40.xml"/><Relationship Id="rId6" Type="http://schemas.openxmlformats.org/officeDocument/2006/relationships/slideLayout" Target="../slideLayouts/slideLayout45.xml"/><Relationship Id="rId11" Type="http://schemas.openxmlformats.org/officeDocument/2006/relationships/slideLayout" Target="../slideLayouts/slideLayout50.xml"/><Relationship Id="rId24" Type="http://schemas.openxmlformats.org/officeDocument/2006/relationships/slideLayout" Target="../slideLayouts/slideLayout63.xml"/><Relationship Id="rId5" Type="http://schemas.openxmlformats.org/officeDocument/2006/relationships/slideLayout" Target="../slideLayouts/slideLayout44.xml"/><Relationship Id="rId15" Type="http://schemas.openxmlformats.org/officeDocument/2006/relationships/slideLayout" Target="../slideLayouts/slideLayout54.xml"/><Relationship Id="rId23" Type="http://schemas.openxmlformats.org/officeDocument/2006/relationships/slideLayout" Target="../slideLayouts/slideLayout62.xml"/><Relationship Id="rId28" Type="http://schemas.openxmlformats.org/officeDocument/2006/relationships/theme" Target="../theme/theme3.xml"/><Relationship Id="rId10" Type="http://schemas.openxmlformats.org/officeDocument/2006/relationships/slideLayout" Target="../slideLayouts/slideLayout49.xml"/><Relationship Id="rId19" Type="http://schemas.openxmlformats.org/officeDocument/2006/relationships/slideLayout" Target="../slideLayouts/slideLayout58.xml"/><Relationship Id="rId31" Type="http://schemas.openxmlformats.org/officeDocument/2006/relationships/image" Target="../media/image1.emf"/><Relationship Id="rId4" Type="http://schemas.openxmlformats.org/officeDocument/2006/relationships/slideLayout" Target="../slideLayouts/slideLayout43.xml"/><Relationship Id="rId9" Type="http://schemas.openxmlformats.org/officeDocument/2006/relationships/slideLayout" Target="../slideLayouts/slideLayout48.xml"/><Relationship Id="rId14" Type="http://schemas.openxmlformats.org/officeDocument/2006/relationships/slideLayout" Target="../slideLayouts/slideLayout53.xml"/><Relationship Id="rId22" Type="http://schemas.openxmlformats.org/officeDocument/2006/relationships/slideLayout" Target="../slideLayouts/slideLayout61.xml"/><Relationship Id="rId27" Type="http://schemas.openxmlformats.org/officeDocument/2006/relationships/slideLayout" Target="../slideLayouts/slideLayout66.xml"/><Relationship Id="rId30" Type="http://schemas.openxmlformats.org/officeDocument/2006/relationships/oleObject" Target="../embeddings/oleObject1.bin"/></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alpha val="80000"/>
          </a:schemeClr>
        </a:solidFill>
        <a:effectLst/>
      </p:bgPr>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31"/>
            </p:custDataLst>
            <p:extLst>
              <p:ext uri="{D42A27DB-BD31-4B8C-83A1-F6EECF244321}">
                <p14:modId xmlns:p14="http://schemas.microsoft.com/office/powerpoint/2010/main" val="3206429901"/>
              </p:ext>
            </p:extLst>
          </p:nvPr>
        </p:nvGraphicFramePr>
        <p:xfrm>
          <a:off x="2119" y="1591"/>
          <a:ext cx="2116" cy="1587"/>
        </p:xfrm>
        <a:graphic>
          <a:graphicData uri="http://schemas.openxmlformats.org/presentationml/2006/ole">
            <mc:AlternateContent xmlns:mc="http://schemas.openxmlformats.org/markup-compatibility/2006">
              <mc:Choice xmlns:v="urn:schemas-microsoft-com:vml" Requires="v">
                <p:oleObj name="think-cell Slide" r:id="rId32" imgW="270" imgH="270" progId="TCLayout.ActiveDocument.1">
                  <p:embed/>
                </p:oleObj>
              </mc:Choice>
              <mc:Fallback>
                <p:oleObj name="think-cell Slide" r:id="rId32" imgW="270" imgH="270" progId="TCLayout.ActiveDocument.1">
                  <p:embed/>
                  <p:pic>
                    <p:nvPicPr>
                      <p:cNvPr id="4" name="Object 3" hidden="1"/>
                      <p:cNvPicPr/>
                      <p:nvPr/>
                    </p:nvPicPr>
                    <p:blipFill>
                      <a:blip r:embed="rId33"/>
                      <a:stretch>
                        <a:fillRect/>
                      </a:stretch>
                    </p:blipFill>
                    <p:spPr>
                      <a:xfrm>
                        <a:off x="2119" y="1591"/>
                        <a:ext cx="2116" cy="1587"/>
                      </a:xfrm>
                      <a:prstGeom prst="rect">
                        <a:avLst/>
                      </a:prstGeom>
                    </p:spPr>
                  </p:pic>
                </p:oleObj>
              </mc:Fallback>
            </mc:AlternateContent>
          </a:graphicData>
        </a:graphic>
      </p:graphicFrame>
      <p:sp>
        <p:nvSpPr>
          <p:cNvPr id="2" name="Title Placeholder 1"/>
          <p:cNvSpPr>
            <a:spLocks noGrp="1"/>
          </p:cNvSpPr>
          <p:nvPr>
            <p:ph type="title"/>
          </p:nvPr>
        </p:nvSpPr>
        <p:spPr bwMode="gray">
          <a:xfrm>
            <a:off x="457200" y="345664"/>
            <a:ext cx="11281285" cy="340136"/>
          </a:xfrm>
          <a:prstGeom prst="rect">
            <a:avLst/>
          </a:prstGeom>
        </p:spPr>
        <p:txBody>
          <a:bodyPr vert="horz" lIns="0" tIns="0" rIns="0" bIns="0" rtlCol="0" anchor="t" anchorCtr="0">
            <a:noAutofit/>
          </a:bodyPr>
          <a:lstStyle/>
          <a:p>
            <a:r>
              <a:rPr lang="en-US" noProof="0"/>
              <a:t>Click to edit Master title style</a:t>
            </a:r>
          </a:p>
        </p:txBody>
      </p:sp>
      <p:sp>
        <p:nvSpPr>
          <p:cNvPr id="15" name="CaseCode"/>
          <p:cNvSpPr txBox="1"/>
          <p:nvPr/>
        </p:nvSpPr>
        <p:spPr>
          <a:xfrm>
            <a:off x="6636174" y="6519673"/>
            <a:ext cx="4896560" cy="123111"/>
          </a:xfrm>
          <a:prstGeom prst="rect">
            <a:avLst/>
          </a:prstGeom>
          <a:noFill/>
        </p:spPr>
        <p:txBody>
          <a:bodyPr wrap="square" lIns="0" tIns="0" rIns="0" bIns="0" rtlCol="0">
            <a:spAutoFit/>
          </a:bodyPr>
          <a:lstStyle>
            <a:defPPr>
              <a:defRPr lang="en-US"/>
            </a:defPPr>
            <a:lvl1pPr marR="0" indent="0" algn="r" defTabSz="1219170" fontAlgn="auto">
              <a:lnSpc>
                <a:spcPct val="100000"/>
              </a:lnSpc>
              <a:spcBef>
                <a:spcPts val="800"/>
              </a:spcBef>
              <a:spcAft>
                <a:spcPts val="0"/>
              </a:spcAft>
              <a:buClrTx/>
              <a:buSzPct val="100000"/>
              <a:buFont typeface="Arial"/>
              <a:buNone/>
              <a:tabLst/>
              <a:defRPr sz="700"/>
            </a:lvl1pPr>
          </a:lstStyle>
          <a:p>
            <a:pPr lvl="0"/>
            <a:r>
              <a:rPr lang="en-US" noProof="0"/>
              <a:t>Copyright © 2025 Deloitte Development LLC. All rights reserved.</a:t>
            </a:r>
          </a:p>
        </p:txBody>
      </p:sp>
      <p:sp>
        <p:nvSpPr>
          <p:cNvPr id="19" name="Text Placeholder 18"/>
          <p:cNvSpPr>
            <a:spLocks noGrp="1"/>
          </p:cNvSpPr>
          <p:nvPr>
            <p:ph type="body" idx="1"/>
          </p:nvPr>
        </p:nvSpPr>
        <p:spPr>
          <a:xfrm>
            <a:off x="460887" y="1714500"/>
            <a:ext cx="11277599" cy="4648200"/>
          </a:xfrm>
          <a:prstGeom prst="rect">
            <a:avLst/>
          </a:prstGeom>
        </p:spPr>
        <p:txBody>
          <a:bodyPr vert="horz" lIns="0" tIns="0" rIns="0" bIns="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TextBox 2"/>
          <p:cNvSpPr txBox="1"/>
          <p:nvPr/>
        </p:nvSpPr>
        <p:spPr>
          <a:xfrm>
            <a:off x="11426826" y="6519673"/>
            <a:ext cx="307975" cy="107722"/>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700" noProof="0" smtClean="0">
                <a:solidFill>
                  <a:schemeClr val="tx1"/>
                </a:solidFill>
                <a:latin typeface="+mn-lt"/>
                <a:cs typeface="Calibri" panose="020F0502020204030204" pitchFamily="34" charset="0"/>
              </a:rPr>
              <a:pPr marL="0" indent="0" algn="r">
                <a:spcBef>
                  <a:spcPts val="450"/>
                </a:spcBef>
                <a:buSzPct val="100000"/>
                <a:buFont typeface="Arial"/>
                <a:buNone/>
              </a:pPr>
              <a:t>‹#›</a:t>
            </a:fld>
            <a:endParaRPr lang="en-US" sz="700" noProof="0">
              <a:solidFill>
                <a:schemeClr val="tx1"/>
              </a:solidFill>
              <a:latin typeface="+mn-lt"/>
              <a:cs typeface="Calibri" panose="020F0502020204030204" pitchFamily="34" charset="0"/>
            </a:endParaRPr>
          </a:p>
        </p:txBody>
      </p:sp>
      <p:sp>
        <p:nvSpPr>
          <p:cNvPr id="20" name="TextBox 19">
            <a:extLst>
              <a:ext uri="{FF2B5EF4-FFF2-40B4-BE49-F238E27FC236}">
                <a16:creationId xmlns:a16="http://schemas.microsoft.com/office/drawing/2014/main" id="{5A35A5D5-FD12-4A0E-B47E-3D53D008B26B}"/>
              </a:ext>
            </a:extLst>
          </p:cNvPr>
          <p:cNvSpPr txBox="1"/>
          <p:nvPr userDrawn="1"/>
        </p:nvSpPr>
        <p:spPr>
          <a:xfrm>
            <a:off x="4065081" y="699568"/>
            <a:ext cx="254000" cy="276999"/>
          </a:xfrm>
          <a:prstGeom prst="rect">
            <a:avLst/>
          </a:prstGeom>
          <a:noFill/>
          <a:ln>
            <a:noFill/>
          </a:ln>
        </p:spPr>
        <p:txBody>
          <a:bodyPr wrap="square" lIns="0" tIns="0" rIns="0" bIns="0" rtlCol="0">
            <a:spAutoFit/>
          </a:bodyPr>
          <a:lstStyle/>
          <a:p>
            <a:pPr marL="203200" indent="-203200">
              <a:spcBef>
                <a:spcPts val="600"/>
              </a:spcBef>
              <a:buSzPct val="100000"/>
              <a:buFont typeface="Arial"/>
              <a:buChar char="•"/>
            </a:pPr>
            <a:endParaRPr lang="en-US" sz="1800">
              <a:solidFill>
                <a:srgbClr val="313131"/>
              </a:solidFill>
            </a:endParaRPr>
          </a:p>
        </p:txBody>
      </p:sp>
      <p:sp>
        <p:nvSpPr>
          <p:cNvPr id="22" name="TextBox 21">
            <a:extLst>
              <a:ext uri="{FF2B5EF4-FFF2-40B4-BE49-F238E27FC236}">
                <a16:creationId xmlns:a16="http://schemas.microsoft.com/office/drawing/2014/main" id="{33FEAD1B-5DFB-4123-913B-D7D5838C8C6D}"/>
              </a:ext>
            </a:extLst>
          </p:cNvPr>
          <p:cNvSpPr txBox="1"/>
          <p:nvPr userDrawn="1"/>
        </p:nvSpPr>
        <p:spPr>
          <a:xfrm>
            <a:off x="4321370" y="802745"/>
            <a:ext cx="1673167" cy="276999"/>
          </a:xfrm>
          <a:prstGeom prst="rect">
            <a:avLst/>
          </a:prstGeom>
          <a:noFill/>
          <a:ln>
            <a:noFill/>
          </a:ln>
        </p:spPr>
        <p:txBody>
          <a:bodyPr wrap="square" lIns="0" tIns="0" rIns="0" bIns="0" rtlCol="0">
            <a:spAutoFit/>
          </a:bodyPr>
          <a:lstStyle/>
          <a:p>
            <a:pPr marL="203200" indent="-203200">
              <a:spcBef>
                <a:spcPts val="600"/>
              </a:spcBef>
              <a:buSzPct val="100000"/>
              <a:buFont typeface="Arial"/>
              <a:buChar char="•"/>
            </a:pPr>
            <a:endParaRPr lang="en-US" sz="1800">
              <a:solidFill>
                <a:srgbClr val="313131"/>
              </a:solidFill>
            </a:endParaRPr>
          </a:p>
        </p:txBody>
      </p:sp>
      <p:sp>
        <p:nvSpPr>
          <p:cNvPr id="23" name="TextBox 22">
            <a:extLst>
              <a:ext uri="{FF2B5EF4-FFF2-40B4-BE49-F238E27FC236}">
                <a16:creationId xmlns:a16="http://schemas.microsoft.com/office/drawing/2014/main" id="{B202DBDA-700C-4979-B00F-3477C099D042}"/>
              </a:ext>
            </a:extLst>
          </p:cNvPr>
          <p:cNvSpPr txBox="1"/>
          <p:nvPr userDrawn="1"/>
        </p:nvSpPr>
        <p:spPr>
          <a:xfrm>
            <a:off x="5969842" y="802745"/>
            <a:ext cx="250316" cy="276999"/>
          </a:xfrm>
          <a:prstGeom prst="rect">
            <a:avLst/>
          </a:prstGeom>
          <a:noFill/>
          <a:ln>
            <a:noFill/>
          </a:ln>
        </p:spPr>
        <p:txBody>
          <a:bodyPr wrap="square" lIns="0" tIns="0" rIns="0" bIns="0" rtlCol="0">
            <a:spAutoFit/>
          </a:bodyPr>
          <a:lstStyle/>
          <a:p>
            <a:pPr marL="203200" indent="-203200">
              <a:spcBef>
                <a:spcPts val="600"/>
              </a:spcBef>
              <a:buSzPct val="100000"/>
              <a:buFont typeface="Arial"/>
              <a:buChar char="•"/>
            </a:pPr>
            <a:endParaRPr lang="en-US" sz="1800">
              <a:solidFill>
                <a:srgbClr val="313131"/>
              </a:solidFill>
            </a:endParaRPr>
          </a:p>
        </p:txBody>
      </p:sp>
      <p:sp>
        <p:nvSpPr>
          <p:cNvPr id="24" name="TextBox 23">
            <a:extLst>
              <a:ext uri="{FF2B5EF4-FFF2-40B4-BE49-F238E27FC236}">
                <a16:creationId xmlns:a16="http://schemas.microsoft.com/office/drawing/2014/main" id="{D14DFC3E-51E5-47BE-BA81-FDAED74D8117}"/>
              </a:ext>
            </a:extLst>
          </p:cNvPr>
          <p:cNvSpPr txBox="1"/>
          <p:nvPr userDrawn="1"/>
        </p:nvSpPr>
        <p:spPr>
          <a:xfrm>
            <a:off x="4321027" y="801689"/>
            <a:ext cx="1673851" cy="276999"/>
          </a:xfrm>
          <a:prstGeom prst="rect">
            <a:avLst/>
          </a:prstGeom>
          <a:noFill/>
          <a:ln>
            <a:noFill/>
          </a:ln>
        </p:spPr>
        <p:txBody>
          <a:bodyPr wrap="square" lIns="0" tIns="0" rIns="0" bIns="0" rtlCol="0">
            <a:spAutoFit/>
          </a:bodyPr>
          <a:lstStyle/>
          <a:p>
            <a:pPr marL="203200" indent="-203200">
              <a:spcBef>
                <a:spcPts val="600"/>
              </a:spcBef>
              <a:buSzPct val="100000"/>
              <a:buFont typeface="Arial"/>
              <a:buChar char="•"/>
            </a:pPr>
            <a:endParaRPr lang="en-US" sz="1800">
              <a:solidFill>
                <a:srgbClr val="313131"/>
              </a:solidFill>
            </a:endParaRPr>
          </a:p>
        </p:txBody>
      </p:sp>
      <p:sp>
        <p:nvSpPr>
          <p:cNvPr id="5" name="CaseCode">
            <a:extLst>
              <a:ext uri="{FF2B5EF4-FFF2-40B4-BE49-F238E27FC236}">
                <a16:creationId xmlns:a16="http://schemas.microsoft.com/office/drawing/2014/main" id="{64438031-1B52-72B5-24AA-6E9364EDD320}"/>
              </a:ext>
            </a:extLst>
          </p:cNvPr>
          <p:cNvSpPr txBox="1"/>
          <p:nvPr userDrawn="1"/>
        </p:nvSpPr>
        <p:spPr>
          <a:xfrm>
            <a:off x="490017" y="6519673"/>
            <a:ext cx="4896560" cy="107722"/>
          </a:xfrm>
          <a:prstGeom prst="rect">
            <a:avLst/>
          </a:prstGeom>
          <a:noFill/>
        </p:spPr>
        <p:txBody>
          <a:bodyPr wrap="square" lIns="0" tIns="0" rIns="0" bIns="0" rtlCol="0">
            <a:spAutoFit/>
          </a:bodyPr>
          <a:lstStyle/>
          <a:p>
            <a:pPr marL="0" marR="0" indent="0" algn="l" defTabSz="1219170" rtl="0" eaLnBrk="1" fontAlgn="auto" latinLnBrk="0" hangingPunct="1">
              <a:lnSpc>
                <a:spcPct val="100000"/>
              </a:lnSpc>
              <a:spcBef>
                <a:spcPts val="800"/>
              </a:spcBef>
              <a:spcAft>
                <a:spcPts val="0"/>
              </a:spcAft>
              <a:buClrTx/>
              <a:buSzPct val="100000"/>
              <a:buFont typeface="Arial"/>
              <a:buNone/>
              <a:tabLst/>
              <a:defRPr/>
            </a:pPr>
            <a:r>
              <a:rPr lang="en-IN" sz="700" b="1" kern="1200">
                <a:solidFill>
                  <a:schemeClr val="tx1"/>
                </a:solidFill>
                <a:latin typeface="+mn-lt"/>
                <a:ea typeface="+mn-ea"/>
                <a:cs typeface="+mn-cs"/>
              </a:rPr>
              <a:t>Deloitte + Cisco </a:t>
            </a:r>
            <a:r>
              <a:rPr lang="en-IN" sz="700" kern="1200">
                <a:solidFill>
                  <a:schemeClr val="tx1"/>
                </a:solidFill>
                <a:latin typeface="+mn-lt"/>
                <a:ea typeface="+mn-ea"/>
                <a:cs typeface="+mn-cs"/>
              </a:rPr>
              <a:t>| Better Together</a:t>
            </a:r>
            <a:endParaRPr lang="en-US" sz="700" kern="1200" noProof="0">
              <a:solidFill>
                <a:schemeClr val="tx1"/>
              </a:solidFill>
              <a:latin typeface="+mn-lt"/>
              <a:ea typeface="+mn-ea"/>
              <a:cs typeface="+mn-cs"/>
            </a:endParaRPr>
          </a:p>
        </p:txBody>
      </p:sp>
    </p:spTree>
    <p:extLst>
      <p:ext uri="{BB962C8B-B14F-4D97-AF65-F5344CB8AC3E}">
        <p14:creationId xmlns:p14="http://schemas.microsoft.com/office/powerpoint/2010/main" val="3949979749"/>
      </p:ext>
    </p:extLst>
  </p:cSld>
  <p:clrMap bg1="lt1" tx1="dk1" bg2="lt2" tx2="dk2" accent1="accent1" accent2="accent2" accent3="accent3" accent4="accent4" accent5="accent5" accent6="accent6" hlink="hlink" folHlink="folHlink"/>
  <p:sldLayoutIdLst>
    <p:sldLayoutId id="2147484772" r:id="rId1"/>
    <p:sldLayoutId id="2147484773" r:id="rId2"/>
    <p:sldLayoutId id="2147484774" r:id="rId3"/>
    <p:sldLayoutId id="2147484775" r:id="rId4"/>
    <p:sldLayoutId id="2147484776" r:id="rId5"/>
    <p:sldLayoutId id="2147484779" r:id="rId6"/>
    <p:sldLayoutId id="2147484780" r:id="rId7"/>
    <p:sldLayoutId id="2147484781" r:id="rId8"/>
    <p:sldLayoutId id="2147484782" r:id="rId9"/>
    <p:sldLayoutId id="2147484783" r:id="rId10"/>
    <p:sldLayoutId id="2147484784" r:id="rId11"/>
    <p:sldLayoutId id="2147484785" r:id="rId12"/>
    <p:sldLayoutId id="2147484786" r:id="rId13"/>
    <p:sldLayoutId id="2147484787" r:id="rId14"/>
    <p:sldLayoutId id="2147484808" r:id="rId15"/>
    <p:sldLayoutId id="2147484809" r:id="rId16"/>
    <p:sldLayoutId id="2147484810" r:id="rId17"/>
    <p:sldLayoutId id="2147484811" r:id="rId18"/>
    <p:sldLayoutId id="2147484812" r:id="rId19"/>
    <p:sldLayoutId id="2147484894" r:id="rId20"/>
    <p:sldLayoutId id="2147484895" r:id="rId21"/>
    <p:sldLayoutId id="2147484896" r:id="rId22"/>
    <p:sldLayoutId id="2147484897" r:id="rId23"/>
    <p:sldLayoutId id="2147484898" r:id="rId24"/>
    <p:sldLayoutId id="2147484899" r:id="rId25"/>
    <p:sldLayoutId id="2147484900" r:id="rId26"/>
    <p:sldLayoutId id="2147484902" r:id="rId27"/>
    <p:sldLayoutId id="2147484903" r:id="rId28"/>
    <p:sldLayoutId id="2147484904" r:id="rId29"/>
  </p:sldLayoutIdLst>
  <p:transition>
    <p:fade/>
  </p:transition>
  <p:hf hdr="0" dt="0"/>
  <p:txStyles>
    <p:titleStyle>
      <a:lvl1pPr algn="l" defTabSz="685800" rtl="0" eaLnBrk="1" latinLnBrk="0" hangingPunct="1">
        <a:spcBef>
          <a:spcPct val="0"/>
        </a:spcBef>
        <a:buNone/>
        <a:defRPr sz="2100" kern="1200">
          <a:solidFill>
            <a:schemeClr val="tx1"/>
          </a:solidFill>
          <a:latin typeface="+mn-lt"/>
          <a:ea typeface="+mj-ea"/>
          <a:cs typeface="Calibri Light" panose="020F0302020204030204" pitchFamily="34" charset="0"/>
        </a:defRPr>
      </a:lvl1pPr>
    </p:titleStyle>
    <p:bodyStyle>
      <a:lvl1pPr marL="0" indent="0" algn="l" defTabSz="685800" rtl="0" eaLnBrk="1" latinLnBrk="0" hangingPunct="1">
        <a:spcBef>
          <a:spcPts val="0"/>
        </a:spcBef>
        <a:spcAft>
          <a:spcPts val="750"/>
        </a:spcAft>
        <a:buSzPct val="100000"/>
        <a:buFontTx/>
        <a:buNone/>
        <a:defRPr sz="1200" b="0" kern="1200">
          <a:solidFill>
            <a:schemeClr val="tx1"/>
          </a:solidFill>
          <a:latin typeface="+mn-lt"/>
          <a:ea typeface="+mn-ea"/>
          <a:cs typeface="Calibri Light" panose="020F0302020204030204" pitchFamily="34" charset="0"/>
        </a:defRPr>
      </a:lvl1pPr>
      <a:lvl2pPr marL="104775" indent="-104775" algn="l" defTabSz="685800" rtl="0" eaLnBrk="1" latinLnBrk="0" hangingPunct="1">
        <a:spcBef>
          <a:spcPts val="0"/>
        </a:spcBef>
        <a:spcAft>
          <a:spcPts val="750"/>
        </a:spcAft>
        <a:buClrTx/>
        <a:buSzPct val="100000"/>
        <a:buFont typeface="Arial" panose="020B0604020202020204" pitchFamily="34" charset="0"/>
        <a:buChar char="•"/>
        <a:defRPr lang="en-US" sz="1200" b="1" kern="1200" dirty="0" smtClean="0">
          <a:solidFill>
            <a:schemeClr val="tx1"/>
          </a:solidFill>
          <a:latin typeface="+mj-lt"/>
          <a:ea typeface="+mn-ea"/>
          <a:cs typeface="Calibri Light" panose="020F0302020204030204" pitchFamily="34" charset="0"/>
        </a:defRPr>
      </a:lvl2pPr>
      <a:lvl3pPr marL="228600" indent="-104775" algn="l" defTabSz="685800" rtl="0" eaLnBrk="1" latinLnBrk="0" hangingPunct="1">
        <a:spcBef>
          <a:spcPts val="0"/>
        </a:spcBef>
        <a:spcAft>
          <a:spcPts val="750"/>
        </a:spcAft>
        <a:buClrTx/>
        <a:buSzPct val="100000"/>
        <a:buFont typeface="Arial" panose="020B0604020202020204" pitchFamily="34" charset="0"/>
        <a:buChar char="−"/>
        <a:defRPr lang="en-US" sz="1200" kern="1200" dirty="0" smtClean="0">
          <a:solidFill>
            <a:schemeClr val="tx1"/>
          </a:solidFill>
          <a:latin typeface="+mn-lt"/>
          <a:ea typeface="+mn-ea"/>
          <a:cs typeface="Calibri Light" panose="020F0302020204030204" pitchFamily="34" charset="0"/>
        </a:defRPr>
      </a:lvl3pPr>
      <a:lvl4pPr marL="352425" indent="-104775" algn="l" defTabSz="685800" rtl="0" eaLnBrk="1" latinLnBrk="0" hangingPunct="1">
        <a:spcBef>
          <a:spcPts val="0"/>
        </a:spcBef>
        <a:spcAft>
          <a:spcPts val="750"/>
        </a:spcAft>
        <a:buClrTx/>
        <a:buSzPct val="100000"/>
        <a:buFont typeface="Arial" panose="020B0604020202020204" pitchFamily="34" charset="0"/>
        <a:buChar char="◦"/>
        <a:defRPr lang="en-US" sz="1200" kern="1200" baseline="0" dirty="0" smtClean="0">
          <a:solidFill>
            <a:schemeClr val="tx1"/>
          </a:solidFill>
          <a:latin typeface="+mn-lt"/>
          <a:ea typeface="+mn-ea"/>
          <a:cs typeface="Calibri Light" panose="020F0302020204030204" pitchFamily="34" charset="0"/>
        </a:defRPr>
      </a:lvl4pPr>
      <a:lvl5pPr marL="476250" indent="-104775" algn="l" defTabSz="598885" rtl="0" eaLnBrk="1" latinLnBrk="0" hangingPunct="1">
        <a:spcBef>
          <a:spcPts val="0"/>
        </a:spcBef>
        <a:spcAft>
          <a:spcPts val="750"/>
        </a:spcAft>
        <a:buClrTx/>
        <a:buSzPct val="100000"/>
        <a:buFont typeface="Arial" panose="020B0604020202020204" pitchFamily="34" charset="0"/>
        <a:buChar char="−"/>
        <a:tabLst/>
        <a:defRPr lang="en-US" sz="1200" kern="1200" baseline="0" dirty="0" smtClean="0">
          <a:solidFill>
            <a:schemeClr val="tx1"/>
          </a:solidFill>
          <a:latin typeface="+mn-lt"/>
          <a:ea typeface="+mn-ea"/>
          <a:cs typeface="Calibri Light" panose="020F0302020204030204" pitchFamily="34" charset="0"/>
        </a:defRPr>
      </a:lvl5pPr>
      <a:lvl6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6pPr>
      <a:lvl7pPr marL="399600" indent="-132300" algn="l" defTabSz="685800" rtl="0" eaLnBrk="1" latinLnBrk="0" hangingPunct="1">
        <a:spcBef>
          <a:spcPts val="0"/>
        </a:spcBef>
        <a:spcAft>
          <a:spcPts val="750"/>
        </a:spcAft>
        <a:buFont typeface="Verdana" panose="020B0604030504040204" pitchFamily="34" charset="0"/>
        <a:buChar char="−"/>
        <a:defRPr sz="900" kern="1200">
          <a:solidFill>
            <a:schemeClr val="tx1"/>
          </a:solidFill>
          <a:latin typeface="+mn-lt"/>
          <a:ea typeface="+mn-ea"/>
          <a:cs typeface="+mn-cs"/>
        </a:defRPr>
      </a:lvl7pPr>
      <a:lvl8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8pPr>
      <a:lvl9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45" orient="horz" pos="4008">
          <p15:clr>
            <a:srgbClr val="F26B43"/>
          </p15:clr>
        </p15:guide>
        <p15:guide id="49" orient="horz" pos="432">
          <p15:clr>
            <a:srgbClr val="F26B43"/>
          </p15:clr>
        </p15:guide>
        <p15:guide id="68" orient="horz" pos="4104">
          <p15:clr>
            <a:srgbClr val="F26B43"/>
          </p15:clr>
        </p15:guide>
        <p15:guide id="70" orient="horz" pos="1056">
          <p15:clr>
            <a:srgbClr val="F26B43"/>
          </p15:clr>
        </p15:guide>
        <p15:guide id="71" orient="horz" pos="216">
          <p15:clr>
            <a:srgbClr val="F26B43"/>
          </p15:clr>
        </p15:guide>
        <p15:guide id="72" pos="3840">
          <p15:clr>
            <a:srgbClr val="F26B43"/>
          </p15:clr>
        </p15:guide>
        <p15:guide id="73" pos="3936">
          <p15:clr>
            <a:srgbClr val="F26B43"/>
          </p15:clr>
        </p15:guide>
        <p15:guide id="74" pos="288">
          <p15:clr>
            <a:srgbClr val="F26B43"/>
          </p15:clr>
        </p15:guide>
        <p15:guide id="76" pos="3744">
          <p15:clr>
            <a:srgbClr val="F26B43"/>
          </p15:clr>
        </p15:guide>
        <p15:guide id="84" pos="7392">
          <p15:clr>
            <a:srgbClr val="F26B43"/>
          </p15:clr>
        </p15:guide>
        <p15:guide id="85" orient="horz" pos="216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12"/>
            </p:custData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think-cell Slide" r:id="rId13" imgW="270" imgH="270" progId="TCLayout.ActiveDocument.1">
                  <p:embed/>
                </p:oleObj>
              </mc:Choice>
              <mc:Fallback>
                <p:oleObj name="think-cell Slide" r:id="rId13" imgW="270" imgH="270" progId="TCLayout.ActiveDocument.1">
                  <p:embed/>
                  <p:pic>
                    <p:nvPicPr>
                      <p:cNvPr id="4" name="Object 3" hidden="1"/>
                      <p:cNvPicPr/>
                      <p:nvPr/>
                    </p:nvPicPr>
                    <p:blipFill>
                      <a:blip r:embed="rId14"/>
                      <a:stretch>
                        <a:fillRect/>
                      </a:stretch>
                    </p:blipFill>
                    <p:spPr>
                      <a:xfrm>
                        <a:off x="2118" y="1589"/>
                        <a:ext cx="2116" cy="1587"/>
                      </a:xfrm>
                      <a:prstGeom prst="rect">
                        <a:avLst/>
                      </a:prstGeom>
                    </p:spPr>
                  </p:pic>
                </p:oleObj>
              </mc:Fallback>
            </mc:AlternateContent>
          </a:graphicData>
        </a:graphic>
      </p:graphicFrame>
      <p:sp>
        <p:nvSpPr>
          <p:cNvPr id="2" name="Title Placeholder 1"/>
          <p:cNvSpPr>
            <a:spLocks noGrp="1"/>
          </p:cNvSpPr>
          <p:nvPr>
            <p:ph type="title"/>
          </p:nvPr>
        </p:nvSpPr>
        <p:spPr bwMode="gray">
          <a:xfrm>
            <a:off x="467200" y="304800"/>
            <a:ext cx="11267599" cy="342900"/>
          </a:xfrm>
          <a:prstGeom prst="rect">
            <a:avLst/>
          </a:prstGeom>
        </p:spPr>
        <p:txBody>
          <a:bodyPr vert="horz" lIns="0" tIns="0" rIns="0" bIns="0" rtlCol="0" anchor="t" anchorCtr="0">
            <a:noAutofit/>
          </a:bodyPr>
          <a:lstStyle/>
          <a:p>
            <a:r>
              <a:rPr lang="en-US" noProof="0"/>
              <a:t>Click to edit Master title style</a:t>
            </a:r>
          </a:p>
        </p:txBody>
      </p:sp>
      <p:sp>
        <p:nvSpPr>
          <p:cNvPr id="19" name="Text Placeholder 18"/>
          <p:cNvSpPr>
            <a:spLocks noGrp="1"/>
          </p:cNvSpPr>
          <p:nvPr>
            <p:ph type="body" idx="1"/>
          </p:nvPr>
        </p:nvSpPr>
        <p:spPr>
          <a:xfrm>
            <a:off x="467200" y="1676400"/>
            <a:ext cx="11267599" cy="4686300"/>
          </a:xfrm>
          <a:prstGeom prst="rect">
            <a:avLst/>
          </a:prstGeom>
        </p:spPr>
        <p:txBody>
          <a:bodyPr vert="horz" lIns="0" tIns="0" rIns="0" bIns="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object 36">
            <a:extLst>
              <a:ext uri="{FF2B5EF4-FFF2-40B4-BE49-F238E27FC236}">
                <a16:creationId xmlns:a16="http://schemas.microsoft.com/office/drawing/2014/main" id="{BFC24249-34C1-4D1D-F335-C6D67245C10E}"/>
              </a:ext>
            </a:extLst>
          </p:cNvPr>
          <p:cNvSpPr txBox="1">
            <a:spLocks noGrp="1"/>
          </p:cNvSpPr>
          <p:nvPr>
            <p:ph type="ftr" sz="quarter" idx="3"/>
          </p:nvPr>
        </p:nvSpPr>
        <p:spPr>
          <a:xfrm>
            <a:off x="444498" y="6492240"/>
            <a:ext cx="5058044" cy="141064"/>
          </a:xfrm>
          <a:prstGeom prst="rect">
            <a:avLst/>
          </a:prstGeom>
        </p:spPr>
        <p:txBody>
          <a:bodyPr vert="horz" wrap="square" lIns="0" tIns="17780" rIns="0" bIns="0" rtlCol="0">
            <a:spAutoFit/>
          </a:bodyPr>
          <a:lstStyle>
            <a:lvl1pPr>
              <a:defRPr sz="800" b="0" i="0">
                <a:solidFill>
                  <a:srgbClr val="53565A"/>
                </a:solidFill>
                <a:latin typeface="Open Sans" panose="020B0606030504020204" pitchFamily="34" charset="0"/>
                <a:ea typeface="Open Sans" panose="020B0606030504020204" pitchFamily="34" charset="0"/>
                <a:cs typeface="Open Sans" panose="020B0606030504020204" pitchFamily="34" charset="0"/>
              </a:defRPr>
            </a:lvl1pPr>
          </a:lstStyle>
          <a:p>
            <a:pPr marL="12700">
              <a:spcBef>
                <a:spcPts val="140"/>
              </a:spcBef>
            </a:pPr>
            <a:r>
              <a:rPr lang="en-IN"/>
              <a:t>Copyright</a:t>
            </a:r>
            <a:r>
              <a:rPr lang="en-IN" spc="-35"/>
              <a:t> </a:t>
            </a:r>
            <a:r>
              <a:rPr lang="en-IN"/>
              <a:t>©</a:t>
            </a:r>
            <a:r>
              <a:rPr lang="en-IN" spc="-10"/>
              <a:t> </a:t>
            </a:r>
            <a:r>
              <a:rPr lang="en-IN"/>
              <a:t>2025</a:t>
            </a:r>
            <a:r>
              <a:rPr lang="en-IN" spc="-10"/>
              <a:t> </a:t>
            </a:r>
            <a:r>
              <a:rPr lang="en-IN"/>
              <a:t>Deloitte</a:t>
            </a:r>
            <a:r>
              <a:rPr lang="en-IN" spc="-10"/>
              <a:t> </a:t>
            </a:r>
            <a:r>
              <a:rPr lang="en-IN"/>
              <a:t>Development</a:t>
            </a:r>
            <a:r>
              <a:rPr lang="en-IN" spc="-45"/>
              <a:t> </a:t>
            </a:r>
            <a:r>
              <a:rPr lang="en-IN"/>
              <a:t>LLC.</a:t>
            </a:r>
            <a:r>
              <a:rPr lang="en-IN" spc="-20"/>
              <a:t> </a:t>
            </a:r>
            <a:r>
              <a:rPr lang="en-IN"/>
              <a:t>All</a:t>
            </a:r>
            <a:r>
              <a:rPr lang="en-IN" spc="-30"/>
              <a:t> </a:t>
            </a:r>
            <a:r>
              <a:rPr lang="en-IN"/>
              <a:t>rights</a:t>
            </a:r>
            <a:r>
              <a:rPr lang="en-IN" spc="-15"/>
              <a:t> </a:t>
            </a:r>
            <a:r>
              <a:rPr lang="en-IN" spc="-10"/>
              <a:t>reserved.</a:t>
            </a:r>
          </a:p>
        </p:txBody>
      </p:sp>
      <p:sp>
        <p:nvSpPr>
          <p:cNvPr id="9" name="object 37">
            <a:extLst>
              <a:ext uri="{FF2B5EF4-FFF2-40B4-BE49-F238E27FC236}">
                <a16:creationId xmlns:a16="http://schemas.microsoft.com/office/drawing/2014/main" id="{42144C73-40BF-7839-BFDE-BFC900767643}"/>
              </a:ext>
            </a:extLst>
          </p:cNvPr>
          <p:cNvSpPr txBox="1">
            <a:spLocks noGrp="1"/>
          </p:cNvSpPr>
          <p:nvPr>
            <p:ph type="sldNum" sz="quarter" idx="4"/>
          </p:nvPr>
        </p:nvSpPr>
        <p:spPr>
          <a:xfrm>
            <a:off x="11592941" y="6492240"/>
            <a:ext cx="193040" cy="115416"/>
          </a:xfrm>
          <a:prstGeom prst="rect">
            <a:avLst/>
          </a:prstGeom>
        </p:spPr>
        <p:txBody>
          <a:bodyPr vert="horz" wrap="square" lIns="0" tIns="0" rIns="0" bIns="0" rtlCol="0">
            <a:spAutoFit/>
          </a:bodyPr>
          <a:lstStyle>
            <a:lvl1pPr>
              <a:defRPr sz="800" b="0" i="0">
                <a:solidFill>
                  <a:srgbClr val="53565A"/>
                </a:solidFill>
                <a:latin typeface="Open Sans" panose="020B0606030504020204" pitchFamily="34" charset="0"/>
                <a:ea typeface="Open Sans" panose="020B0606030504020204" pitchFamily="34" charset="0"/>
                <a:cs typeface="Open Sans" panose="020B0606030504020204" pitchFamily="34" charset="0"/>
              </a:defRPr>
            </a:lvl1pPr>
          </a:lstStyle>
          <a:p>
            <a:pPr marL="38100">
              <a:lnSpc>
                <a:spcPts val="865"/>
              </a:lnSpc>
            </a:pPr>
            <a:fld id="{81D60167-4931-47E6-BA6A-407CBD079E47}" type="slidenum">
              <a:rPr lang="en-IN" spc="-25" smtClean="0"/>
              <a:pPr marL="38100">
                <a:lnSpc>
                  <a:spcPts val="865"/>
                </a:lnSpc>
              </a:pPr>
              <a:t>‹#›</a:t>
            </a:fld>
            <a:endParaRPr lang="en-IN" spc="-25"/>
          </a:p>
        </p:txBody>
      </p:sp>
      <p:sp>
        <p:nvSpPr>
          <p:cNvPr id="11" name="Holder 3">
            <a:extLst>
              <a:ext uri="{FF2B5EF4-FFF2-40B4-BE49-F238E27FC236}">
                <a16:creationId xmlns:a16="http://schemas.microsoft.com/office/drawing/2014/main" id="{1E8BED14-621C-961D-544E-DC02D739F7C5}"/>
              </a:ext>
            </a:extLst>
          </p:cNvPr>
          <p:cNvSpPr>
            <a:spLocks noGrp="1"/>
          </p:cNvSpPr>
          <p:nvPr>
            <p:ph type="dt" sz="half" idx="2"/>
          </p:nvPr>
        </p:nvSpPr>
        <p:spPr>
          <a:xfrm>
            <a:off x="8061008" y="6492240"/>
            <a:ext cx="3276561" cy="127634"/>
          </a:xfrm>
          <a:prstGeom prst="rect">
            <a:avLst/>
          </a:prstGeom>
        </p:spPr>
        <p:txBody>
          <a:bodyPr lIns="0" tIns="0" rIns="0" bIns="0"/>
          <a:lstStyle>
            <a:lvl1pPr>
              <a:defRPr sz="800" b="0" i="0">
                <a:solidFill>
                  <a:srgbClr val="53565A"/>
                </a:solidFill>
                <a:latin typeface="Open Sans" panose="020B0606030504020204" pitchFamily="34" charset="0"/>
                <a:ea typeface="Open Sans" panose="020B0606030504020204" pitchFamily="34" charset="0"/>
                <a:cs typeface="Open Sans" panose="020B0606030504020204" pitchFamily="34" charset="0"/>
              </a:defRPr>
            </a:lvl1pPr>
          </a:lstStyle>
          <a:p>
            <a:pPr marL="12700">
              <a:lnSpc>
                <a:spcPts val="865"/>
              </a:lnSpc>
            </a:pPr>
            <a:r>
              <a:rPr lang="en-US"/>
              <a:t>Global Payroll Business Process Management Assessment Proposal</a:t>
            </a:r>
          </a:p>
        </p:txBody>
      </p:sp>
    </p:spTree>
    <p:extLst>
      <p:ext uri="{BB962C8B-B14F-4D97-AF65-F5344CB8AC3E}">
        <p14:creationId xmlns:p14="http://schemas.microsoft.com/office/powerpoint/2010/main" val="3830908503"/>
      </p:ext>
    </p:extLst>
  </p:cSld>
  <p:clrMap bg1="lt1" tx1="dk1" bg2="lt2" tx2="dk2" accent1="accent1" accent2="accent2" accent3="accent3" accent4="accent4" accent5="accent5" accent6="accent6" hlink="hlink" folHlink="folHlink"/>
  <p:sldLayoutIdLst>
    <p:sldLayoutId id="2147484906" r:id="rId1"/>
    <p:sldLayoutId id="2147484907" r:id="rId2"/>
    <p:sldLayoutId id="2147484908" r:id="rId3"/>
    <p:sldLayoutId id="2147484909" r:id="rId4"/>
    <p:sldLayoutId id="2147484910" r:id="rId5"/>
    <p:sldLayoutId id="2147484911" r:id="rId6"/>
    <p:sldLayoutId id="2147484912" r:id="rId7"/>
    <p:sldLayoutId id="2147484913" r:id="rId8"/>
    <p:sldLayoutId id="2147484914" r:id="rId9"/>
    <p:sldLayoutId id="2147484915" r:id="rId10"/>
  </p:sldLayoutIdLst>
  <p:transition>
    <p:fade/>
  </p:transition>
  <p:hf hdr="0" dt="0"/>
  <p:txStyles>
    <p:titleStyle>
      <a:lvl1pPr algn="l" defTabSz="914400" rtl="0" eaLnBrk="1" latinLnBrk="0" hangingPunct="1">
        <a:spcBef>
          <a:spcPct val="0"/>
        </a:spcBef>
        <a:buNone/>
        <a:defRPr sz="2000" b="0" i="0" kern="1200">
          <a:solidFill>
            <a:srgbClr val="00416D"/>
          </a:solidFill>
          <a:latin typeface="Open Sans" panose="020B0606030504020204" pitchFamily="34" charset="0"/>
          <a:ea typeface="Open Sans" panose="020B0606030504020204" pitchFamily="34" charset="0"/>
          <a:cs typeface="Open Sans" panose="020B0606030504020204" pitchFamily="34" charset="0"/>
        </a:defRPr>
      </a:lvl1pPr>
    </p:titleStyle>
    <p:bodyStyle>
      <a:lvl1pPr marL="0" indent="0" algn="l" defTabSz="914400" rtl="0" eaLnBrk="1" latinLnBrk="0" hangingPunct="1">
        <a:spcBef>
          <a:spcPts val="0"/>
        </a:spcBef>
        <a:spcAft>
          <a:spcPts val="600"/>
        </a:spcAft>
        <a:buSzPct val="100000"/>
        <a:buFontTx/>
        <a:buNone/>
        <a:defRPr sz="1200" b="0" i="0" kern="120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lvl1pPr>
      <a:lvl2pPr marL="139700" indent="-139700" algn="l" defTabSz="914400" rtl="0" eaLnBrk="1" latinLnBrk="0" hangingPunct="1">
        <a:spcBef>
          <a:spcPts val="0"/>
        </a:spcBef>
        <a:spcAft>
          <a:spcPts val="600"/>
        </a:spcAft>
        <a:buClrTx/>
        <a:buSzPct val="100000"/>
        <a:buFont typeface="Arial" panose="020B0604020202020204" pitchFamily="34" charset="0"/>
        <a:buChar char="•"/>
        <a:defRPr lang="en-US" sz="1200" b="0" i="0" kern="1200" dirty="0" smtClean="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lvl2pPr>
      <a:lvl3pPr marL="304800" indent="-139700" algn="l" defTabSz="914400" rtl="0" eaLnBrk="1" latinLnBrk="0" hangingPunct="1">
        <a:spcBef>
          <a:spcPts val="0"/>
        </a:spcBef>
        <a:spcAft>
          <a:spcPts val="600"/>
        </a:spcAft>
        <a:buClrTx/>
        <a:buSzPct val="100000"/>
        <a:buFont typeface="Arial" panose="020B0604020202020204" pitchFamily="34" charset="0"/>
        <a:buChar char="−"/>
        <a:defRPr lang="en-US" sz="1200" b="0" i="0" kern="1200" dirty="0" smtClean="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lvl3pPr>
      <a:lvl4pPr marL="469900" indent="-139700" algn="l" defTabSz="914400" rtl="0" eaLnBrk="1" latinLnBrk="0" hangingPunct="1">
        <a:spcBef>
          <a:spcPts val="0"/>
        </a:spcBef>
        <a:spcAft>
          <a:spcPts val="600"/>
        </a:spcAft>
        <a:buClrTx/>
        <a:buSzPct val="100000"/>
        <a:buFont typeface="Arial" panose="020B0604020202020204" pitchFamily="34" charset="0"/>
        <a:buChar char="◦"/>
        <a:defRPr lang="en-US" sz="1200" b="0" i="0" kern="1200" baseline="0" dirty="0" smtClean="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lvl4pPr>
      <a:lvl5pPr marL="635000" indent="-139700" algn="l" defTabSz="798513" rtl="0" eaLnBrk="1" latinLnBrk="0" hangingPunct="1">
        <a:spcBef>
          <a:spcPts val="0"/>
        </a:spcBef>
        <a:spcAft>
          <a:spcPts val="600"/>
        </a:spcAft>
        <a:buClrTx/>
        <a:buSzPct val="100000"/>
        <a:buFont typeface="Arial" panose="020B0604020202020204" pitchFamily="34" charset="0"/>
        <a:buChar char="−"/>
        <a:tabLst/>
        <a:defRPr lang="en-US" sz="1200" b="0" i="0" kern="1200" baseline="0" dirty="0" smtClean="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46" orient="horz" pos="4008">
          <p15:clr>
            <a:srgbClr val="F26B43"/>
          </p15:clr>
        </p15:guide>
        <p15:guide id="51" orient="horz" pos="4080">
          <p15:clr>
            <a:srgbClr val="F26B43"/>
          </p15:clr>
        </p15:guide>
        <p15:guide id="52" pos="3840">
          <p15:clr>
            <a:srgbClr val="F26B43"/>
          </p15:clr>
        </p15:guide>
        <p15:guide id="53" pos="3912">
          <p15:clr>
            <a:srgbClr val="F26B43"/>
          </p15:clr>
        </p15:guide>
        <p15:guide id="54" pos="3768">
          <p15:clr>
            <a:srgbClr val="F26B43"/>
          </p15:clr>
        </p15:guide>
        <p15:guide id="63" pos="288">
          <p15:clr>
            <a:srgbClr val="F26B43"/>
          </p15:clr>
        </p15:guide>
        <p15:guide id="64" orient="horz" pos="1056">
          <p15:clr>
            <a:srgbClr val="F26B43"/>
          </p15:clr>
        </p15:guide>
        <p15:guide id="65" orient="horz" pos="408">
          <p15:clr>
            <a:srgbClr val="F26B43"/>
          </p15:clr>
        </p15:guide>
        <p15:guide id="66" orient="horz" pos="192">
          <p15:clr>
            <a:srgbClr val="F26B43"/>
          </p15:clr>
        </p15:guide>
        <p15:guide id="67" pos="7392">
          <p15:clr>
            <a:srgbClr val="F26B43"/>
          </p15:clr>
        </p15:guide>
        <p15:guide id="68" orient="horz" pos="2160">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29"/>
            </p:custDataLst>
            <p:extLst>
              <p:ext uri="{D42A27DB-BD31-4B8C-83A1-F6EECF244321}">
                <p14:modId xmlns:p14="http://schemas.microsoft.com/office/powerpoint/2010/main" val="35570638"/>
              </p:ext>
            </p:extLst>
          </p:nvPr>
        </p:nvGraphicFramePr>
        <p:xfrm>
          <a:off x="2119" y="1589"/>
          <a:ext cx="2116" cy="1587"/>
        </p:xfrm>
        <a:graphic>
          <a:graphicData uri="http://schemas.openxmlformats.org/presentationml/2006/ole">
            <mc:AlternateContent xmlns:mc="http://schemas.openxmlformats.org/markup-compatibility/2006">
              <mc:Choice xmlns:v="urn:schemas-microsoft-com:vml" Requires="v">
                <p:oleObj name="think-cell Slide" r:id="rId30" imgW="270" imgH="270" progId="TCLayout.ActiveDocument.1">
                  <p:embed/>
                </p:oleObj>
              </mc:Choice>
              <mc:Fallback>
                <p:oleObj name="think-cell Slide" r:id="rId30" imgW="270" imgH="270" progId="TCLayout.ActiveDocument.1">
                  <p:embed/>
                  <p:pic>
                    <p:nvPicPr>
                      <p:cNvPr id="4" name="Object 3" hidden="1"/>
                      <p:cNvPicPr/>
                      <p:nvPr/>
                    </p:nvPicPr>
                    <p:blipFill>
                      <a:blip r:embed="rId31"/>
                      <a:stretch>
                        <a:fillRect/>
                      </a:stretch>
                    </p:blipFill>
                    <p:spPr>
                      <a:xfrm>
                        <a:off x="2119" y="1589"/>
                        <a:ext cx="2116" cy="1587"/>
                      </a:xfrm>
                      <a:prstGeom prst="rect">
                        <a:avLst/>
                      </a:prstGeom>
                    </p:spPr>
                  </p:pic>
                </p:oleObj>
              </mc:Fallback>
            </mc:AlternateContent>
          </a:graphicData>
        </a:graphic>
      </p:graphicFrame>
      <p:sp>
        <p:nvSpPr>
          <p:cNvPr id="2" name="Title Placeholder 1"/>
          <p:cNvSpPr>
            <a:spLocks noGrp="1"/>
          </p:cNvSpPr>
          <p:nvPr>
            <p:ph type="title"/>
          </p:nvPr>
        </p:nvSpPr>
        <p:spPr bwMode="gray">
          <a:xfrm>
            <a:off x="469900" y="538798"/>
            <a:ext cx="11252200" cy="692151"/>
          </a:xfrm>
          <a:prstGeom prst="rect">
            <a:avLst/>
          </a:prstGeom>
        </p:spPr>
        <p:txBody>
          <a:bodyPr vert="horz" lIns="0" tIns="0" rIns="0" bIns="0" rtlCol="0" anchor="t" anchorCtr="0">
            <a:noAutofit/>
          </a:bodyPr>
          <a:lstStyle/>
          <a:p>
            <a:r>
              <a:rPr lang="en-US" noProof="0"/>
              <a:t>Click to edit Master title style</a:t>
            </a:r>
          </a:p>
        </p:txBody>
      </p:sp>
      <p:sp>
        <p:nvSpPr>
          <p:cNvPr id="19" name="Text Placeholder 18"/>
          <p:cNvSpPr>
            <a:spLocks noGrp="1"/>
          </p:cNvSpPr>
          <p:nvPr>
            <p:ph type="body" idx="1"/>
          </p:nvPr>
        </p:nvSpPr>
        <p:spPr>
          <a:xfrm>
            <a:off x="469900" y="1665290"/>
            <a:ext cx="11252200" cy="4633911"/>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TextBox 10"/>
          <p:cNvSpPr txBox="1"/>
          <p:nvPr/>
        </p:nvSpPr>
        <p:spPr>
          <a:xfrm>
            <a:off x="469900" y="6477000"/>
            <a:ext cx="3641557" cy="107722"/>
          </a:xfrm>
          <a:prstGeom prst="rect">
            <a:avLst/>
          </a:prstGeom>
          <a:noFill/>
        </p:spPr>
        <p:txBody>
          <a:bodyPr wrap="square" lIns="0" tIns="0" rIns="0" bIns="0" rtlCol="0">
            <a:spAutoFit/>
          </a:bodyPr>
          <a:lstStyle>
            <a:defPPr>
              <a:defRPr lang="en-US"/>
            </a:defPPr>
            <a:lvl1pPr marR="0" indent="0" defTabSz="1219170" fontAlgn="auto">
              <a:lnSpc>
                <a:spcPct val="100000"/>
              </a:lnSpc>
              <a:spcBef>
                <a:spcPts val="800"/>
              </a:spcBef>
              <a:spcAft>
                <a:spcPts val="0"/>
              </a:spcAft>
              <a:buClrTx/>
              <a:buSzPct val="100000"/>
              <a:buFont typeface="Arial"/>
              <a:buNone/>
              <a:tabLst/>
              <a:defRPr sz="650">
                <a:solidFill>
                  <a:schemeClr val="bg2">
                    <a:lumMod val="90000"/>
                  </a:schemeClr>
                </a:solidFill>
              </a:defRPr>
            </a:lvl1pPr>
          </a:lstStyle>
          <a:p>
            <a:pPr lvl="0"/>
            <a:r>
              <a:rPr lang="en-US" sz="700" noProof="0">
                <a:solidFill>
                  <a:schemeClr val="tx1"/>
                </a:solidFill>
              </a:rPr>
              <a:t>Copyright © 2025 Deloitte Development LLC. All rights reserved.</a:t>
            </a:r>
          </a:p>
        </p:txBody>
      </p:sp>
      <p:sp>
        <p:nvSpPr>
          <p:cNvPr id="12" name="TextBox 11"/>
          <p:cNvSpPr txBox="1"/>
          <p:nvPr/>
        </p:nvSpPr>
        <p:spPr>
          <a:xfrm>
            <a:off x="11414125" y="6477000"/>
            <a:ext cx="307975" cy="107722"/>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700" noProof="0" smtClean="0">
                <a:solidFill>
                  <a:schemeClr val="tx1"/>
                </a:solidFill>
              </a:rPr>
              <a:pPr marL="0" indent="0" algn="r">
                <a:spcBef>
                  <a:spcPts val="800"/>
                </a:spcBef>
                <a:buSzPct val="100000"/>
                <a:buFont typeface="Arial"/>
                <a:buNone/>
              </a:pPr>
              <a:t>‹#›</a:t>
            </a:fld>
            <a:endParaRPr lang="en-US" sz="700" noProof="0">
              <a:solidFill>
                <a:schemeClr val="tx1"/>
              </a:solidFill>
            </a:endParaRPr>
          </a:p>
        </p:txBody>
      </p:sp>
    </p:spTree>
    <p:extLst>
      <p:ext uri="{BB962C8B-B14F-4D97-AF65-F5344CB8AC3E}">
        <p14:creationId xmlns:p14="http://schemas.microsoft.com/office/powerpoint/2010/main" val="3564201735"/>
      </p:ext>
    </p:extLst>
  </p:cSld>
  <p:clrMap bg1="lt1" tx1="dk1" bg2="lt2" tx2="dk2" accent1="accent1" accent2="accent2" accent3="accent3" accent4="accent4" accent5="accent5" accent6="accent6" hlink="hlink" folHlink="folHlink"/>
  <p:sldLayoutIdLst>
    <p:sldLayoutId id="2147484814" r:id="rId1"/>
    <p:sldLayoutId id="2147484815" r:id="rId2"/>
    <p:sldLayoutId id="2147484816" r:id="rId3"/>
    <p:sldLayoutId id="2147484817" r:id="rId4"/>
    <p:sldLayoutId id="2147484818" r:id="rId5"/>
    <p:sldLayoutId id="2147484819" r:id="rId6"/>
    <p:sldLayoutId id="2147484820" r:id="rId7"/>
    <p:sldLayoutId id="2147484821" r:id="rId8"/>
    <p:sldLayoutId id="2147484822" r:id="rId9"/>
    <p:sldLayoutId id="2147484823" r:id="rId10"/>
    <p:sldLayoutId id="2147484824" r:id="rId11"/>
    <p:sldLayoutId id="2147484825" r:id="rId12"/>
    <p:sldLayoutId id="2147484826" r:id="rId13"/>
    <p:sldLayoutId id="2147484827" r:id="rId14"/>
    <p:sldLayoutId id="2147484828" r:id="rId15"/>
    <p:sldLayoutId id="2147484829" r:id="rId16"/>
    <p:sldLayoutId id="2147484830" r:id="rId17"/>
    <p:sldLayoutId id="2147484845" r:id="rId18"/>
    <p:sldLayoutId id="2147484832" r:id="rId19"/>
    <p:sldLayoutId id="2147484833" r:id="rId20"/>
    <p:sldLayoutId id="2147484835" r:id="rId21"/>
    <p:sldLayoutId id="2147484837" r:id="rId22"/>
    <p:sldLayoutId id="2147484838" r:id="rId23"/>
    <p:sldLayoutId id="2147484841" r:id="rId24"/>
    <p:sldLayoutId id="2147484842" r:id="rId25"/>
    <p:sldLayoutId id="2147484843" r:id="rId26"/>
    <p:sldLayoutId id="2147484844" r:id="rId27"/>
  </p:sldLayoutIdLst>
  <p:transition>
    <p:fade/>
  </p:transition>
  <p:hf hdr="0" ftr="0" dt="0"/>
  <p:txStyles>
    <p:titleStyle>
      <a:lvl1pPr algn="l" defTabSz="121917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0" indent="0" algn="l" defTabSz="1219170" rtl="0" eaLnBrk="1" latinLnBrk="0" hangingPunct="1">
        <a:spcBef>
          <a:spcPts val="0"/>
        </a:spcBef>
        <a:spcAft>
          <a:spcPts val="1333"/>
        </a:spcAft>
        <a:buSzPct val="100000"/>
        <a:buFont typeface="Arial" panose="020B0604020202020204" pitchFamily="34" charset="0"/>
        <a:buNone/>
        <a:defRPr sz="1200" b="0" kern="1200">
          <a:solidFill>
            <a:schemeClr val="tx1"/>
          </a:solidFill>
          <a:latin typeface="+mn-lt"/>
          <a:ea typeface="+mn-ea"/>
          <a:cs typeface="+mn-cs"/>
        </a:defRPr>
      </a:lvl1pPr>
      <a:lvl2pPr marL="0" indent="0" algn="l" defTabSz="1219170" rtl="0" eaLnBrk="1" latinLnBrk="0" hangingPunct="1">
        <a:spcBef>
          <a:spcPts val="0"/>
        </a:spcBef>
        <a:spcAft>
          <a:spcPts val="1333"/>
        </a:spcAft>
        <a:buClrTx/>
        <a:buSzPct val="100000"/>
        <a:buFont typeface="Arial"/>
        <a:buNone/>
        <a:defRPr lang="en-US" sz="1200" b="1" kern="1200" dirty="0" smtClean="0">
          <a:solidFill>
            <a:schemeClr val="tx1"/>
          </a:solidFill>
          <a:latin typeface="+mn-lt"/>
          <a:ea typeface="+mn-ea"/>
          <a:cs typeface="+mn-cs"/>
        </a:defRPr>
      </a:lvl2pPr>
      <a:lvl3pPr marL="235194" indent="-235194" algn="l" defTabSz="1219170" rtl="0" eaLnBrk="1" latinLnBrk="0" hangingPunct="1">
        <a:spcBef>
          <a:spcPts val="0"/>
        </a:spcBef>
        <a:spcAft>
          <a:spcPts val="1333"/>
        </a:spcAft>
        <a:buClrTx/>
        <a:buSzPct val="100000"/>
        <a:buFont typeface="Arial" panose="020B0604020202020204" pitchFamily="34" charset="0"/>
        <a:buChar char="•"/>
        <a:defRPr lang="en-US" sz="1200" kern="1200" dirty="0" smtClean="0">
          <a:solidFill>
            <a:schemeClr val="tx1"/>
          </a:solidFill>
          <a:latin typeface="+mn-lt"/>
          <a:ea typeface="+mn-ea"/>
          <a:cs typeface="+mn-cs"/>
        </a:defRPr>
      </a:lvl3pPr>
      <a:lvl4pPr marL="475188" indent="-235194" algn="l" defTabSz="1219170" rtl="0" eaLnBrk="1" latinLnBrk="0" hangingPunct="1">
        <a:spcBef>
          <a:spcPts val="0"/>
        </a:spcBef>
        <a:spcAft>
          <a:spcPts val="1333"/>
        </a:spcAft>
        <a:buClrTx/>
        <a:buSzPct val="100000"/>
        <a:buFont typeface="Verdana" panose="020B0604030504040204" pitchFamily="34" charset="0"/>
        <a:buChar char="−"/>
        <a:defRPr lang="en-US" sz="1200" kern="1200" baseline="0" dirty="0" smtClean="0">
          <a:solidFill>
            <a:schemeClr val="tx1"/>
          </a:solidFill>
          <a:latin typeface="+mn-lt"/>
          <a:ea typeface="+mn-ea"/>
          <a:cs typeface="+mn-cs"/>
        </a:defRPr>
      </a:lvl4pPr>
      <a:lvl5pPr marL="710382" indent="-235194" algn="l" defTabSz="1064657" rtl="0" eaLnBrk="1" latinLnBrk="0" hangingPunct="1">
        <a:spcBef>
          <a:spcPts val="0"/>
        </a:spcBef>
        <a:spcAft>
          <a:spcPts val="1333"/>
        </a:spcAft>
        <a:buClrTx/>
        <a:buSzPct val="100000"/>
        <a:buFont typeface="Verdana" panose="020B0604030504040204" pitchFamily="34" charset="0"/>
        <a:buChar char="−"/>
        <a:tabLst/>
        <a:defRPr lang="en-US" sz="1200" kern="1200" baseline="0" dirty="0" smtClean="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2160">
          <p15:clr>
            <a:srgbClr val="F26B43"/>
          </p15:clr>
        </p15:guide>
        <p15:guide id="3" orient="horz" pos="3968">
          <p15:clr>
            <a:srgbClr val="F26B43"/>
          </p15:clr>
        </p15:guide>
        <p15:guide id="4" pos="296">
          <p15:clr>
            <a:srgbClr val="F26B43"/>
          </p15:clr>
        </p15:guide>
        <p15:guide id="5" pos="7384">
          <p15:clr>
            <a:srgbClr val="F26B43"/>
          </p15:clr>
        </p15:guide>
        <p15:guide id="6" orient="horz" pos="1071">
          <p15:clr>
            <a:srgbClr val="F26B43"/>
          </p15:clr>
        </p15:guide>
        <p15:guide id="7" orient="horz" pos="245">
          <p15:clr>
            <a:srgbClr val="F26B43"/>
          </p15:clr>
        </p15:guide>
        <p15:guide id="17" pos="3783">
          <p15:clr>
            <a:srgbClr val="F26B43"/>
          </p15:clr>
        </p15:guide>
        <p15:guide id="18" pos="3896">
          <p15:clr>
            <a:srgbClr val="F26B43"/>
          </p15:clr>
        </p15:guide>
        <p15:guide id="22" orient="horz" pos="64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8.xml"/></Relationships>
</file>

<file path=ppt/slides/_rels/slide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xml"/><Relationship Id="rId1" Type="http://schemas.openxmlformats.org/officeDocument/2006/relationships/slideLayout" Target="../slideLayouts/slideLayout58.xml"/></Relationships>
</file>

<file path=ppt/slides/_rels/slide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xml"/><Relationship Id="rId1" Type="http://schemas.openxmlformats.org/officeDocument/2006/relationships/slideLayout" Target="../slideLayouts/slideLayout58.xml"/><Relationship Id="rId4" Type="http://schemas.openxmlformats.org/officeDocument/2006/relationships/image" Target="../media/image33.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7.xml"/></Relationships>
</file>

<file path=ppt/slides/_rels/slide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5.xml"/><Relationship Id="rId1" Type="http://schemas.openxmlformats.org/officeDocument/2006/relationships/slideLayout" Target="../slideLayouts/slideLayout58.xml"/></Relationships>
</file>

<file path=ppt/slides/_rels/slide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6.xml"/><Relationship Id="rId1" Type="http://schemas.openxmlformats.org/officeDocument/2006/relationships/slideLayout" Target="../slideLayouts/slideLayout58.xml"/><Relationship Id="rId4" Type="http://schemas.openxmlformats.org/officeDocument/2006/relationships/image" Target="../media/image35.png"/></Relationships>
</file>

<file path=ppt/slides/_rels/slide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7.xml"/><Relationship Id="rId1" Type="http://schemas.openxmlformats.org/officeDocument/2006/relationships/slideLayout" Target="../slideLayouts/slideLayout58.xml"/><Relationship Id="rId4" Type="http://schemas.openxmlformats.org/officeDocument/2006/relationships/image" Target="../media/image35.png"/></Relationships>
</file>

<file path=ppt/slides/_rels/slide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8.xml"/><Relationship Id="rId1" Type="http://schemas.openxmlformats.org/officeDocument/2006/relationships/slideLayout" Target="../slideLayouts/slideLayout58.xml"/><Relationship Id="rId4" Type="http://schemas.openxmlformats.org/officeDocument/2006/relationships/image" Target="../media/image35.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8.xml"/></Relationships>
</file>

<file path=ppt/slides/_rels/slide1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0.xml"/><Relationship Id="rId1" Type="http://schemas.openxmlformats.org/officeDocument/2006/relationships/slideLayout" Target="../slideLayouts/slideLayout58.xml"/><Relationship Id="rId4" Type="http://schemas.openxmlformats.org/officeDocument/2006/relationships/image" Target="../media/image37.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782E0C-9456-5858-606C-3CFB7721C03B}"/>
            </a:ext>
          </a:extLst>
        </p:cNvPr>
        <p:cNvGrpSpPr/>
        <p:nvPr/>
      </p:nvGrpSpPr>
      <p:grpSpPr>
        <a:xfrm>
          <a:off x="0" y="0"/>
          <a:ext cx="0" cy="0"/>
          <a:chOff x="0" y="0"/>
          <a:chExt cx="0" cy="0"/>
        </a:xfrm>
      </p:grpSpPr>
      <p:sp>
        <p:nvSpPr>
          <p:cNvPr id="7" name="object 15">
            <a:extLst>
              <a:ext uri="{FF2B5EF4-FFF2-40B4-BE49-F238E27FC236}">
                <a16:creationId xmlns:a16="http://schemas.microsoft.com/office/drawing/2014/main" id="{BCFD4438-8853-E75C-EF11-51391C18C28A}"/>
              </a:ext>
            </a:extLst>
          </p:cNvPr>
          <p:cNvSpPr txBox="1"/>
          <p:nvPr/>
        </p:nvSpPr>
        <p:spPr>
          <a:xfrm>
            <a:off x="273576" y="5512882"/>
            <a:ext cx="5422997" cy="246221"/>
          </a:xfrm>
          <a:prstGeom prst="rect">
            <a:avLst/>
          </a:prstGeom>
          <a:ln>
            <a:noFill/>
          </a:ln>
        </p:spPr>
        <p:txBody>
          <a:bodyPr vert="horz" wrap="square" lIns="0" tIns="0" rIns="0" bIns="0" rtlCol="0" anchor="t">
            <a:spAutoFit/>
          </a:bodyPr>
          <a:lstStyle/>
          <a:p>
            <a:pPr marL="12700"/>
            <a:r>
              <a:rPr lang="en-US" sz="1600" spc="-30" dirty="0">
                <a:ea typeface="+mn-lt"/>
                <a:cs typeface="+mn-lt"/>
              </a:rPr>
              <a:t>Project overview for the Deloitte Delivery Team</a:t>
            </a:r>
            <a:endParaRPr lang="en-US" sz="1600" spc="-30" dirty="0">
              <a:latin typeface="Open Sans Light"/>
              <a:ea typeface="Open Sans Light"/>
              <a:cs typeface="Open Sans Light"/>
            </a:endParaRPr>
          </a:p>
        </p:txBody>
      </p:sp>
      <p:sp>
        <p:nvSpPr>
          <p:cNvPr id="2" name="Title 1">
            <a:extLst>
              <a:ext uri="{FF2B5EF4-FFF2-40B4-BE49-F238E27FC236}">
                <a16:creationId xmlns:a16="http://schemas.microsoft.com/office/drawing/2014/main" id="{AF0A36B3-6F82-757E-6999-EE111D3F2F46}"/>
              </a:ext>
            </a:extLst>
          </p:cNvPr>
          <p:cNvSpPr>
            <a:spLocks noGrp="1"/>
          </p:cNvSpPr>
          <p:nvPr>
            <p:ph type="ctrTitle"/>
          </p:nvPr>
        </p:nvSpPr>
        <p:spPr>
          <a:xfrm>
            <a:off x="279592" y="4684579"/>
            <a:ext cx="4960228" cy="895983"/>
          </a:xfrm>
        </p:spPr>
        <p:txBody>
          <a:bodyPr/>
          <a:lstStyle/>
          <a:p>
            <a:pPr>
              <a:lnSpc>
                <a:spcPct val="100000"/>
              </a:lnSpc>
              <a:defRPr/>
            </a:pPr>
            <a:r>
              <a:rPr lang="en-GB" sz="1800" b="1" spc="300" dirty="0">
                <a:ea typeface="Open Sans"/>
                <a:cs typeface="Calibri Light"/>
              </a:rPr>
              <a:t>Teradata to Snowflake Migration</a:t>
            </a:r>
            <a:br>
              <a:rPr lang="en-GB" sz="1800" b="1" spc="300" dirty="0">
                <a:ea typeface="Open Sans"/>
                <a:cs typeface="Calibri Light"/>
              </a:rPr>
            </a:br>
            <a:endParaRPr lang="en-US" sz="1000" b="1" i="1" dirty="0">
              <a:solidFill>
                <a:schemeClr val="tx1"/>
              </a:solidFill>
              <a:ea typeface="Open Sans"/>
              <a:cs typeface="Calibri Light"/>
            </a:endParaRPr>
          </a:p>
        </p:txBody>
      </p:sp>
    </p:spTree>
    <p:extLst>
      <p:ext uri="{BB962C8B-B14F-4D97-AF65-F5344CB8AC3E}">
        <p14:creationId xmlns:p14="http://schemas.microsoft.com/office/powerpoint/2010/main" val="2135360735"/>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E1E29C-FBC7-BF2E-2CCC-21B108747B36}"/>
            </a:ext>
          </a:extLst>
        </p:cNvPr>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90437D9A-4178-4B4C-E60B-D0B08B39AA12}"/>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accent1"/>
          </a:lnRef>
          <a:fillRef idx="0">
            <a:schemeClr val="accent1"/>
          </a:fillRef>
          <a:effectRef idx="0">
            <a:schemeClr val="accent1"/>
          </a:effectRef>
          <a:fontRef idx="minor">
            <a:schemeClr val="tx1"/>
          </a:fontRef>
        </p:style>
      </p:cxnSp>
      <p:sp>
        <p:nvSpPr>
          <p:cNvPr id="8" name="Text Placeholder 7">
            <a:extLst>
              <a:ext uri="{FF2B5EF4-FFF2-40B4-BE49-F238E27FC236}">
                <a16:creationId xmlns:a16="http://schemas.microsoft.com/office/drawing/2014/main" id="{9A54BF97-CF8D-6FA7-9629-16B08D02A114}"/>
              </a:ext>
            </a:extLst>
          </p:cNvPr>
          <p:cNvSpPr>
            <a:spLocks noGrp="1"/>
          </p:cNvSpPr>
          <p:nvPr>
            <p:ph type="body" sz="quarter" idx="13"/>
          </p:nvPr>
        </p:nvSpPr>
        <p:spPr>
          <a:xfrm>
            <a:off x="469900" y="736688"/>
            <a:ext cx="11252200" cy="215444"/>
          </a:xfrm>
        </p:spPr>
        <p:txBody>
          <a:bodyPr/>
          <a:lstStyle/>
          <a:p>
            <a:r>
              <a:rPr lang="en-US" dirty="0">
                <a:solidFill>
                  <a:schemeClr val="tx1"/>
                </a:solidFill>
              </a:rPr>
              <a:t>Migrate the Cisco Enterprise Data Warehouse (EDW) from on-premise Teradata to the Snowflake cloud platform.</a:t>
            </a:r>
          </a:p>
        </p:txBody>
      </p:sp>
      <p:sp>
        <p:nvSpPr>
          <p:cNvPr id="5" name="Title 4">
            <a:extLst>
              <a:ext uri="{FF2B5EF4-FFF2-40B4-BE49-F238E27FC236}">
                <a16:creationId xmlns:a16="http://schemas.microsoft.com/office/drawing/2014/main" id="{2E230026-7EEC-170C-BE45-BD8CF40A68FB}"/>
              </a:ext>
            </a:extLst>
          </p:cNvPr>
          <p:cNvSpPr>
            <a:spLocks noGrp="1"/>
          </p:cNvSpPr>
          <p:nvPr>
            <p:ph type="title"/>
          </p:nvPr>
        </p:nvSpPr>
        <p:spPr>
          <a:xfrm>
            <a:off x="469900" y="402587"/>
            <a:ext cx="11252200" cy="276999"/>
          </a:xfrm>
        </p:spPr>
        <p:txBody>
          <a:bodyPr/>
          <a:lstStyle/>
          <a:p>
            <a:r>
              <a:rPr lang="en-US" b="1" dirty="0"/>
              <a:t>Project Overview and Scope</a:t>
            </a:r>
          </a:p>
        </p:txBody>
      </p:sp>
      <p:sp>
        <p:nvSpPr>
          <p:cNvPr id="6" name="Rectangle 5">
            <a:extLst>
              <a:ext uri="{FF2B5EF4-FFF2-40B4-BE49-F238E27FC236}">
                <a16:creationId xmlns:a16="http://schemas.microsoft.com/office/drawing/2014/main" id="{26A292CE-E73A-2CE4-618B-EBC14D6A1A60}"/>
              </a:ext>
            </a:extLst>
          </p:cNvPr>
          <p:cNvSpPr/>
          <p:nvPr/>
        </p:nvSpPr>
        <p:spPr bwMode="gray">
          <a:xfrm>
            <a:off x="469899" y="1124712"/>
            <a:ext cx="11252199" cy="5173346"/>
          </a:xfrm>
          <a:prstGeom prst="rect">
            <a:avLst/>
          </a:prstGeom>
          <a:solidFill>
            <a:schemeClr val="bg1"/>
          </a:solidFill>
          <a:ln w="19050" algn="ctr">
            <a:noFill/>
            <a:miter lim="800000"/>
            <a:headEnd/>
            <a:tailEnd/>
          </a:ln>
        </p:spPr>
        <p:txBody>
          <a:bodyPr rot="0" spcFirstLastPara="0" vertOverflow="overflow" horzOverflow="overflow" vert="horz" wrap="square" lIns="88900" tIns="88900" rIns="88900" bIns="88900" numCol="1" spcCol="0" rtlCol="0" fromWordArt="0" anchor="t" anchorCtr="0" forceAA="0" compatLnSpc="1">
            <a:prstTxWarp prst="textNoShape">
              <a:avLst/>
            </a:prstTxWarp>
            <a:noAutofit/>
          </a:bodyPr>
          <a:lstStyle/>
          <a:p>
            <a:pPr marL="171450" indent="-171450" fontAlgn="base">
              <a:spcBef>
                <a:spcPts val="600"/>
              </a:spcBef>
              <a:spcAft>
                <a:spcPts val="100"/>
              </a:spcAft>
              <a:buFont typeface="Arial" panose="020B0604020202020204" pitchFamily="34" charset="0"/>
              <a:buChar char="•"/>
            </a:pPr>
            <a:r>
              <a:rPr lang="en-US" sz="1200" b="1" dirty="0"/>
              <a:t>Largest AI &amp; Data engagement at Cisco</a:t>
            </a:r>
          </a:p>
          <a:p>
            <a:pPr marL="171450" indent="-171450" fontAlgn="base">
              <a:spcBef>
                <a:spcPts val="600"/>
              </a:spcBef>
              <a:spcAft>
                <a:spcPts val="100"/>
              </a:spcAft>
              <a:buFont typeface="Arial" panose="020B0604020202020204" pitchFamily="34" charset="0"/>
              <a:buChar char="•"/>
            </a:pPr>
            <a:r>
              <a:rPr lang="en-US" sz="1200" b="1" dirty="0"/>
              <a:t>7</a:t>
            </a:r>
            <a:r>
              <a:rPr lang="en-US" sz="1200" b="1" baseline="30000" dirty="0"/>
              <a:t>th</a:t>
            </a:r>
            <a:r>
              <a:rPr lang="en-US" sz="1200" b="1" dirty="0"/>
              <a:t> largest deal for Snowflake’</a:t>
            </a:r>
            <a:r>
              <a:rPr lang="en-US" sz="1200" dirty="0"/>
              <a:t>s fiscal 2026 (RPO of </a:t>
            </a:r>
            <a:r>
              <a:rPr lang="en-US" sz="1200" b="1" dirty="0"/>
              <a:t>$133M </a:t>
            </a:r>
            <a:r>
              <a:rPr lang="en-US" sz="1200" dirty="0"/>
              <a:t>over 3 years)</a:t>
            </a:r>
          </a:p>
          <a:p>
            <a:pPr marL="171450" indent="-171450" fontAlgn="base">
              <a:spcBef>
                <a:spcPts val="600"/>
              </a:spcBef>
              <a:spcAft>
                <a:spcPts val="100"/>
              </a:spcAft>
              <a:buFont typeface="Arial" panose="020B0604020202020204" pitchFamily="34" charset="0"/>
              <a:buChar char="•"/>
            </a:pPr>
            <a:r>
              <a:rPr lang="en-US" sz="1200" b="1" dirty="0"/>
              <a:t>Scope</a:t>
            </a:r>
            <a:r>
              <a:rPr lang="en-US" sz="1200" dirty="0"/>
              <a:t>: Only Wave 2 is in focus for this Statement of Work (SOW), which includes migrating all finance-related data pipelines and Business Objects (BO) applications required for finance functions. This is ~1/3</a:t>
            </a:r>
            <a:r>
              <a:rPr lang="en-US" sz="1200" baseline="30000" dirty="0"/>
              <a:t>rd</a:t>
            </a:r>
            <a:r>
              <a:rPr lang="en-US" sz="1200" dirty="0"/>
              <a:t> of the overall scope.</a:t>
            </a:r>
          </a:p>
          <a:p>
            <a:pPr marL="171450" indent="-171450" fontAlgn="base">
              <a:spcBef>
                <a:spcPts val="600"/>
              </a:spcBef>
              <a:spcAft>
                <a:spcPts val="100"/>
              </a:spcAft>
              <a:buFont typeface="Arial" panose="020B0604020202020204" pitchFamily="34" charset="0"/>
              <a:buChar char="•"/>
            </a:pPr>
            <a:r>
              <a:rPr lang="en-US" sz="1200" b="1" dirty="0"/>
              <a:t>Engagement Details:</a:t>
            </a:r>
          </a:p>
          <a:p>
            <a:pPr marL="339725" lvl="2" indent="-171450" fontAlgn="base">
              <a:spcBef>
                <a:spcPts val="200"/>
              </a:spcBef>
              <a:spcAft>
                <a:spcPts val="100"/>
              </a:spcAft>
              <a:buFont typeface="Courier New" panose="02070309020205020404" pitchFamily="49" charset="0"/>
              <a:buChar char="o"/>
              <a:tabLst>
                <a:tab pos="287338" algn="l"/>
              </a:tabLst>
            </a:pPr>
            <a:r>
              <a:rPr lang="en-US" sz="1100" i="1" dirty="0"/>
              <a:t>Current State: </a:t>
            </a:r>
            <a:r>
              <a:rPr lang="en-US" sz="1100" dirty="0"/>
              <a:t>Teradata, INFA PC, BTEQs, Control-M, Business Objects (BO)</a:t>
            </a:r>
          </a:p>
          <a:p>
            <a:pPr marL="339725" lvl="2" indent="-171450" fontAlgn="base">
              <a:spcBef>
                <a:spcPts val="200"/>
              </a:spcBef>
              <a:spcAft>
                <a:spcPts val="100"/>
              </a:spcAft>
              <a:buFont typeface="Courier New" panose="02070309020205020404" pitchFamily="49" charset="0"/>
              <a:buChar char="o"/>
              <a:tabLst>
                <a:tab pos="287338" algn="l"/>
              </a:tabLst>
            </a:pPr>
            <a:r>
              <a:rPr lang="en-US" sz="1100" i="1" dirty="0"/>
              <a:t>Target State: </a:t>
            </a:r>
            <a:r>
              <a:rPr lang="en-US" sz="1100" dirty="0"/>
              <a:t>Snowflake, DBT Models, Control-M/Airflow, BO</a:t>
            </a:r>
          </a:p>
          <a:p>
            <a:pPr marL="339725" lvl="2" indent="-171450" fontAlgn="base">
              <a:spcBef>
                <a:spcPts val="200"/>
              </a:spcBef>
              <a:spcAft>
                <a:spcPts val="100"/>
              </a:spcAft>
              <a:buFont typeface="Courier New" panose="02070309020205020404" pitchFamily="49" charset="0"/>
              <a:buChar char="o"/>
              <a:tabLst>
                <a:tab pos="287338" algn="l"/>
              </a:tabLst>
            </a:pPr>
            <a:r>
              <a:rPr lang="en-US" sz="1100" i="1" dirty="0"/>
              <a:t>Volumetrics: </a:t>
            </a:r>
            <a:r>
              <a:rPr lang="en-US" sz="1100" dirty="0"/>
              <a:t>~1,350 tables, 4,300 Informatica PowerCenter jobs (90% converted to BTEQ/SQL), 3 BO and 133K reports universes</a:t>
            </a:r>
          </a:p>
          <a:p>
            <a:pPr marL="339725" lvl="2" indent="-171450" fontAlgn="base">
              <a:spcBef>
                <a:spcPts val="200"/>
              </a:spcBef>
              <a:spcAft>
                <a:spcPts val="100"/>
              </a:spcAft>
              <a:buFont typeface="Courier New" panose="02070309020205020404" pitchFamily="49" charset="0"/>
              <a:buChar char="o"/>
              <a:tabLst>
                <a:tab pos="287338" algn="l"/>
              </a:tabLst>
            </a:pPr>
            <a:r>
              <a:rPr lang="en-US" sz="1100" i="1" dirty="0"/>
              <a:t>Approach: </a:t>
            </a:r>
            <a:r>
              <a:rPr lang="en-US" sz="1100" dirty="0"/>
              <a:t>Lift and shift migration from Teradata to Snowflake</a:t>
            </a:r>
          </a:p>
          <a:p>
            <a:pPr marL="339725" lvl="2" indent="-171450" fontAlgn="base">
              <a:spcBef>
                <a:spcPts val="200"/>
              </a:spcBef>
              <a:spcAft>
                <a:spcPts val="100"/>
              </a:spcAft>
              <a:buFont typeface="Courier New" panose="02070309020205020404" pitchFamily="49" charset="0"/>
              <a:buChar char="o"/>
              <a:tabLst>
                <a:tab pos="287338" algn="l"/>
              </a:tabLst>
            </a:pPr>
            <a:r>
              <a:rPr lang="en-US" sz="1100" i="1" dirty="0"/>
              <a:t>Release Strategy: </a:t>
            </a:r>
            <a:r>
              <a:rPr lang="en-US" sz="1100" dirty="0"/>
              <a:t>3 release (1A, 1B and 1C). This will require forward and backward bridging. Avoid release in month 3 and FYQ4.</a:t>
            </a:r>
          </a:p>
          <a:p>
            <a:pPr marL="339725" lvl="2" indent="-171450" fontAlgn="base">
              <a:spcBef>
                <a:spcPts val="200"/>
              </a:spcBef>
              <a:spcAft>
                <a:spcPts val="100"/>
              </a:spcAft>
              <a:buFont typeface="Courier New" panose="02070309020205020404" pitchFamily="49" charset="0"/>
              <a:buChar char="o"/>
              <a:tabLst>
                <a:tab pos="287338" algn="l"/>
              </a:tabLst>
            </a:pPr>
            <a:r>
              <a:rPr lang="en-US" sz="1100" i="1" dirty="0"/>
              <a:t>Parallel Run: </a:t>
            </a:r>
            <a:r>
              <a:rPr lang="en-US" sz="1100" dirty="0"/>
              <a:t>3-month parallel run for each release. Must include quarter end</a:t>
            </a:r>
          </a:p>
          <a:p>
            <a:pPr marL="339725" lvl="2" indent="-171450" fontAlgn="base">
              <a:spcBef>
                <a:spcPts val="200"/>
              </a:spcBef>
              <a:spcAft>
                <a:spcPts val="100"/>
              </a:spcAft>
              <a:buFont typeface="Courier New" panose="02070309020205020404" pitchFamily="49" charset="0"/>
              <a:buChar char="o"/>
              <a:tabLst>
                <a:tab pos="287338" algn="l"/>
              </a:tabLst>
            </a:pPr>
            <a:r>
              <a:rPr lang="en-US" sz="1100" i="1" dirty="0">
                <a:solidFill>
                  <a:srgbClr val="00B0F0"/>
                </a:solidFill>
              </a:rPr>
              <a:t>Snowflake Setup: Account setup, RBAC, cataloging, administration, etc. will be Cisco’s responsibility</a:t>
            </a:r>
          </a:p>
          <a:p>
            <a:pPr marL="339725" lvl="2" indent="-171450" fontAlgn="base">
              <a:spcBef>
                <a:spcPts val="200"/>
              </a:spcBef>
              <a:spcAft>
                <a:spcPts val="100"/>
              </a:spcAft>
              <a:buFont typeface="Courier New" panose="02070309020205020404" pitchFamily="49" charset="0"/>
              <a:buChar char="o"/>
              <a:tabLst>
                <a:tab pos="287338" algn="l"/>
              </a:tabLst>
            </a:pPr>
            <a:r>
              <a:rPr lang="en-US" sz="1100" i="1" dirty="0">
                <a:solidFill>
                  <a:srgbClr val="00B0F0"/>
                </a:solidFill>
              </a:rPr>
              <a:t>Ingestion: Cisco’s custom ingestion framework CCI will be used for repointing ingestion from Teradata to Snowflake</a:t>
            </a:r>
          </a:p>
          <a:p>
            <a:pPr marL="339725" lvl="2" indent="-171450" fontAlgn="base">
              <a:spcBef>
                <a:spcPts val="200"/>
              </a:spcBef>
              <a:spcAft>
                <a:spcPts val="100"/>
              </a:spcAft>
              <a:buFont typeface="Courier New" panose="02070309020205020404" pitchFamily="49" charset="0"/>
              <a:buChar char="o"/>
              <a:tabLst>
                <a:tab pos="287338" algn="l"/>
              </a:tabLst>
            </a:pPr>
            <a:r>
              <a:rPr lang="en-US" sz="1100" i="1" dirty="0">
                <a:solidFill>
                  <a:srgbClr val="00B0F0"/>
                </a:solidFill>
              </a:rPr>
              <a:t>GCP BQ Dependency: </a:t>
            </a:r>
            <a:r>
              <a:rPr lang="en-US" sz="1100" dirty="0">
                <a:solidFill>
                  <a:srgbClr val="00B0F0"/>
                </a:solidFill>
              </a:rPr>
              <a:t>Common Hierarchies and gross ARR are on GCP BQ and are being replicated to Snowflake</a:t>
            </a:r>
          </a:p>
          <a:p>
            <a:pPr marL="339725" lvl="2" indent="-171450" fontAlgn="base">
              <a:spcBef>
                <a:spcPts val="200"/>
              </a:spcBef>
              <a:spcAft>
                <a:spcPts val="100"/>
              </a:spcAft>
              <a:buFont typeface="Courier New" panose="02070309020205020404" pitchFamily="49" charset="0"/>
              <a:buChar char="o"/>
              <a:tabLst>
                <a:tab pos="287338" algn="l"/>
              </a:tabLst>
            </a:pPr>
            <a:r>
              <a:rPr lang="en-US" sz="1100" i="1" dirty="0">
                <a:solidFill>
                  <a:srgbClr val="00B0F0"/>
                </a:solidFill>
              </a:rPr>
              <a:t>Downstream Applications: </a:t>
            </a:r>
            <a:r>
              <a:rPr lang="en-US" sz="1100" dirty="0">
                <a:solidFill>
                  <a:srgbClr val="00B0F0"/>
                </a:solidFill>
              </a:rPr>
              <a:t>Testing will be Cisco’s responsibility. </a:t>
            </a:r>
            <a:r>
              <a:rPr lang="en-US" sz="1100" dirty="0"/>
              <a:t>Minimize the impact on downstream applications – keys need to be same</a:t>
            </a:r>
          </a:p>
          <a:p>
            <a:pPr marL="171450" indent="-171450" fontAlgn="base">
              <a:spcBef>
                <a:spcPts val="600"/>
              </a:spcBef>
              <a:spcAft>
                <a:spcPts val="100"/>
              </a:spcAft>
              <a:buFont typeface="Arial" panose="020B0604020202020204" pitchFamily="34" charset="0"/>
              <a:buChar char="•"/>
            </a:pPr>
            <a:r>
              <a:rPr lang="en-US" sz="1200" b="1" dirty="0"/>
              <a:t>Acceptance Criteria (Success Measures): </a:t>
            </a:r>
          </a:p>
          <a:p>
            <a:pPr marL="339725" lvl="2" indent="-171450" fontAlgn="base">
              <a:spcBef>
                <a:spcPts val="200"/>
              </a:spcBef>
              <a:spcAft>
                <a:spcPts val="100"/>
              </a:spcAft>
              <a:buFont typeface="Courier New" panose="02070309020205020404" pitchFamily="49" charset="0"/>
              <a:buChar char="o"/>
              <a:tabLst>
                <a:tab pos="287338" algn="l"/>
              </a:tabLst>
            </a:pPr>
            <a:r>
              <a:rPr lang="en-US" sz="1100" dirty="0"/>
              <a:t>100% of in-scope pipelines and up to 200 BO reports tested in Snowflake UAT</a:t>
            </a:r>
          </a:p>
          <a:p>
            <a:pPr marL="339725" lvl="2" indent="-171450" fontAlgn="base">
              <a:spcBef>
                <a:spcPts val="200"/>
              </a:spcBef>
              <a:spcAft>
                <a:spcPts val="100"/>
              </a:spcAft>
              <a:buFont typeface="Courier New" panose="02070309020205020404" pitchFamily="49" charset="0"/>
              <a:buChar char="o"/>
              <a:tabLst>
                <a:tab pos="287338" algn="l"/>
              </a:tabLst>
            </a:pPr>
            <a:r>
              <a:rPr lang="en-US" sz="1100" dirty="0"/>
              <a:t>100% data parity between Teradata and Snowflake excluding mutually agreed up exceptions</a:t>
            </a:r>
          </a:p>
          <a:p>
            <a:pPr marL="339725" lvl="2" indent="-171450" fontAlgn="base">
              <a:spcBef>
                <a:spcPts val="200"/>
              </a:spcBef>
              <a:spcAft>
                <a:spcPts val="100"/>
              </a:spcAft>
              <a:buFont typeface="Courier New" panose="02070309020205020404" pitchFamily="49" charset="0"/>
              <a:buChar char="o"/>
              <a:tabLst>
                <a:tab pos="287338" algn="l"/>
              </a:tabLst>
            </a:pPr>
            <a:r>
              <a:rPr lang="en-US" sz="1100" dirty="0"/>
              <a:t>≥10% average ETL/report performance improvement over Teradata. No refactoring.</a:t>
            </a:r>
          </a:p>
          <a:p>
            <a:pPr marL="339725" lvl="2" indent="-171450" fontAlgn="base">
              <a:spcBef>
                <a:spcPts val="200"/>
              </a:spcBef>
              <a:spcAft>
                <a:spcPts val="100"/>
              </a:spcAft>
              <a:buFont typeface="Courier New" panose="02070309020205020404" pitchFamily="49" charset="0"/>
              <a:buChar char="o"/>
              <a:tabLst>
                <a:tab pos="287338" algn="l"/>
              </a:tabLst>
            </a:pPr>
            <a:r>
              <a:rPr lang="en-US" sz="1100" dirty="0"/>
              <a:t>0 open Severity 1 defects at production cutover</a:t>
            </a:r>
          </a:p>
          <a:p>
            <a:pPr marL="339725" lvl="2" indent="-171450" fontAlgn="base">
              <a:spcBef>
                <a:spcPts val="200"/>
              </a:spcBef>
              <a:spcAft>
                <a:spcPts val="100"/>
              </a:spcAft>
              <a:buFont typeface="Courier New" panose="02070309020205020404" pitchFamily="49" charset="0"/>
              <a:buChar char="o"/>
              <a:tabLst>
                <a:tab pos="287338" algn="l"/>
              </a:tabLst>
            </a:pPr>
            <a:r>
              <a:rPr lang="en-US" sz="1100" dirty="0"/>
              <a:t>Full stakeholder (Cisco) sign-off on each deliverable/milestone—deficiencies are to be promptly resolved at Supplier cost</a:t>
            </a:r>
          </a:p>
        </p:txBody>
      </p:sp>
      <p:sp>
        <p:nvSpPr>
          <p:cNvPr id="3" name="Rectangle 2">
            <a:extLst>
              <a:ext uri="{FF2B5EF4-FFF2-40B4-BE49-F238E27FC236}">
                <a16:creationId xmlns:a16="http://schemas.microsoft.com/office/drawing/2014/main" id="{27ED4527-08C6-DA32-3862-B3A6B4AFD924}"/>
              </a:ext>
            </a:extLst>
          </p:cNvPr>
          <p:cNvSpPr/>
          <p:nvPr/>
        </p:nvSpPr>
        <p:spPr bwMode="gray">
          <a:xfrm>
            <a:off x="2036852" y="5969287"/>
            <a:ext cx="8118296" cy="388337"/>
          </a:xfrm>
          <a:prstGeom prst="rect">
            <a:avLst/>
          </a:prstGeom>
          <a:solidFill>
            <a:schemeClr val="bg1"/>
          </a:solidFill>
          <a:ln w="9525" algn="ctr">
            <a:solidFill>
              <a:schemeClr val="tx1"/>
            </a:solid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lnSpc>
                <a:spcPct val="106000"/>
              </a:lnSpc>
              <a:buFont typeface="Wingdings 2" pitchFamily="18" charset="2"/>
              <a:buNone/>
            </a:pPr>
            <a:r>
              <a:rPr lang="en-US" sz="1200" b="1" dirty="0"/>
              <a:t>Cisco awarded us the contract, even though our fees were ~40% higher than those of the competition. </a:t>
            </a:r>
          </a:p>
        </p:txBody>
      </p:sp>
    </p:spTree>
    <p:extLst>
      <p:ext uri="{BB962C8B-B14F-4D97-AF65-F5344CB8AC3E}">
        <p14:creationId xmlns:p14="http://schemas.microsoft.com/office/powerpoint/2010/main" val="41983888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FAEACF-7A56-5243-5119-580A22D91EE6}"/>
            </a:ext>
          </a:extLst>
        </p:cNvPr>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891C15DA-0B45-E260-F875-E62E2F17BCDB}"/>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accent1"/>
          </a:lnRef>
          <a:fillRef idx="0">
            <a:schemeClr val="accent1"/>
          </a:fillRef>
          <a:effectRef idx="0">
            <a:schemeClr val="accent1"/>
          </a:effectRef>
          <a:fontRef idx="minor">
            <a:schemeClr val="tx1"/>
          </a:fontRef>
        </p:style>
      </p:cxnSp>
      <p:sp>
        <p:nvSpPr>
          <p:cNvPr id="8" name="Text Placeholder 7">
            <a:extLst>
              <a:ext uri="{FF2B5EF4-FFF2-40B4-BE49-F238E27FC236}">
                <a16:creationId xmlns:a16="http://schemas.microsoft.com/office/drawing/2014/main" id="{A6141381-C753-D470-377F-A945F4D8980E}"/>
              </a:ext>
            </a:extLst>
          </p:cNvPr>
          <p:cNvSpPr>
            <a:spLocks noGrp="1"/>
          </p:cNvSpPr>
          <p:nvPr>
            <p:ph type="body" sz="quarter" idx="13"/>
          </p:nvPr>
        </p:nvSpPr>
        <p:spPr>
          <a:xfrm>
            <a:off x="469900" y="736688"/>
            <a:ext cx="11252200" cy="215444"/>
          </a:xfrm>
        </p:spPr>
        <p:txBody>
          <a:bodyPr/>
          <a:lstStyle/>
          <a:p>
            <a:r>
              <a:rPr lang="en-US" dirty="0">
                <a:solidFill>
                  <a:schemeClr val="tx1"/>
                </a:solidFill>
              </a:rPr>
              <a:t>Severe financial implications of missing timelines</a:t>
            </a:r>
          </a:p>
        </p:txBody>
      </p:sp>
      <p:sp>
        <p:nvSpPr>
          <p:cNvPr id="5" name="Title 4">
            <a:extLst>
              <a:ext uri="{FF2B5EF4-FFF2-40B4-BE49-F238E27FC236}">
                <a16:creationId xmlns:a16="http://schemas.microsoft.com/office/drawing/2014/main" id="{680A4DDD-8B45-403A-11A3-E2395CD94FD3}"/>
              </a:ext>
            </a:extLst>
          </p:cNvPr>
          <p:cNvSpPr>
            <a:spLocks noGrp="1"/>
          </p:cNvSpPr>
          <p:nvPr>
            <p:ph type="title"/>
          </p:nvPr>
        </p:nvSpPr>
        <p:spPr>
          <a:xfrm>
            <a:off x="469900" y="402587"/>
            <a:ext cx="11252200" cy="276999"/>
          </a:xfrm>
        </p:spPr>
        <p:txBody>
          <a:bodyPr/>
          <a:lstStyle/>
          <a:p>
            <a:r>
              <a:rPr lang="en-US" b="1" dirty="0"/>
              <a:t>Project Timeline</a:t>
            </a:r>
          </a:p>
        </p:txBody>
      </p:sp>
      <p:sp>
        <p:nvSpPr>
          <p:cNvPr id="6" name="Rectangle 5">
            <a:extLst>
              <a:ext uri="{FF2B5EF4-FFF2-40B4-BE49-F238E27FC236}">
                <a16:creationId xmlns:a16="http://schemas.microsoft.com/office/drawing/2014/main" id="{E5A8756F-1417-D99A-09D1-C1E15B913AA2}"/>
              </a:ext>
            </a:extLst>
          </p:cNvPr>
          <p:cNvSpPr/>
          <p:nvPr/>
        </p:nvSpPr>
        <p:spPr bwMode="gray">
          <a:xfrm>
            <a:off x="7866580" y="1223499"/>
            <a:ext cx="3855520" cy="4201255"/>
          </a:xfrm>
          <a:prstGeom prst="rect">
            <a:avLst/>
          </a:prstGeom>
          <a:solidFill>
            <a:schemeClr val="bg1"/>
          </a:solidFill>
          <a:ln w="19050" algn="ctr">
            <a:noFill/>
            <a:miter lim="800000"/>
            <a:headEnd/>
            <a:tailEnd/>
          </a:ln>
        </p:spPr>
        <p:txBody>
          <a:bodyPr rot="0" spcFirstLastPara="0" vertOverflow="overflow" horzOverflow="overflow" vert="horz" wrap="square" lIns="88900" tIns="88900" rIns="88900" bIns="88900" numCol="1" spcCol="0" rtlCol="0" fromWordArt="0" anchor="t" anchorCtr="0" forceAA="0" compatLnSpc="1">
            <a:prstTxWarp prst="textNoShape">
              <a:avLst/>
            </a:prstTxWarp>
            <a:noAutofit/>
          </a:bodyPr>
          <a:lstStyle/>
          <a:p>
            <a:pPr marL="171450" indent="-171450" fontAlgn="base">
              <a:spcBef>
                <a:spcPts val="200"/>
              </a:spcBef>
              <a:spcAft>
                <a:spcPts val="200"/>
              </a:spcAft>
              <a:buFont typeface="Arial" panose="020B0604020202020204" pitchFamily="34" charset="0"/>
              <a:buChar char="•"/>
            </a:pPr>
            <a:r>
              <a:rPr lang="en-US" sz="1200" b="1" dirty="0"/>
              <a:t>Key Milestones</a:t>
            </a:r>
          </a:p>
          <a:p>
            <a:pPr marL="339725" lvl="2" indent="-171450" fontAlgn="base">
              <a:spcBef>
                <a:spcPts val="200"/>
              </a:spcBef>
              <a:spcAft>
                <a:spcPts val="200"/>
              </a:spcAft>
              <a:buFont typeface="Courier New" panose="02070309020205020404" pitchFamily="49" charset="0"/>
              <a:buChar char="o"/>
              <a:tabLst>
                <a:tab pos="287338" algn="l"/>
              </a:tabLst>
            </a:pPr>
            <a:r>
              <a:rPr lang="en-US" sz="1100" dirty="0">
                <a:solidFill>
                  <a:srgbClr val="00B0F0"/>
                </a:solidFill>
              </a:rPr>
              <a:t>Phase out GCP </a:t>
            </a:r>
            <a:r>
              <a:rPr lang="en-US" sz="1100" dirty="0" err="1">
                <a:solidFill>
                  <a:srgbClr val="00B0F0"/>
                </a:solidFill>
              </a:rPr>
              <a:t>BigQuery</a:t>
            </a:r>
            <a:r>
              <a:rPr lang="en-US" sz="1100" dirty="0">
                <a:solidFill>
                  <a:srgbClr val="00B0F0"/>
                </a:solidFill>
              </a:rPr>
              <a:t>: Marked at Q1 FY27 (Sep–Oct 2026)</a:t>
            </a:r>
          </a:p>
          <a:p>
            <a:pPr marL="339725" lvl="2" indent="-171450" fontAlgn="base">
              <a:spcBef>
                <a:spcPts val="200"/>
              </a:spcBef>
              <a:spcAft>
                <a:spcPts val="200"/>
              </a:spcAft>
              <a:buFont typeface="Courier New" panose="02070309020205020404" pitchFamily="49" charset="0"/>
              <a:buChar char="o"/>
              <a:tabLst>
                <a:tab pos="287338" algn="l"/>
              </a:tabLst>
            </a:pPr>
            <a:r>
              <a:rPr lang="en-US" sz="1100" dirty="0"/>
              <a:t>Project must be completed (all waves) before end of Aug ’27. </a:t>
            </a:r>
          </a:p>
          <a:p>
            <a:pPr marL="339725" lvl="2" indent="-171450" fontAlgn="base">
              <a:spcBef>
                <a:spcPts val="200"/>
              </a:spcBef>
              <a:spcAft>
                <a:spcPts val="200"/>
              </a:spcAft>
              <a:buFont typeface="Courier New" panose="02070309020205020404" pitchFamily="49" charset="0"/>
              <a:buChar char="o"/>
              <a:tabLst>
                <a:tab pos="287338" algn="l"/>
              </a:tabLst>
            </a:pPr>
            <a:r>
              <a:rPr lang="en-US" sz="1100" dirty="0"/>
              <a:t>Hard deadline to decouple from Teradata by Nov ‘27. </a:t>
            </a:r>
          </a:p>
          <a:p>
            <a:pPr marL="339725" lvl="2" indent="-171450" fontAlgn="base">
              <a:spcBef>
                <a:spcPts val="200"/>
              </a:spcBef>
              <a:spcAft>
                <a:spcPts val="200"/>
              </a:spcAft>
              <a:buFont typeface="Courier New" panose="02070309020205020404" pitchFamily="49" charset="0"/>
              <a:buChar char="o"/>
              <a:tabLst>
                <a:tab pos="287338" algn="l"/>
              </a:tabLst>
            </a:pPr>
            <a:r>
              <a:rPr lang="en-US" sz="1100" dirty="0">
                <a:solidFill>
                  <a:srgbClr val="00B0F0"/>
                </a:solidFill>
              </a:rPr>
              <a:t>Shutdown Teradata: Marked at Q2 FY28 (Jan–Feb 2028)</a:t>
            </a:r>
          </a:p>
          <a:p>
            <a:pPr marL="171450" indent="-171450" fontAlgn="base">
              <a:spcBef>
                <a:spcPts val="200"/>
              </a:spcBef>
              <a:spcAft>
                <a:spcPts val="200"/>
              </a:spcAft>
              <a:buFont typeface="Arial" panose="020B0604020202020204" pitchFamily="34" charset="0"/>
              <a:buChar char="•"/>
            </a:pPr>
            <a:endParaRPr lang="en-US" sz="1200" b="1" dirty="0"/>
          </a:p>
          <a:p>
            <a:pPr marL="171450" indent="-171450" fontAlgn="base">
              <a:spcBef>
                <a:spcPts val="200"/>
              </a:spcBef>
              <a:spcAft>
                <a:spcPts val="200"/>
              </a:spcAft>
              <a:buFont typeface="Arial" panose="020B0604020202020204" pitchFamily="34" charset="0"/>
              <a:buChar char="•"/>
            </a:pPr>
            <a:r>
              <a:rPr lang="en-US" sz="1200" b="1" dirty="0"/>
              <a:t>Future Pipeline</a:t>
            </a:r>
          </a:p>
          <a:p>
            <a:pPr marL="339725" lvl="2" indent="-171450" fontAlgn="base">
              <a:spcBef>
                <a:spcPts val="200"/>
              </a:spcBef>
              <a:spcAft>
                <a:spcPts val="200"/>
              </a:spcAft>
              <a:buFont typeface="Courier New" panose="02070309020205020404" pitchFamily="49" charset="0"/>
              <a:buChar char="o"/>
              <a:tabLst>
                <a:tab pos="287338" algn="l"/>
              </a:tabLst>
            </a:pPr>
            <a:r>
              <a:rPr lang="en-US" sz="1100" dirty="0"/>
              <a:t>Delivery excellence of wave 2 will lead to we getting wave 3 and 4 (~200% of wave 2 scope)</a:t>
            </a:r>
          </a:p>
          <a:p>
            <a:pPr marL="339725" lvl="2" indent="-171450" fontAlgn="base">
              <a:spcBef>
                <a:spcPts val="200"/>
              </a:spcBef>
              <a:spcAft>
                <a:spcPts val="200"/>
              </a:spcAft>
              <a:buFont typeface="Courier New" panose="02070309020205020404" pitchFamily="49" charset="0"/>
              <a:buChar char="o"/>
              <a:tabLst>
                <a:tab pos="287338" algn="l"/>
              </a:tabLst>
            </a:pPr>
            <a:r>
              <a:rPr lang="en-US" sz="1100" dirty="0"/>
              <a:t>Other opportunities depend on the execution of wave 2 (AI COE, FP&amp;A Management Reporting, etc.)</a:t>
            </a:r>
          </a:p>
        </p:txBody>
      </p:sp>
      <p:pic>
        <p:nvPicPr>
          <p:cNvPr id="9" name="Picture 8" descr="A graph with a number of colored squares&#10;&#10;AI-generated content may be incorrect.">
            <a:extLst>
              <a:ext uri="{FF2B5EF4-FFF2-40B4-BE49-F238E27FC236}">
                <a16:creationId xmlns:a16="http://schemas.microsoft.com/office/drawing/2014/main" id="{F42A0A13-E2DF-2D8F-299A-5BCB938128E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69899" y="1223499"/>
            <a:ext cx="7369227" cy="4571125"/>
          </a:xfrm>
          <a:prstGeom prst="rect">
            <a:avLst/>
          </a:prstGeom>
        </p:spPr>
      </p:pic>
    </p:spTree>
    <p:extLst>
      <p:ext uri="{BB962C8B-B14F-4D97-AF65-F5344CB8AC3E}">
        <p14:creationId xmlns:p14="http://schemas.microsoft.com/office/powerpoint/2010/main" val="6300685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C64581-C322-ACA3-2154-69144F936750}"/>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E8B72C2C-2B58-95C3-6151-13544C424AEF}"/>
              </a:ext>
            </a:extLst>
          </p:cNvPr>
          <p:cNvSpPr/>
          <p:nvPr/>
        </p:nvSpPr>
        <p:spPr bwMode="gray">
          <a:xfrm>
            <a:off x="6179036" y="2032601"/>
            <a:ext cx="2686774" cy="3379907"/>
          </a:xfrm>
          <a:prstGeom prst="rect">
            <a:avLst/>
          </a:prstGeom>
          <a:solidFill>
            <a:schemeClr val="bg1"/>
          </a:solidFill>
          <a:ln w="12700" algn="ctr">
            <a:solidFill>
              <a:schemeClr val="bg1">
                <a:lumMod val="75000"/>
              </a:schemeClr>
            </a:solidFill>
            <a:miter lim="800000"/>
            <a:headEnd/>
            <a:tailEnd/>
          </a:ln>
        </p:spPr>
        <p:txBody>
          <a:bodyPr rot="0" spcFirstLastPara="0" vertOverflow="overflow" horzOverflow="overflow" vert="horz" wrap="square" lIns="88900" tIns="45720" rIns="88900" bIns="88900" numCol="1" spcCol="0" rtlCol="0" fromWordArt="0" anchor="t" anchorCtr="0" forceAA="0" compatLnSpc="1">
            <a:prstTxWarp prst="textNoShape">
              <a:avLst/>
            </a:prstTxWarp>
            <a:noAutofit/>
          </a:bodyPr>
          <a:lstStyle/>
          <a:p>
            <a:pPr marL="0" marR="0" lvl="0" indent="0" algn="ctr" defTabSz="1219170" rtl="0" eaLnBrk="1" fontAlgn="auto" latinLnBrk="0" hangingPunct="1">
              <a:lnSpc>
                <a:spcPct val="100000"/>
              </a:lnSpc>
              <a:spcBef>
                <a:spcPts val="200"/>
              </a:spcBef>
              <a:spcAft>
                <a:spcPts val="0"/>
              </a:spcAft>
              <a:buClrTx/>
              <a:buSzPct val="100000"/>
              <a:buFontTx/>
              <a:buNone/>
              <a:tabLst/>
              <a:defRPr/>
            </a:pPr>
            <a:r>
              <a:rPr kumimoji="0" lang="en-US" sz="800" b="1"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Continuous Delivery</a:t>
            </a:r>
            <a:br>
              <a:rPr kumimoji="0" lang="en-US" sz="800" b="1"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br>
            <a:r>
              <a:rPr kumimoji="0" lang="en-US" sz="800" b="1"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of Domain Applications</a:t>
            </a:r>
          </a:p>
        </p:txBody>
      </p:sp>
      <p:sp>
        <p:nvSpPr>
          <p:cNvPr id="4" name="Text Placeholder 3">
            <a:extLst>
              <a:ext uri="{FF2B5EF4-FFF2-40B4-BE49-F238E27FC236}">
                <a16:creationId xmlns:a16="http://schemas.microsoft.com/office/drawing/2014/main" id="{014482F3-A13F-3A0F-A650-9029447C9E56}"/>
              </a:ext>
            </a:extLst>
          </p:cNvPr>
          <p:cNvSpPr>
            <a:spLocks noGrp="1"/>
          </p:cNvSpPr>
          <p:nvPr>
            <p:ph type="body" sz="quarter" idx="13"/>
          </p:nvPr>
        </p:nvSpPr>
        <p:spPr>
          <a:xfrm>
            <a:off x="469900" y="736688"/>
            <a:ext cx="11252200" cy="215444"/>
          </a:xfrm>
        </p:spPr>
        <p:txBody>
          <a:bodyPr/>
          <a:lstStyle/>
          <a:p>
            <a:r>
              <a:rPr lang="en-US"/>
              <a:t>We bring market leading automation across each of the implementation phases to successfully deliver.</a:t>
            </a:r>
          </a:p>
        </p:txBody>
      </p:sp>
      <p:sp>
        <p:nvSpPr>
          <p:cNvPr id="2" name="Title 1">
            <a:extLst>
              <a:ext uri="{FF2B5EF4-FFF2-40B4-BE49-F238E27FC236}">
                <a16:creationId xmlns:a16="http://schemas.microsoft.com/office/drawing/2014/main" id="{059B4621-9D0D-0EA6-26F0-8BB41EC3B569}"/>
              </a:ext>
            </a:extLst>
          </p:cNvPr>
          <p:cNvSpPr>
            <a:spLocks noGrp="1"/>
          </p:cNvSpPr>
          <p:nvPr>
            <p:ph type="title"/>
          </p:nvPr>
        </p:nvSpPr>
        <p:spPr>
          <a:xfrm>
            <a:off x="469900" y="402587"/>
            <a:ext cx="11252200" cy="276999"/>
          </a:xfrm>
        </p:spPr>
        <p:txBody>
          <a:bodyPr vert="horz" lIns="0" tIns="0" rIns="0" bIns="0" rtlCol="0" anchor="t" anchorCtr="0">
            <a:noAutofit/>
          </a:bodyPr>
          <a:lstStyle/>
          <a:p>
            <a:r>
              <a:rPr lang="en-US" b="1" dirty="0"/>
              <a:t>Migration Approach</a:t>
            </a:r>
          </a:p>
        </p:txBody>
      </p:sp>
      <p:sp>
        <p:nvSpPr>
          <p:cNvPr id="21" name="Right Arrow 150">
            <a:extLst>
              <a:ext uri="{FF2B5EF4-FFF2-40B4-BE49-F238E27FC236}">
                <a16:creationId xmlns:a16="http://schemas.microsoft.com/office/drawing/2014/main" id="{75B556AE-CC36-5895-6286-5CF8E7960A0F}"/>
              </a:ext>
            </a:extLst>
          </p:cNvPr>
          <p:cNvSpPr/>
          <p:nvPr/>
        </p:nvSpPr>
        <p:spPr bwMode="gray">
          <a:xfrm>
            <a:off x="457200" y="1123442"/>
            <a:ext cx="11252200" cy="439408"/>
          </a:xfrm>
          <a:prstGeom prst="rightArrow">
            <a:avLst>
              <a:gd name="adj1" fmla="val 66966"/>
              <a:gd name="adj2" fmla="val 55077"/>
            </a:avLst>
          </a:prstGeom>
          <a:gradFill flip="none" rotWithShape="1">
            <a:gsLst>
              <a:gs pos="0">
                <a:srgbClr val="012169"/>
              </a:gs>
              <a:gs pos="36000">
                <a:srgbClr val="005587"/>
              </a:gs>
              <a:gs pos="100000">
                <a:srgbClr val="0076A8"/>
              </a:gs>
            </a:gsLst>
            <a:lin ang="0" scaled="1"/>
            <a:tileRect/>
          </a:gra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Tx/>
              <a:buNone/>
              <a:tabLst/>
              <a:defRPr/>
            </a:pPr>
            <a:r>
              <a:rPr kumimoji="0" lang="en-US" sz="900" b="1" i="0" u="none" strike="noStrike" kern="1200" cap="none" normalizeH="0" baseline="0" noProof="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rPr>
              <a:t>ENTERPRISE DATA ANALYTICS AND MODERNIZATION – AUTOMATION LED APPROACH </a:t>
            </a:r>
          </a:p>
        </p:txBody>
      </p:sp>
      <p:grpSp>
        <p:nvGrpSpPr>
          <p:cNvPr id="42" name="Group 41">
            <a:extLst>
              <a:ext uri="{FF2B5EF4-FFF2-40B4-BE49-F238E27FC236}">
                <a16:creationId xmlns:a16="http://schemas.microsoft.com/office/drawing/2014/main" id="{BF27F004-D48F-FE00-D666-13302EF0B6D7}"/>
              </a:ext>
            </a:extLst>
          </p:cNvPr>
          <p:cNvGrpSpPr>
            <a:grpSpLocks noChangeAspect="1"/>
          </p:cNvGrpSpPr>
          <p:nvPr/>
        </p:nvGrpSpPr>
        <p:grpSpPr>
          <a:xfrm>
            <a:off x="8883929" y="2510030"/>
            <a:ext cx="137160" cy="137160"/>
            <a:chOff x="3543866" y="2922772"/>
            <a:chExt cx="308608" cy="308608"/>
          </a:xfrm>
        </p:grpSpPr>
        <p:sp>
          <p:nvSpPr>
            <p:cNvPr id="43" name="Arc 42">
              <a:extLst>
                <a:ext uri="{FF2B5EF4-FFF2-40B4-BE49-F238E27FC236}">
                  <a16:creationId xmlns:a16="http://schemas.microsoft.com/office/drawing/2014/main" id="{E09CA0E7-BC84-BD0E-E6D0-9AC595E77820}"/>
                </a:ext>
              </a:extLst>
            </p:cNvPr>
            <p:cNvSpPr/>
            <p:nvPr/>
          </p:nvSpPr>
          <p:spPr>
            <a:xfrm>
              <a:off x="3543866" y="2922772"/>
              <a:ext cx="308608" cy="308608"/>
            </a:xfrm>
            <a:prstGeom prst="arc">
              <a:avLst>
                <a:gd name="adj1" fmla="val 17580675"/>
                <a:gd name="adj2" fmla="val 14727569"/>
              </a:avLst>
            </a:prstGeom>
            <a:noFill/>
            <a:ln w="12700" cap="flat" cmpd="sng" algn="ctr">
              <a:solidFill>
                <a:srgbClr val="012169"/>
              </a:solidFill>
              <a:prstDash val="solid"/>
              <a:miter lim="800000"/>
              <a:headEnd type="none"/>
              <a:tailEnd type="none"/>
            </a:ln>
            <a:effectLst/>
          </p:spPr>
          <p:txBody>
            <a:bodyPr lIns="121917" tIns="60958" rIns="121917" bIns="6095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5C5C5C"/>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44" name="Arc 43">
              <a:extLst>
                <a:ext uri="{FF2B5EF4-FFF2-40B4-BE49-F238E27FC236}">
                  <a16:creationId xmlns:a16="http://schemas.microsoft.com/office/drawing/2014/main" id="{F0A49EEF-E755-C22C-798F-FCA3442613D4}"/>
                </a:ext>
              </a:extLst>
            </p:cNvPr>
            <p:cNvSpPr/>
            <p:nvPr/>
          </p:nvSpPr>
          <p:spPr>
            <a:xfrm>
              <a:off x="3570345" y="2949251"/>
              <a:ext cx="255650" cy="255650"/>
            </a:xfrm>
            <a:prstGeom prst="arc">
              <a:avLst>
                <a:gd name="adj1" fmla="val 18638933"/>
                <a:gd name="adj2" fmla="val 17228096"/>
              </a:avLst>
            </a:prstGeom>
            <a:noFill/>
            <a:ln w="12700" cap="flat" cmpd="sng" algn="ctr">
              <a:solidFill>
                <a:srgbClr val="0097A9"/>
              </a:solidFill>
              <a:prstDash val="solid"/>
              <a:miter lim="800000"/>
              <a:headEnd type="none"/>
              <a:tailEnd type="none"/>
            </a:ln>
            <a:effectLst/>
          </p:spPr>
          <p:txBody>
            <a:bodyPr lIns="121917" tIns="60958" rIns="121917" bIns="6095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5C5C5C"/>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grpSp>
      <p:grpSp>
        <p:nvGrpSpPr>
          <p:cNvPr id="45" name="Group 44">
            <a:extLst>
              <a:ext uri="{FF2B5EF4-FFF2-40B4-BE49-F238E27FC236}">
                <a16:creationId xmlns:a16="http://schemas.microsoft.com/office/drawing/2014/main" id="{02B4E7A0-EB00-DA70-971D-E1FDC39A2F92}"/>
              </a:ext>
            </a:extLst>
          </p:cNvPr>
          <p:cNvGrpSpPr/>
          <p:nvPr/>
        </p:nvGrpSpPr>
        <p:grpSpPr>
          <a:xfrm>
            <a:off x="475012" y="6113138"/>
            <a:ext cx="182880" cy="182880"/>
            <a:chOff x="3543866" y="2922772"/>
            <a:chExt cx="308608" cy="308608"/>
          </a:xfrm>
        </p:grpSpPr>
        <p:sp>
          <p:nvSpPr>
            <p:cNvPr id="46" name="Arc 45">
              <a:extLst>
                <a:ext uri="{FF2B5EF4-FFF2-40B4-BE49-F238E27FC236}">
                  <a16:creationId xmlns:a16="http://schemas.microsoft.com/office/drawing/2014/main" id="{5C7556DA-B78C-EAD9-02FA-EC746BA5E9CB}"/>
                </a:ext>
              </a:extLst>
            </p:cNvPr>
            <p:cNvSpPr/>
            <p:nvPr/>
          </p:nvSpPr>
          <p:spPr>
            <a:xfrm>
              <a:off x="3543866" y="2922772"/>
              <a:ext cx="308608" cy="308608"/>
            </a:xfrm>
            <a:prstGeom prst="arc">
              <a:avLst>
                <a:gd name="adj1" fmla="val 17580675"/>
                <a:gd name="adj2" fmla="val 14727569"/>
              </a:avLst>
            </a:prstGeom>
            <a:noFill/>
            <a:ln w="12700" cap="flat" cmpd="sng" algn="ctr">
              <a:solidFill>
                <a:srgbClr val="012169"/>
              </a:solidFill>
              <a:prstDash val="solid"/>
              <a:miter lim="800000"/>
              <a:headEnd type="none"/>
              <a:tailEnd type="none"/>
            </a:ln>
            <a:effectLst/>
          </p:spPr>
          <p:txBody>
            <a:bodyPr lIns="121917" tIns="60958" rIns="121917" bIns="6095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5C5C5C"/>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47" name="Arc 46">
              <a:extLst>
                <a:ext uri="{FF2B5EF4-FFF2-40B4-BE49-F238E27FC236}">
                  <a16:creationId xmlns:a16="http://schemas.microsoft.com/office/drawing/2014/main" id="{6C401A50-5D08-F4A6-26FD-12C00432C3A6}"/>
                </a:ext>
              </a:extLst>
            </p:cNvPr>
            <p:cNvSpPr/>
            <p:nvPr/>
          </p:nvSpPr>
          <p:spPr>
            <a:xfrm>
              <a:off x="3570345" y="2949251"/>
              <a:ext cx="255650" cy="255650"/>
            </a:xfrm>
            <a:prstGeom prst="arc">
              <a:avLst>
                <a:gd name="adj1" fmla="val 18638933"/>
                <a:gd name="adj2" fmla="val 17228096"/>
              </a:avLst>
            </a:prstGeom>
            <a:noFill/>
            <a:ln w="12700" cap="flat" cmpd="sng" algn="ctr">
              <a:solidFill>
                <a:srgbClr val="0097A9"/>
              </a:solidFill>
              <a:prstDash val="solid"/>
              <a:miter lim="800000"/>
              <a:headEnd type="none"/>
              <a:tailEnd type="none"/>
            </a:ln>
            <a:effectLst/>
          </p:spPr>
          <p:txBody>
            <a:bodyPr lIns="121917" tIns="60958" rIns="121917" bIns="6095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5C5C5C"/>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grpSp>
      <p:sp>
        <p:nvSpPr>
          <p:cNvPr id="48" name="TextBox 47">
            <a:extLst>
              <a:ext uri="{FF2B5EF4-FFF2-40B4-BE49-F238E27FC236}">
                <a16:creationId xmlns:a16="http://schemas.microsoft.com/office/drawing/2014/main" id="{EACBD4F5-69AF-B636-4CE0-1C065CA6B965}"/>
              </a:ext>
            </a:extLst>
          </p:cNvPr>
          <p:cNvSpPr txBox="1"/>
          <p:nvPr/>
        </p:nvSpPr>
        <p:spPr>
          <a:xfrm>
            <a:off x="730738" y="6150717"/>
            <a:ext cx="7614498" cy="107722"/>
          </a:xfrm>
          <a:prstGeom prst="rect">
            <a:avLst/>
          </a:prstGeom>
          <a:noFill/>
        </p:spPr>
        <p:txBody>
          <a:bodyPr vert="horz" wrap="square" lIns="0" tIns="0" rIns="0" bIns="0" rtlCol="0" anchor="ctr">
            <a:spAutoFit/>
          </a:bodyPr>
          <a:lstStyle/>
          <a:p>
            <a:pPr marL="0" marR="0" lvl="0" indent="0" algn="l" defTabSz="1219170" rtl="0" eaLnBrk="1" fontAlgn="auto" latinLnBrk="0" hangingPunct="1">
              <a:lnSpc>
                <a:spcPct val="100000"/>
              </a:lnSpc>
              <a:spcBef>
                <a:spcPts val="0"/>
              </a:spcBef>
              <a:spcAft>
                <a:spcPts val="0"/>
              </a:spcAft>
              <a:buClrTx/>
              <a:buSzPct val="100000"/>
              <a:buFontTx/>
              <a:buNone/>
              <a:tabLst/>
              <a:defRPr/>
            </a:pPr>
            <a:r>
              <a:rPr kumimoji="0" lang="en-US" sz="700" b="0" i="0" u="none" strike="noStrike" kern="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Iteratively migrate use cases/data domains to production for </a:t>
            </a:r>
            <a:r>
              <a:rPr lang="en-US" sz="700" kern="0" dirty="0">
                <a:solidFill>
                  <a:prstClr val="black"/>
                </a:solidFill>
                <a:latin typeface="Open Sans" panose="020B0606030504020204" pitchFamily="34" charset="0"/>
                <a:ea typeface="Open Sans" panose="020B0606030504020204" pitchFamily="34" charset="0"/>
                <a:cs typeface="Open Sans" panose="020B0606030504020204" pitchFamily="34" charset="0"/>
              </a:rPr>
              <a:t>in scope wave 2 workloads</a:t>
            </a:r>
            <a:endParaRPr kumimoji="0" lang="en-US" sz="700" b="0" i="0" u="none" strike="noStrike" kern="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51" name="Rounded Rectangle 4">
            <a:extLst>
              <a:ext uri="{FF2B5EF4-FFF2-40B4-BE49-F238E27FC236}">
                <a16:creationId xmlns:a16="http://schemas.microsoft.com/office/drawing/2014/main" id="{4C604717-2D01-18D0-158A-1AEE2020391D}"/>
              </a:ext>
            </a:extLst>
          </p:cNvPr>
          <p:cNvSpPr/>
          <p:nvPr/>
        </p:nvSpPr>
        <p:spPr bwMode="gray">
          <a:xfrm>
            <a:off x="457200" y="5499139"/>
            <a:ext cx="11257312" cy="504498"/>
          </a:xfrm>
          <a:prstGeom prst="rect">
            <a:avLst/>
          </a:prstGeom>
          <a:solidFill>
            <a:schemeClr val="accent3">
              <a:lumMod val="75000"/>
            </a:schemeClr>
          </a:solidFill>
          <a:ln w="12700" algn="ctr">
            <a:solidFill>
              <a:srgbClr val="00A3E0"/>
            </a:solidFill>
            <a:miter lim="800000"/>
            <a:headEnd/>
            <a:tailEnd/>
          </a:ln>
        </p:spPr>
        <p:txBody>
          <a:bodyPr wrap="square" lIns="72000" tIns="90000" rIns="91440" bIns="88900" rtlCol="0" anchor="ctr" anchorCtr="0"/>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chemeClr val="bg1"/>
                </a:solidFill>
                <a:effectLst/>
                <a:uLnTx/>
                <a:uFillTx/>
                <a:latin typeface="Open Sans" panose="020B0606030504020204" pitchFamily="34" charset="0"/>
                <a:ea typeface="Open Sans" panose="020B0606030504020204" pitchFamily="34" charset="0"/>
                <a:cs typeface="Open Sans" panose="020B0606030504020204" pitchFamily="34" charset="0"/>
              </a:rPr>
              <a:t>Program Management &amp; Governance</a:t>
            </a:r>
          </a:p>
          <a:p>
            <a:pPr marL="0" marR="0" lvl="0" indent="0" algn="l" defTabSz="1219170" rtl="0" eaLnBrk="1" fontAlgn="auto" latinLnBrk="0" hangingPunct="1">
              <a:lnSpc>
                <a:spcPct val="100000"/>
              </a:lnSpc>
              <a:spcBef>
                <a:spcPts val="300"/>
              </a:spcBef>
              <a:spcAft>
                <a:spcPts val="0"/>
              </a:spcAft>
              <a:buClrTx/>
              <a:buSzTx/>
              <a:buFontTx/>
              <a:buNone/>
              <a:tabLst/>
              <a:defRPr/>
            </a:pPr>
            <a:r>
              <a:rPr kumimoji="0" lang="en-US" sz="900" b="0" i="0" u="none" strike="noStrike" kern="1200" cap="none" spc="-20" normalizeH="0" baseline="0" noProof="0">
                <a:ln>
                  <a:noFill/>
                </a:ln>
                <a:solidFill>
                  <a:schemeClr val="bg1"/>
                </a:solidFill>
                <a:effectLst/>
                <a:uLnTx/>
                <a:uFillTx/>
                <a:latin typeface="Open Sans" panose="020B0606030504020204" pitchFamily="34" charset="0"/>
                <a:ea typeface="Open Sans" panose="020B0606030504020204" pitchFamily="34" charset="0"/>
                <a:cs typeface="Open Sans" panose="020B0606030504020204" pitchFamily="34" charset="0"/>
              </a:rPr>
              <a:t>Establish the key functions required to govern program strategy and execution, manage staffing needs, monitor delivery progress and quality, and provide change management support</a:t>
            </a:r>
            <a:endParaRPr kumimoji="0" lang="en-US" sz="900" b="0" i="0" u="none" strike="noStrike" kern="0" cap="none" spc="0" normalizeH="0" baseline="0" noProof="0">
              <a:ln>
                <a:noFill/>
              </a:ln>
              <a:solidFill>
                <a:schemeClr val="bg1"/>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8" name="Rectangle 7">
            <a:extLst>
              <a:ext uri="{FF2B5EF4-FFF2-40B4-BE49-F238E27FC236}">
                <a16:creationId xmlns:a16="http://schemas.microsoft.com/office/drawing/2014/main" id="{3134D373-7964-D7FF-8F09-82048227B341}"/>
              </a:ext>
            </a:extLst>
          </p:cNvPr>
          <p:cNvSpPr/>
          <p:nvPr/>
        </p:nvSpPr>
        <p:spPr bwMode="gray">
          <a:xfrm>
            <a:off x="3323410" y="2032601"/>
            <a:ext cx="2686774" cy="3379907"/>
          </a:xfrm>
          <a:prstGeom prst="rect">
            <a:avLst/>
          </a:prstGeom>
          <a:solidFill>
            <a:schemeClr val="bg1"/>
          </a:solidFill>
          <a:ln w="12700" algn="ctr">
            <a:solidFill>
              <a:schemeClr val="bg1">
                <a:lumMod val="75000"/>
              </a:schemeClr>
            </a:solidFill>
            <a:miter lim="800000"/>
            <a:headEnd/>
            <a:tailEnd/>
          </a:ln>
        </p:spPr>
        <p:txBody>
          <a:bodyPr rot="0" spcFirstLastPara="0" vertOverflow="overflow" horzOverflow="overflow" vert="horz" wrap="square" lIns="88900" tIns="45720" rIns="88900" bIns="88900" numCol="1" spcCol="0" rtlCol="0" fromWordArt="0" anchor="t" anchorCtr="0" forceAA="0" compatLnSpc="1">
            <a:prstTxWarp prst="textNoShape">
              <a:avLst/>
            </a:prstTxWarp>
            <a:noAutofit/>
          </a:bodyP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r>
              <a:rPr kumimoji="0" lang="en-US" sz="800" b="1"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Establish Foundation</a:t>
            </a:r>
          </a:p>
        </p:txBody>
      </p:sp>
      <p:grpSp>
        <p:nvGrpSpPr>
          <p:cNvPr id="111" name="Group 110">
            <a:extLst>
              <a:ext uri="{FF2B5EF4-FFF2-40B4-BE49-F238E27FC236}">
                <a16:creationId xmlns:a16="http://schemas.microsoft.com/office/drawing/2014/main" id="{3D030FE6-92E1-5AE9-C08D-37C01FC4F0DC}"/>
              </a:ext>
            </a:extLst>
          </p:cNvPr>
          <p:cNvGrpSpPr/>
          <p:nvPr/>
        </p:nvGrpSpPr>
        <p:grpSpPr>
          <a:xfrm>
            <a:off x="3367412" y="2256035"/>
            <a:ext cx="2598770" cy="3089735"/>
            <a:chOff x="3367412" y="2256035"/>
            <a:chExt cx="2598770" cy="3089735"/>
          </a:xfrm>
        </p:grpSpPr>
        <p:sp>
          <p:nvSpPr>
            <p:cNvPr id="38" name="TextBox 37">
              <a:extLst>
                <a:ext uri="{FF2B5EF4-FFF2-40B4-BE49-F238E27FC236}">
                  <a16:creationId xmlns:a16="http://schemas.microsoft.com/office/drawing/2014/main" id="{8588DE37-836F-35F0-9356-933FE5F75656}"/>
                </a:ext>
              </a:extLst>
            </p:cNvPr>
            <p:cNvSpPr txBox="1"/>
            <p:nvPr/>
          </p:nvSpPr>
          <p:spPr>
            <a:xfrm>
              <a:off x="3367412" y="2256035"/>
              <a:ext cx="2598770" cy="215444"/>
            </a:xfrm>
            <a:prstGeom prst="rect">
              <a:avLst/>
            </a:prstGeom>
            <a:solidFill>
              <a:schemeClr val="tx2">
                <a:lumMod val="20000"/>
                <a:lumOff val="80000"/>
              </a:schemeClr>
            </a:solidFill>
          </p:spPr>
          <p:txBody>
            <a:bodyPr wrap="square" rtlCol="0" anchor="ctr" anchorCtr="0">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Modernization PODs</a:t>
              </a:r>
              <a:endParaRPr kumimoji="0" lang="en-US" sz="8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grpSp>
          <p:nvGrpSpPr>
            <p:cNvPr id="110" name="Group 109">
              <a:extLst>
                <a:ext uri="{FF2B5EF4-FFF2-40B4-BE49-F238E27FC236}">
                  <a16:creationId xmlns:a16="http://schemas.microsoft.com/office/drawing/2014/main" id="{D7E6E0D1-FF5A-B84F-73E1-97836539F8F5}"/>
                </a:ext>
              </a:extLst>
            </p:cNvPr>
            <p:cNvGrpSpPr/>
            <p:nvPr/>
          </p:nvGrpSpPr>
          <p:grpSpPr>
            <a:xfrm>
              <a:off x="3516042" y="2526691"/>
              <a:ext cx="2301511" cy="410281"/>
              <a:chOff x="3560918" y="2650052"/>
              <a:chExt cx="2301511" cy="497782"/>
            </a:xfrm>
            <a:solidFill>
              <a:srgbClr val="00A3E0"/>
            </a:solidFill>
          </p:grpSpPr>
          <p:sp>
            <p:nvSpPr>
              <p:cNvPr id="40" name="Rectangle 39">
                <a:extLst>
                  <a:ext uri="{FF2B5EF4-FFF2-40B4-BE49-F238E27FC236}">
                    <a16:creationId xmlns:a16="http://schemas.microsoft.com/office/drawing/2014/main" id="{39C7EC35-3285-6BC0-8624-C3F80A08A67B}"/>
                  </a:ext>
                </a:extLst>
              </p:cNvPr>
              <p:cNvSpPr/>
              <p:nvPr/>
            </p:nvSpPr>
            <p:spPr>
              <a:xfrm>
                <a:off x="3560918" y="2650052"/>
                <a:ext cx="1063937" cy="4977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rPr>
                  <a:t>Domain PODs</a:t>
                </a:r>
              </a:p>
            </p:txBody>
          </p:sp>
          <p:sp>
            <p:nvSpPr>
              <p:cNvPr id="41" name="Rectangle 40">
                <a:extLst>
                  <a:ext uri="{FF2B5EF4-FFF2-40B4-BE49-F238E27FC236}">
                    <a16:creationId xmlns:a16="http://schemas.microsoft.com/office/drawing/2014/main" id="{014A65A8-2602-E1DD-46F1-2FA5067BEDF3}"/>
                  </a:ext>
                </a:extLst>
              </p:cNvPr>
              <p:cNvSpPr/>
              <p:nvPr/>
            </p:nvSpPr>
            <p:spPr>
              <a:xfrm>
                <a:off x="4798492" y="2650052"/>
                <a:ext cx="1063937" cy="4977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rPr>
                  <a:t> Other PODs</a:t>
                </a:r>
              </a:p>
            </p:txBody>
          </p:sp>
        </p:grpSp>
        <p:sp>
          <p:nvSpPr>
            <p:cNvPr id="65" name="TextBox 64">
              <a:extLst>
                <a:ext uri="{FF2B5EF4-FFF2-40B4-BE49-F238E27FC236}">
                  <a16:creationId xmlns:a16="http://schemas.microsoft.com/office/drawing/2014/main" id="{830C1612-8ADD-AD5A-466F-F8AB5A69F2EC}"/>
                </a:ext>
              </a:extLst>
            </p:cNvPr>
            <p:cNvSpPr txBox="1"/>
            <p:nvPr/>
          </p:nvSpPr>
          <p:spPr>
            <a:xfrm>
              <a:off x="3373330" y="2992184"/>
              <a:ext cx="2592138" cy="401246"/>
            </a:xfrm>
            <a:prstGeom prst="rect">
              <a:avLst/>
            </a:prstGeom>
            <a:solidFill>
              <a:schemeClr val="tx2">
                <a:lumMod val="20000"/>
                <a:lumOff val="80000"/>
              </a:schemeClr>
            </a:solidFill>
          </p:spPr>
          <p:txBody>
            <a:bodyPr wrap="square" rtlCol="0" anchor="ctr">
              <a:no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Pool of SMEs</a:t>
              </a:r>
            </a:p>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(Platforms, Tools, Domain etc.)</a:t>
              </a:r>
            </a:p>
          </p:txBody>
        </p:sp>
        <p:sp>
          <p:nvSpPr>
            <p:cNvPr id="66" name="TextBox 65">
              <a:extLst>
                <a:ext uri="{FF2B5EF4-FFF2-40B4-BE49-F238E27FC236}">
                  <a16:creationId xmlns:a16="http://schemas.microsoft.com/office/drawing/2014/main" id="{572D8EA0-B1D8-E4C4-C5CA-1EDB38B25065}"/>
                </a:ext>
              </a:extLst>
            </p:cNvPr>
            <p:cNvSpPr txBox="1"/>
            <p:nvPr/>
          </p:nvSpPr>
          <p:spPr>
            <a:xfrm>
              <a:off x="3373330" y="3965519"/>
              <a:ext cx="2592138" cy="215444"/>
            </a:xfrm>
            <a:prstGeom prst="rect">
              <a:avLst/>
            </a:prstGeom>
            <a:solidFill>
              <a:schemeClr val="tx2">
                <a:lumMod val="20000"/>
                <a:lumOff val="80000"/>
              </a:schemeClr>
            </a:solidFill>
          </p:spPr>
          <p:txBody>
            <a:bodyPr wrap="square" lIns="91440" tIns="45720" rIns="91440" bIns="45720" rtlCol="0" anchor="ctr">
              <a:no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Foundation Services </a:t>
              </a:r>
              <a:r>
                <a:rPr kumimoji="0" lang="en-US" sz="8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(Refactor)</a:t>
              </a:r>
            </a:p>
          </p:txBody>
        </p:sp>
        <p:grpSp>
          <p:nvGrpSpPr>
            <p:cNvPr id="67" name="Group 66">
              <a:extLst>
                <a:ext uri="{FF2B5EF4-FFF2-40B4-BE49-F238E27FC236}">
                  <a16:creationId xmlns:a16="http://schemas.microsoft.com/office/drawing/2014/main" id="{46E24DD3-A253-0F60-CCE2-EA6AED2094B5}"/>
                </a:ext>
              </a:extLst>
            </p:cNvPr>
            <p:cNvGrpSpPr/>
            <p:nvPr/>
          </p:nvGrpSpPr>
          <p:grpSpPr>
            <a:xfrm>
              <a:off x="3374044" y="4236175"/>
              <a:ext cx="2585864" cy="380525"/>
              <a:chOff x="3337010" y="4294063"/>
              <a:chExt cx="2627098" cy="257036"/>
            </a:xfrm>
          </p:grpSpPr>
          <p:sp>
            <p:nvSpPr>
              <p:cNvPr id="71" name="TextBox 70">
                <a:extLst>
                  <a:ext uri="{FF2B5EF4-FFF2-40B4-BE49-F238E27FC236}">
                    <a16:creationId xmlns:a16="http://schemas.microsoft.com/office/drawing/2014/main" id="{948F52F8-FF3C-ECD4-BCC5-221A7A0F1615}"/>
                  </a:ext>
                </a:extLst>
              </p:cNvPr>
              <p:cNvSpPr txBox="1"/>
              <p:nvPr/>
            </p:nvSpPr>
            <p:spPr>
              <a:xfrm>
                <a:off x="3337010" y="4296242"/>
                <a:ext cx="1280160" cy="254857"/>
              </a:xfrm>
              <a:prstGeom prst="rect">
                <a:avLst/>
              </a:prstGeom>
              <a:solidFill>
                <a:schemeClr val="bg2">
                  <a:lumMod val="90000"/>
                </a:schemeClr>
              </a:solidFill>
              <a:ln>
                <a:noFill/>
              </a:ln>
              <a:effectLst/>
            </p:spPr>
            <p:style>
              <a:lnRef idx="2">
                <a:schemeClr val="dk1"/>
              </a:lnRef>
              <a:fillRef idx="1">
                <a:schemeClr val="lt1"/>
              </a:fillRef>
              <a:effectRef idx="0">
                <a:schemeClr val="dk1"/>
              </a:effectRef>
              <a:fontRef idx="minor">
                <a:schemeClr val="dk1"/>
              </a:fontRef>
            </p:style>
            <p:txBody>
              <a:bodyPr wrap="square" rtlCol="0" anchor="ctr">
                <a:no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rPr>
                  <a:t>Conformed Data Model </a:t>
                </a:r>
              </a:p>
            </p:txBody>
          </p:sp>
          <p:sp>
            <p:nvSpPr>
              <p:cNvPr id="72" name="TextBox 71">
                <a:extLst>
                  <a:ext uri="{FF2B5EF4-FFF2-40B4-BE49-F238E27FC236}">
                    <a16:creationId xmlns:a16="http://schemas.microsoft.com/office/drawing/2014/main" id="{E0856111-B999-FA97-171F-B3D4FED92858}"/>
                  </a:ext>
                </a:extLst>
              </p:cNvPr>
              <p:cNvSpPr txBox="1"/>
              <p:nvPr/>
            </p:nvSpPr>
            <p:spPr>
              <a:xfrm>
                <a:off x="4686735" y="4294063"/>
                <a:ext cx="1277373" cy="254857"/>
              </a:xfrm>
              <a:prstGeom prst="rect">
                <a:avLst/>
              </a:prstGeom>
              <a:solidFill>
                <a:schemeClr val="bg2">
                  <a:lumMod val="90000"/>
                </a:schemeClr>
              </a:solidFill>
              <a:ln>
                <a:noFill/>
              </a:ln>
              <a:effectLst/>
            </p:spPr>
            <p:style>
              <a:lnRef idx="2">
                <a:schemeClr val="dk1"/>
              </a:lnRef>
              <a:fillRef idx="1">
                <a:schemeClr val="lt1"/>
              </a:fillRef>
              <a:effectRef idx="0">
                <a:schemeClr val="dk1"/>
              </a:effectRef>
              <a:fontRef idx="minor">
                <a:schemeClr val="dk1"/>
              </a:fontRef>
            </p:style>
            <p:txBody>
              <a:bodyPr wrap="square" rtlCol="0" anchor="ctr">
                <a:no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rPr>
                  <a:t>Integration Patterns</a:t>
                </a:r>
              </a:p>
            </p:txBody>
          </p:sp>
        </p:grpSp>
        <p:sp>
          <p:nvSpPr>
            <p:cNvPr id="68" name="TextBox 67">
              <a:extLst>
                <a:ext uri="{FF2B5EF4-FFF2-40B4-BE49-F238E27FC236}">
                  <a16:creationId xmlns:a16="http://schemas.microsoft.com/office/drawing/2014/main" id="{E14916CE-AF05-1049-1AAC-D01A1B12513D}"/>
                </a:ext>
              </a:extLst>
            </p:cNvPr>
            <p:cNvSpPr txBox="1"/>
            <p:nvPr/>
          </p:nvSpPr>
          <p:spPr>
            <a:xfrm>
              <a:off x="3367412" y="4942570"/>
              <a:ext cx="2592138" cy="403200"/>
            </a:xfrm>
            <a:prstGeom prst="rect">
              <a:avLst/>
            </a:prstGeom>
            <a:solidFill>
              <a:srgbClr val="DCDDDF"/>
            </a:solidFill>
            <a:ln>
              <a:noFill/>
            </a:ln>
          </p:spPr>
          <p:style>
            <a:lnRef idx="2">
              <a:schemeClr val="dk1"/>
            </a:lnRef>
            <a:fillRef idx="1">
              <a:schemeClr val="lt1"/>
            </a:fillRef>
            <a:effectRef idx="0">
              <a:schemeClr val="dk1"/>
            </a:effectRef>
            <a:fontRef idx="minor">
              <a:schemeClr val="dk1"/>
            </a:fontRef>
          </p:style>
          <p:txBody>
            <a:bodyPr wrap="square" rtlCol="0" anchor="ctr">
              <a:noAutofit/>
            </a:bodyPr>
            <a:lstStyle>
              <a:defPPr>
                <a:defRPr lang="en-US"/>
              </a:defPPr>
              <a:lvl1pPr algn="ctr">
                <a:defRPr sz="700" b="1">
                  <a:ea typeface="Verdana" panose="020B0604030504040204" pitchFamily="34" charset="0"/>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Updated Migration Roadmap and Refined Future State Architecture</a:t>
              </a:r>
            </a:p>
          </p:txBody>
        </p:sp>
        <p:sp>
          <p:nvSpPr>
            <p:cNvPr id="69" name="TextBox 68">
              <a:extLst>
                <a:ext uri="{FF2B5EF4-FFF2-40B4-BE49-F238E27FC236}">
                  <a16:creationId xmlns:a16="http://schemas.microsoft.com/office/drawing/2014/main" id="{438C37F1-BC4A-B0A2-5E1D-ACF8035134B4}"/>
                </a:ext>
              </a:extLst>
            </p:cNvPr>
            <p:cNvSpPr txBox="1"/>
            <p:nvPr/>
          </p:nvSpPr>
          <p:spPr>
            <a:xfrm>
              <a:off x="3373330" y="3448642"/>
              <a:ext cx="2592138" cy="461665"/>
            </a:xfrm>
            <a:prstGeom prst="rect">
              <a:avLst/>
            </a:prstGeom>
            <a:solidFill>
              <a:schemeClr val="tx2">
                <a:lumMod val="20000"/>
                <a:lumOff val="80000"/>
              </a:schemeClr>
            </a:solidFill>
          </p:spPr>
          <p:txBody>
            <a:bodyPr wrap="square" rtlCol="0" anchor="ctr">
              <a:no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AWS/Snowflake/Informatica/DBT/BO Center of Excellence</a:t>
              </a:r>
            </a:p>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(Automation frameworks)</a:t>
              </a:r>
            </a:p>
          </p:txBody>
        </p:sp>
        <p:sp>
          <p:nvSpPr>
            <p:cNvPr id="70" name="TextBox 69">
              <a:extLst>
                <a:ext uri="{FF2B5EF4-FFF2-40B4-BE49-F238E27FC236}">
                  <a16:creationId xmlns:a16="http://schemas.microsoft.com/office/drawing/2014/main" id="{4A4EC64D-B32D-AE11-D6F2-594A5321AAEC}"/>
                </a:ext>
              </a:extLst>
            </p:cNvPr>
            <p:cNvSpPr txBox="1"/>
            <p:nvPr/>
          </p:nvSpPr>
          <p:spPr>
            <a:xfrm>
              <a:off x="3374044" y="4671912"/>
              <a:ext cx="2592138" cy="215444"/>
            </a:xfrm>
            <a:prstGeom prst="rect">
              <a:avLst/>
            </a:prstGeom>
            <a:solidFill>
              <a:srgbClr val="DCDDDF"/>
            </a:solidFill>
            <a:ln>
              <a:noFill/>
            </a:ln>
          </p:spPr>
          <p:style>
            <a:lnRef idx="2">
              <a:schemeClr val="dk1"/>
            </a:lnRef>
            <a:fillRef idx="1">
              <a:schemeClr val="lt1"/>
            </a:fillRef>
            <a:effectRef idx="0">
              <a:schemeClr val="dk1"/>
            </a:effectRef>
            <a:fontRef idx="minor">
              <a:schemeClr val="dk1"/>
            </a:fontRef>
          </p:style>
          <p:txBody>
            <a:bodyPr wrap="square" rtlCol="0" anchor="ctr">
              <a:no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MVP Use Case </a:t>
              </a:r>
              <a:r>
                <a:rPr lang="en-US" sz="800" b="1">
                  <a:solidFill>
                    <a:prstClr val="black"/>
                  </a:solidFill>
                  <a:latin typeface="Open Sans" panose="020B0606030504020204" pitchFamily="34" charset="0"/>
                  <a:ea typeface="Open Sans" panose="020B0606030504020204" pitchFamily="34" charset="0"/>
                  <a:cs typeface="Open Sans" panose="020B0606030504020204" pitchFamily="34" charset="0"/>
                </a:rPr>
                <a:t>I</a:t>
              </a:r>
              <a:r>
                <a:rPr kumimoji="0" lang="en-US" sz="800" b="1"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mplementation</a:t>
              </a:r>
            </a:p>
          </p:txBody>
        </p:sp>
      </p:grpSp>
      <p:sp>
        <p:nvSpPr>
          <p:cNvPr id="77" name="Rectangle 76">
            <a:extLst>
              <a:ext uri="{FF2B5EF4-FFF2-40B4-BE49-F238E27FC236}">
                <a16:creationId xmlns:a16="http://schemas.microsoft.com/office/drawing/2014/main" id="{EBE9E6B5-C0F1-810B-D6D6-2A13B3BC8F0D}"/>
              </a:ext>
            </a:extLst>
          </p:cNvPr>
          <p:cNvSpPr/>
          <p:nvPr/>
        </p:nvSpPr>
        <p:spPr bwMode="gray">
          <a:xfrm>
            <a:off x="3735420" y="1613328"/>
            <a:ext cx="2274763" cy="365760"/>
          </a:xfrm>
          <a:prstGeom prst="rect">
            <a:avLst/>
          </a:prstGeom>
          <a:solidFill>
            <a:schemeClr val="bg1">
              <a:lumMod val="85000"/>
            </a:schemeClr>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marL="0" marR="0" lvl="0" indent="0" algn="l" defTabSz="1219170" rtl="0" eaLnBrk="1" fontAlgn="auto" latinLnBrk="0" hangingPunct="1">
              <a:lnSpc>
                <a:spcPct val="100000"/>
              </a:lnSpc>
              <a:spcBef>
                <a:spcPts val="0"/>
              </a:spcBef>
              <a:spcAft>
                <a:spcPts val="1200"/>
              </a:spcAft>
              <a:buClrTx/>
              <a:buSzTx/>
              <a:buFontTx/>
              <a:buNone/>
              <a:tabLst/>
              <a:defRPr/>
            </a:pPr>
            <a:r>
              <a:rPr kumimoji="0" lang="en-US" sz="900" b="1" i="0" u="none" strike="noStrike" kern="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Implement: Minimum Viable Product (“MVP”) – “Expenses”</a:t>
            </a:r>
          </a:p>
        </p:txBody>
      </p:sp>
      <p:sp>
        <p:nvSpPr>
          <p:cNvPr id="78" name="Rectangle 77">
            <a:extLst>
              <a:ext uri="{FF2B5EF4-FFF2-40B4-BE49-F238E27FC236}">
                <a16:creationId xmlns:a16="http://schemas.microsoft.com/office/drawing/2014/main" id="{7F863148-1225-EFBF-AE2F-C44FCBD076DD}"/>
              </a:ext>
            </a:extLst>
          </p:cNvPr>
          <p:cNvSpPr/>
          <p:nvPr/>
        </p:nvSpPr>
        <p:spPr bwMode="gray">
          <a:xfrm>
            <a:off x="3323411" y="1613328"/>
            <a:ext cx="412010" cy="365760"/>
          </a:xfrm>
          <a:prstGeom prst="rect">
            <a:avLst/>
          </a:prstGeom>
          <a:solidFill>
            <a:srgbClr val="0076A8"/>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r>
              <a:rPr kumimoji="0" lang="en-US" sz="900" b="1" i="0" u="none" strike="noStrike" kern="1200" cap="none" spc="0" normalizeH="0" baseline="0" noProof="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rPr>
              <a:t>1b</a:t>
            </a:r>
          </a:p>
        </p:txBody>
      </p:sp>
      <p:sp>
        <p:nvSpPr>
          <p:cNvPr id="10" name="Rectangle 9">
            <a:extLst>
              <a:ext uri="{FF2B5EF4-FFF2-40B4-BE49-F238E27FC236}">
                <a16:creationId xmlns:a16="http://schemas.microsoft.com/office/drawing/2014/main" id="{56ED788E-B042-00F9-923B-38CCC469C4D4}"/>
              </a:ext>
            </a:extLst>
          </p:cNvPr>
          <p:cNvSpPr/>
          <p:nvPr/>
        </p:nvSpPr>
        <p:spPr bwMode="gray">
          <a:xfrm>
            <a:off x="9034662" y="2032601"/>
            <a:ext cx="2686774" cy="3379907"/>
          </a:xfrm>
          <a:prstGeom prst="rect">
            <a:avLst/>
          </a:prstGeom>
          <a:noFill/>
          <a:ln w="12700" algn="ctr">
            <a:solidFill>
              <a:schemeClr val="bg1">
                <a:lumMod val="75000"/>
              </a:schemeClr>
            </a:solid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US" sz="800" b="1" i="0" u="none" strike="noStrike" kern="1200" cap="none" spc="0" normalizeH="0" baseline="0" noProof="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50" name="TextBox 49">
            <a:extLst>
              <a:ext uri="{FF2B5EF4-FFF2-40B4-BE49-F238E27FC236}">
                <a16:creationId xmlns:a16="http://schemas.microsoft.com/office/drawing/2014/main" id="{28B0E38B-BC1B-2B27-9CCE-48E4950BDAF5}"/>
              </a:ext>
            </a:extLst>
          </p:cNvPr>
          <p:cNvSpPr txBox="1"/>
          <p:nvPr/>
        </p:nvSpPr>
        <p:spPr>
          <a:xfrm>
            <a:off x="9116867" y="2107586"/>
            <a:ext cx="2543053" cy="1440000"/>
          </a:xfrm>
          <a:prstGeom prst="rect">
            <a:avLst/>
          </a:prstGeom>
          <a:solidFill>
            <a:schemeClr val="tx2">
              <a:lumMod val="20000"/>
              <a:lumOff val="80000"/>
            </a:schemeClr>
          </a:solidFill>
        </p:spPr>
        <p:txBody>
          <a:bodyPr wrap="square" rtlCol="0" anchor="ctr">
            <a:noAutofit/>
          </a:bodyPr>
          <a:lstStyle/>
          <a:p>
            <a:pPr marL="0" marR="0" lvl="0" indent="0" algn="ctr" defTabSz="1219170" rtl="0" eaLnBrk="1" fontAlgn="auto" latinLnBrk="0" hangingPunct="1">
              <a:lnSpc>
                <a:spcPct val="100000"/>
              </a:lnSpc>
              <a:spcBef>
                <a:spcPts val="0"/>
              </a:spcBef>
              <a:spcAft>
                <a:spcPts val="600"/>
              </a:spcAft>
              <a:buClrTx/>
              <a:buSzTx/>
              <a:buFontTx/>
              <a:buNone/>
              <a:tabLst/>
              <a:defRPr/>
            </a:pPr>
            <a:r>
              <a:rPr kumimoji="0" lang="en-US" sz="800" b="1"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Parallel Runs</a:t>
            </a:r>
          </a:p>
          <a:p>
            <a:pPr lvl="0" algn="ctr" defTabSz="1219170">
              <a:spcAft>
                <a:spcPts val="600"/>
              </a:spcAft>
              <a:defRPr/>
            </a:pPr>
            <a:r>
              <a:rPr lang="en-US" sz="800">
                <a:solidFill>
                  <a:prstClr val="black"/>
                </a:solidFill>
                <a:latin typeface="Open Sans" panose="020B0606030504020204" pitchFamily="34" charset="0"/>
                <a:ea typeface="Open Sans" panose="020B0606030504020204" pitchFamily="34" charset="0"/>
                <a:cs typeface="Open Sans" panose="020B0606030504020204" pitchFamily="34" charset="0"/>
              </a:rPr>
              <a:t>The execution of parallel runs for ETL pipelines and data reconciliation between Teradata and Snowflake .</a:t>
            </a:r>
            <a:endParaRPr kumimoji="0" lang="en-US" sz="8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53" name="TextBox 52">
            <a:extLst>
              <a:ext uri="{FF2B5EF4-FFF2-40B4-BE49-F238E27FC236}">
                <a16:creationId xmlns:a16="http://schemas.microsoft.com/office/drawing/2014/main" id="{D95B8631-9AFD-6B00-358E-B69D62F552D4}"/>
              </a:ext>
            </a:extLst>
          </p:cNvPr>
          <p:cNvSpPr txBox="1"/>
          <p:nvPr/>
        </p:nvSpPr>
        <p:spPr>
          <a:xfrm>
            <a:off x="9116867" y="3887595"/>
            <a:ext cx="2543053" cy="1440000"/>
          </a:xfrm>
          <a:prstGeom prst="rect">
            <a:avLst/>
          </a:prstGeom>
          <a:solidFill>
            <a:schemeClr val="tx2">
              <a:lumMod val="20000"/>
              <a:lumOff val="80000"/>
            </a:schemeClr>
          </a:solidFill>
        </p:spPr>
        <p:txBody>
          <a:bodyPr wrap="square" rtlCol="0" anchor="ctr">
            <a:noAutofit/>
          </a:bodyPr>
          <a:lstStyle/>
          <a:p>
            <a:pPr marL="0" marR="0" lvl="0" indent="0" algn="ctr" defTabSz="1219170" rtl="0" eaLnBrk="1" fontAlgn="auto" latinLnBrk="0" hangingPunct="1">
              <a:lnSpc>
                <a:spcPct val="100000"/>
              </a:lnSpc>
              <a:spcBef>
                <a:spcPts val="0"/>
              </a:spcBef>
              <a:spcAft>
                <a:spcPts val="600"/>
              </a:spcAft>
              <a:buClrTx/>
              <a:buSzTx/>
              <a:buFontTx/>
              <a:buNone/>
              <a:tabLst/>
              <a:defRPr/>
            </a:pPr>
            <a:r>
              <a:rPr lang="en-US" sz="800" b="1">
                <a:solidFill>
                  <a:prstClr val="black"/>
                </a:solidFill>
                <a:latin typeface="Open Sans" panose="020B0606030504020204" pitchFamily="34" charset="0"/>
                <a:ea typeface="Open Sans" panose="020B0606030504020204" pitchFamily="34" charset="0"/>
                <a:cs typeface="Open Sans" panose="020B0606030504020204" pitchFamily="34" charset="0"/>
              </a:rPr>
              <a:t>Hypercare</a:t>
            </a:r>
          </a:p>
          <a:p>
            <a:pPr algn="ctr"/>
            <a:r>
              <a:rPr lang="en-US" sz="800">
                <a:solidFill>
                  <a:prstClr val="black"/>
                </a:solidFill>
                <a:latin typeface="Open Sans" panose="020B0606030504020204" pitchFamily="34" charset="0"/>
                <a:ea typeface="Open Sans" panose="020B0606030504020204" pitchFamily="34" charset="0"/>
                <a:cs typeface="Open Sans" panose="020B0606030504020204" pitchFamily="34" charset="0"/>
              </a:rPr>
              <a:t>Provide support to ensure SLAs are met, resolve any defects, and stabilize operations. Address any defects promptly and confirm closure only after all critical issues are resolved and plan for handover to Data Ops.</a:t>
            </a:r>
          </a:p>
        </p:txBody>
      </p:sp>
      <p:sp>
        <p:nvSpPr>
          <p:cNvPr id="83" name="Rectangle 82">
            <a:extLst>
              <a:ext uri="{FF2B5EF4-FFF2-40B4-BE49-F238E27FC236}">
                <a16:creationId xmlns:a16="http://schemas.microsoft.com/office/drawing/2014/main" id="{43C62BF9-CA51-866A-718C-0E1A68D60940}"/>
              </a:ext>
            </a:extLst>
          </p:cNvPr>
          <p:cNvSpPr/>
          <p:nvPr/>
        </p:nvSpPr>
        <p:spPr bwMode="gray">
          <a:xfrm>
            <a:off x="9459681" y="1613328"/>
            <a:ext cx="2263013" cy="365760"/>
          </a:xfrm>
          <a:prstGeom prst="rect">
            <a:avLst/>
          </a:prstGeom>
          <a:solidFill>
            <a:schemeClr val="bg1">
              <a:lumMod val="85000"/>
            </a:schemeClr>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marL="0" marR="0" lvl="0" indent="0" algn="l" defTabSz="1219170" rtl="0" eaLnBrk="1" fontAlgn="auto" latinLnBrk="0" hangingPunct="1">
              <a:lnSpc>
                <a:spcPct val="100000"/>
              </a:lnSpc>
              <a:spcBef>
                <a:spcPts val="0"/>
              </a:spcBef>
              <a:spcAft>
                <a:spcPts val="1200"/>
              </a:spcAft>
              <a:buClrTx/>
              <a:buSzTx/>
              <a:buFontTx/>
              <a:buNone/>
              <a:tabLst/>
              <a:defRPr/>
            </a:pPr>
            <a:r>
              <a:rPr kumimoji="0" lang="en-US" sz="900" b="1" i="0" u="none" strike="noStrike" kern="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Parallel Run, Data Ops, Hypercare</a:t>
            </a:r>
            <a:endParaRPr kumimoji="0" lang="en-US" sz="900" b="0" i="0" u="none" strike="noStrike" kern="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2" name="Trapezoid 111">
            <a:extLst>
              <a:ext uri="{FF2B5EF4-FFF2-40B4-BE49-F238E27FC236}">
                <a16:creationId xmlns:a16="http://schemas.microsoft.com/office/drawing/2014/main" id="{1516D736-D9A4-8EBC-1CE9-73955D89812C}"/>
              </a:ext>
            </a:extLst>
          </p:cNvPr>
          <p:cNvSpPr/>
          <p:nvPr/>
        </p:nvSpPr>
        <p:spPr>
          <a:xfrm>
            <a:off x="6204301" y="2339092"/>
            <a:ext cx="2637806" cy="411979"/>
          </a:xfrm>
          <a:custGeom>
            <a:avLst/>
            <a:gdLst>
              <a:gd name="connsiteX0" fmla="*/ 0 w 3434613"/>
              <a:gd name="connsiteY0" fmla="*/ 474532 h 474532"/>
              <a:gd name="connsiteX1" fmla="*/ 631208 w 3434613"/>
              <a:gd name="connsiteY1" fmla="*/ 0 h 474532"/>
              <a:gd name="connsiteX2" fmla="*/ 2803405 w 3434613"/>
              <a:gd name="connsiteY2" fmla="*/ 0 h 474532"/>
              <a:gd name="connsiteX3" fmla="*/ 3434613 w 3434613"/>
              <a:gd name="connsiteY3" fmla="*/ 474532 h 474532"/>
              <a:gd name="connsiteX4" fmla="*/ 0 w 3434613"/>
              <a:gd name="connsiteY4" fmla="*/ 474532 h 474532"/>
              <a:gd name="connsiteX0" fmla="*/ 0 w 3303985"/>
              <a:gd name="connsiteY0" fmla="*/ 474532 h 474532"/>
              <a:gd name="connsiteX1" fmla="*/ 500580 w 3303985"/>
              <a:gd name="connsiteY1" fmla="*/ 0 h 474532"/>
              <a:gd name="connsiteX2" fmla="*/ 2672777 w 3303985"/>
              <a:gd name="connsiteY2" fmla="*/ 0 h 474532"/>
              <a:gd name="connsiteX3" fmla="*/ 3303985 w 3303985"/>
              <a:gd name="connsiteY3" fmla="*/ 474532 h 474532"/>
              <a:gd name="connsiteX4" fmla="*/ 0 w 3303985"/>
              <a:gd name="connsiteY4" fmla="*/ 474532 h 474532"/>
              <a:gd name="connsiteX0" fmla="*/ 0 w 3202385"/>
              <a:gd name="connsiteY0" fmla="*/ 474532 h 478161"/>
              <a:gd name="connsiteX1" fmla="*/ 500580 w 3202385"/>
              <a:gd name="connsiteY1" fmla="*/ 0 h 478161"/>
              <a:gd name="connsiteX2" fmla="*/ 2672777 w 3202385"/>
              <a:gd name="connsiteY2" fmla="*/ 0 h 478161"/>
              <a:gd name="connsiteX3" fmla="*/ 3202385 w 3202385"/>
              <a:gd name="connsiteY3" fmla="*/ 478161 h 478161"/>
              <a:gd name="connsiteX4" fmla="*/ 0 w 3202385"/>
              <a:gd name="connsiteY4" fmla="*/ 474532 h 4781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2385" h="478161">
                <a:moveTo>
                  <a:pt x="0" y="474532"/>
                </a:moveTo>
                <a:lnTo>
                  <a:pt x="500580" y="0"/>
                </a:lnTo>
                <a:lnTo>
                  <a:pt x="2672777" y="0"/>
                </a:lnTo>
                <a:lnTo>
                  <a:pt x="3202385" y="478161"/>
                </a:lnTo>
                <a:lnTo>
                  <a:pt x="0" y="474532"/>
                </a:lnTo>
                <a:close/>
              </a:path>
            </a:pathLst>
          </a:custGeom>
          <a:solidFill>
            <a:srgbClr val="00A3E0"/>
          </a:solidFill>
          <a:ln w="9525" cap="flat" cmpd="sng" algn="ctr">
            <a:noFill/>
            <a:prstDash val="solid"/>
          </a:ln>
          <a:effectLst/>
        </p:spPr>
        <p:txBody>
          <a:bodyPr lIns="0" r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rPr>
              <a:t>Integration Management </a:t>
            </a:r>
          </a:p>
        </p:txBody>
      </p:sp>
      <p:sp>
        <p:nvSpPr>
          <p:cNvPr id="29" name="Rectangle 28">
            <a:extLst>
              <a:ext uri="{FF2B5EF4-FFF2-40B4-BE49-F238E27FC236}">
                <a16:creationId xmlns:a16="http://schemas.microsoft.com/office/drawing/2014/main" id="{14D80330-F4C2-EC7D-34AE-54140CC07FB7}"/>
              </a:ext>
            </a:extLst>
          </p:cNvPr>
          <p:cNvSpPr/>
          <p:nvPr/>
        </p:nvSpPr>
        <p:spPr>
          <a:xfrm>
            <a:off x="6232374" y="2801954"/>
            <a:ext cx="2595600" cy="375837"/>
          </a:xfrm>
          <a:prstGeom prst="rect">
            <a:avLst/>
          </a:prstGeom>
          <a:solidFill>
            <a:srgbClr val="00A3E0"/>
          </a:solidFill>
          <a:ln w="6350" cap="flat" cmpd="sng" algn="ctr">
            <a:noFill/>
            <a:prstDash val="solid"/>
          </a:ln>
          <a:effectLst/>
        </p:spPr>
        <p:txBody>
          <a:bodyPr lIns="0" rIns="0" rtlCol="0" anchor="ctr"/>
          <a:lstStyle/>
          <a:p>
            <a:pPr marL="177800" marR="0" lvl="0" algn="ctr" defTabSz="457200" rtl="0" eaLnBrk="1" fontAlgn="auto" latinLnBrk="0" hangingPunct="1">
              <a:lnSpc>
                <a:spcPct val="100000"/>
              </a:lnSpc>
              <a:spcBef>
                <a:spcPts val="0"/>
              </a:spcBef>
              <a:spcAft>
                <a:spcPts val="0"/>
              </a:spcAft>
              <a:buClrTx/>
              <a:buSzTx/>
              <a:buFontTx/>
              <a:buNone/>
              <a:defRPr/>
            </a:pPr>
            <a:r>
              <a:rPr kumimoji="0" lang="en-US" sz="800" b="1" i="0" u="none" strike="noStrike" kern="0" cap="none" spc="0" normalizeH="0" baseline="0" noProof="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rPr>
              <a:t>Adoption of Future Target State Platform</a:t>
            </a:r>
          </a:p>
        </p:txBody>
      </p:sp>
      <p:sp>
        <p:nvSpPr>
          <p:cNvPr id="80" name="Rectangle 79">
            <a:extLst>
              <a:ext uri="{FF2B5EF4-FFF2-40B4-BE49-F238E27FC236}">
                <a16:creationId xmlns:a16="http://schemas.microsoft.com/office/drawing/2014/main" id="{B34B796F-7B69-2B6F-AF91-3DBBE443EA28}"/>
              </a:ext>
            </a:extLst>
          </p:cNvPr>
          <p:cNvSpPr/>
          <p:nvPr/>
        </p:nvSpPr>
        <p:spPr bwMode="gray">
          <a:xfrm>
            <a:off x="6579908" y="1613328"/>
            <a:ext cx="2285902" cy="365760"/>
          </a:xfrm>
          <a:prstGeom prst="rect">
            <a:avLst/>
          </a:prstGeom>
          <a:solidFill>
            <a:schemeClr val="bg1">
              <a:lumMod val="85000"/>
            </a:schemeClr>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marL="0" marR="0" lvl="0" indent="0" algn="l" defTabSz="1219170" rtl="0" eaLnBrk="1" fontAlgn="auto" latinLnBrk="0" hangingPunct="1">
              <a:lnSpc>
                <a:spcPct val="100000"/>
              </a:lnSpc>
              <a:spcBef>
                <a:spcPts val="0"/>
              </a:spcBef>
              <a:spcAft>
                <a:spcPts val="1200"/>
              </a:spcAft>
              <a:buClrTx/>
              <a:buSzTx/>
              <a:buFontTx/>
              <a:buNone/>
              <a:tabLst/>
              <a:defRPr/>
            </a:pPr>
            <a:r>
              <a:rPr kumimoji="0" lang="en-US" sz="900" b="1" i="0" u="none" strike="noStrike" kern="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Scale-out: Enhance and Optimize</a:t>
            </a:r>
          </a:p>
        </p:txBody>
      </p:sp>
      <p:sp>
        <p:nvSpPr>
          <p:cNvPr id="81" name="Rectangle 80">
            <a:extLst>
              <a:ext uri="{FF2B5EF4-FFF2-40B4-BE49-F238E27FC236}">
                <a16:creationId xmlns:a16="http://schemas.microsoft.com/office/drawing/2014/main" id="{74B99914-5535-4408-FE6E-5695C05A6073}"/>
              </a:ext>
            </a:extLst>
          </p:cNvPr>
          <p:cNvSpPr/>
          <p:nvPr/>
        </p:nvSpPr>
        <p:spPr bwMode="gray">
          <a:xfrm>
            <a:off x="9048202" y="1613328"/>
            <a:ext cx="411480" cy="365760"/>
          </a:xfrm>
          <a:prstGeom prst="rect">
            <a:avLst/>
          </a:prstGeom>
          <a:solidFill>
            <a:srgbClr val="0076A8"/>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r>
              <a:rPr kumimoji="0" lang="en-US" sz="900" b="1" i="0" u="none" strike="noStrike" kern="1200" cap="none" spc="0" normalizeH="0" baseline="0" noProof="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rPr>
              <a:t>3</a:t>
            </a:r>
          </a:p>
        </p:txBody>
      </p:sp>
      <p:grpSp>
        <p:nvGrpSpPr>
          <p:cNvPr id="85" name="Group 526">
            <a:extLst>
              <a:ext uri="{FF2B5EF4-FFF2-40B4-BE49-F238E27FC236}">
                <a16:creationId xmlns:a16="http://schemas.microsoft.com/office/drawing/2014/main" id="{802B5829-7E4C-BDBB-CFA2-6CB7592B1E6A}"/>
              </a:ext>
            </a:extLst>
          </p:cNvPr>
          <p:cNvGrpSpPr>
            <a:grpSpLocks noChangeAspect="1"/>
          </p:cNvGrpSpPr>
          <p:nvPr/>
        </p:nvGrpSpPr>
        <p:grpSpPr bwMode="auto">
          <a:xfrm>
            <a:off x="6563461" y="2430807"/>
            <a:ext cx="228600" cy="228600"/>
            <a:chOff x="3464" y="1974"/>
            <a:chExt cx="340" cy="340"/>
          </a:xfrm>
          <a:solidFill>
            <a:schemeClr val="bg1"/>
          </a:solidFill>
        </p:grpSpPr>
        <p:sp>
          <p:nvSpPr>
            <p:cNvPr id="86" name="Freeform 527">
              <a:extLst>
                <a:ext uri="{FF2B5EF4-FFF2-40B4-BE49-F238E27FC236}">
                  <a16:creationId xmlns:a16="http://schemas.microsoft.com/office/drawing/2014/main" id="{A7D6262A-D1E6-C2BD-E94F-A0E1AB5399EA}"/>
                </a:ext>
              </a:extLst>
            </p:cNvPr>
            <p:cNvSpPr>
              <a:spLocks noEditPoints="1"/>
            </p:cNvSpPr>
            <p:nvPr/>
          </p:nvSpPr>
          <p:spPr bwMode="auto">
            <a:xfrm>
              <a:off x="3464" y="1974"/>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8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87" name="Freeform 528">
              <a:extLst>
                <a:ext uri="{FF2B5EF4-FFF2-40B4-BE49-F238E27FC236}">
                  <a16:creationId xmlns:a16="http://schemas.microsoft.com/office/drawing/2014/main" id="{6EE8EC02-A7D2-C409-5765-BD59ED1A87C9}"/>
                </a:ext>
              </a:extLst>
            </p:cNvPr>
            <p:cNvSpPr>
              <a:spLocks noEditPoints="1"/>
            </p:cNvSpPr>
            <p:nvPr/>
          </p:nvSpPr>
          <p:spPr bwMode="auto">
            <a:xfrm>
              <a:off x="3541" y="2037"/>
              <a:ext cx="185" cy="199"/>
            </a:xfrm>
            <a:custGeom>
              <a:avLst/>
              <a:gdLst>
                <a:gd name="T0" fmla="*/ 268 w 279"/>
                <a:gd name="T1" fmla="*/ 299 h 299"/>
                <a:gd name="T2" fmla="*/ 12 w 279"/>
                <a:gd name="T3" fmla="*/ 299 h 299"/>
                <a:gd name="T4" fmla="*/ 3 w 279"/>
                <a:gd name="T5" fmla="*/ 294 h 299"/>
                <a:gd name="T6" fmla="*/ 2 w 279"/>
                <a:gd name="T7" fmla="*/ 284 h 299"/>
                <a:gd name="T8" fmla="*/ 23 w 279"/>
                <a:gd name="T9" fmla="*/ 241 h 299"/>
                <a:gd name="T10" fmla="*/ 33 w 279"/>
                <a:gd name="T11" fmla="*/ 235 h 299"/>
                <a:gd name="T12" fmla="*/ 246 w 279"/>
                <a:gd name="T13" fmla="*/ 235 h 299"/>
                <a:gd name="T14" fmla="*/ 256 w 279"/>
                <a:gd name="T15" fmla="*/ 241 h 299"/>
                <a:gd name="T16" fmla="*/ 277 w 279"/>
                <a:gd name="T17" fmla="*/ 284 h 299"/>
                <a:gd name="T18" fmla="*/ 277 w 279"/>
                <a:gd name="T19" fmla="*/ 294 h 299"/>
                <a:gd name="T20" fmla="*/ 268 w 279"/>
                <a:gd name="T21" fmla="*/ 299 h 299"/>
                <a:gd name="T22" fmla="*/ 29 w 279"/>
                <a:gd name="T23" fmla="*/ 278 h 299"/>
                <a:gd name="T24" fmla="*/ 250 w 279"/>
                <a:gd name="T25" fmla="*/ 278 h 299"/>
                <a:gd name="T26" fmla="*/ 240 w 279"/>
                <a:gd name="T27" fmla="*/ 257 h 299"/>
                <a:gd name="T28" fmla="*/ 40 w 279"/>
                <a:gd name="T29" fmla="*/ 257 h 299"/>
                <a:gd name="T30" fmla="*/ 29 w 279"/>
                <a:gd name="T31" fmla="*/ 278 h 299"/>
                <a:gd name="T32" fmla="*/ 257 w 279"/>
                <a:gd name="T33" fmla="*/ 86 h 299"/>
                <a:gd name="T34" fmla="*/ 22 w 279"/>
                <a:gd name="T35" fmla="*/ 86 h 299"/>
                <a:gd name="T36" fmla="*/ 12 w 279"/>
                <a:gd name="T37" fmla="*/ 78 h 299"/>
                <a:gd name="T38" fmla="*/ 17 w 279"/>
                <a:gd name="T39" fmla="*/ 66 h 299"/>
                <a:gd name="T40" fmla="*/ 135 w 279"/>
                <a:gd name="T41" fmla="*/ 2 h 299"/>
                <a:gd name="T42" fmla="*/ 145 w 279"/>
                <a:gd name="T43" fmla="*/ 2 h 299"/>
                <a:gd name="T44" fmla="*/ 262 w 279"/>
                <a:gd name="T45" fmla="*/ 66 h 299"/>
                <a:gd name="T46" fmla="*/ 267 w 279"/>
                <a:gd name="T47" fmla="*/ 78 h 299"/>
                <a:gd name="T48" fmla="*/ 257 w 279"/>
                <a:gd name="T49" fmla="*/ 86 h 299"/>
                <a:gd name="T50" fmla="*/ 64 w 279"/>
                <a:gd name="T51" fmla="*/ 65 h 299"/>
                <a:gd name="T52" fmla="*/ 215 w 279"/>
                <a:gd name="T53" fmla="*/ 65 h 299"/>
                <a:gd name="T54" fmla="*/ 140 w 279"/>
                <a:gd name="T55" fmla="*/ 23 h 299"/>
                <a:gd name="T56" fmla="*/ 64 w 279"/>
                <a:gd name="T57" fmla="*/ 65 h 299"/>
                <a:gd name="T58" fmla="*/ 54 w 279"/>
                <a:gd name="T59" fmla="*/ 203 h 299"/>
                <a:gd name="T60" fmla="*/ 54 w 279"/>
                <a:gd name="T61" fmla="*/ 118 h 299"/>
                <a:gd name="T62" fmla="*/ 44 w 279"/>
                <a:gd name="T63" fmla="*/ 107 h 299"/>
                <a:gd name="T64" fmla="*/ 33 w 279"/>
                <a:gd name="T65" fmla="*/ 118 h 299"/>
                <a:gd name="T66" fmla="*/ 33 w 279"/>
                <a:gd name="T67" fmla="*/ 203 h 299"/>
                <a:gd name="T68" fmla="*/ 44 w 279"/>
                <a:gd name="T69" fmla="*/ 214 h 299"/>
                <a:gd name="T70" fmla="*/ 54 w 279"/>
                <a:gd name="T71" fmla="*/ 203 h 299"/>
                <a:gd name="T72" fmla="*/ 118 w 279"/>
                <a:gd name="T73" fmla="*/ 203 h 299"/>
                <a:gd name="T74" fmla="*/ 118 w 279"/>
                <a:gd name="T75" fmla="*/ 118 h 299"/>
                <a:gd name="T76" fmla="*/ 108 w 279"/>
                <a:gd name="T77" fmla="*/ 107 h 299"/>
                <a:gd name="T78" fmla="*/ 97 w 279"/>
                <a:gd name="T79" fmla="*/ 118 h 299"/>
                <a:gd name="T80" fmla="*/ 97 w 279"/>
                <a:gd name="T81" fmla="*/ 203 h 299"/>
                <a:gd name="T82" fmla="*/ 108 w 279"/>
                <a:gd name="T83" fmla="*/ 214 h 299"/>
                <a:gd name="T84" fmla="*/ 118 w 279"/>
                <a:gd name="T85" fmla="*/ 203 h 299"/>
                <a:gd name="T86" fmla="*/ 182 w 279"/>
                <a:gd name="T87" fmla="*/ 203 h 299"/>
                <a:gd name="T88" fmla="*/ 182 w 279"/>
                <a:gd name="T89" fmla="*/ 118 h 299"/>
                <a:gd name="T90" fmla="*/ 172 w 279"/>
                <a:gd name="T91" fmla="*/ 107 h 299"/>
                <a:gd name="T92" fmla="*/ 161 w 279"/>
                <a:gd name="T93" fmla="*/ 118 h 299"/>
                <a:gd name="T94" fmla="*/ 161 w 279"/>
                <a:gd name="T95" fmla="*/ 203 h 299"/>
                <a:gd name="T96" fmla="*/ 172 w 279"/>
                <a:gd name="T97" fmla="*/ 214 h 299"/>
                <a:gd name="T98" fmla="*/ 182 w 279"/>
                <a:gd name="T99" fmla="*/ 203 h 299"/>
                <a:gd name="T100" fmla="*/ 246 w 279"/>
                <a:gd name="T101" fmla="*/ 203 h 299"/>
                <a:gd name="T102" fmla="*/ 246 w 279"/>
                <a:gd name="T103" fmla="*/ 118 h 299"/>
                <a:gd name="T104" fmla="*/ 236 w 279"/>
                <a:gd name="T105" fmla="*/ 107 h 299"/>
                <a:gd name="T106" fmla="*/ 225 w 279"/>
                <a:gd name="T107" fmla="*/ 118 h 299"/>
                <a:gd name="T108" fmla="*/ 225 w 279"/>
                <a:gd name="T109" fmla="*/ 203 h 299"/>
                <a:gd name="T110" fmla="*/ 236 w 279"/>
                <a:gd name="T111" fmla="*/ 214 h 299"/>
                <a:gd name="T112" fmla="*/ 246 w 279"/>
                <a:gd name="T113" fmla="*/ 203 h 2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79" h="299">
                  <a:moveTo>
                    <a:pt x="268" y="299"/>
                  </a:moveTo>
                  <a:cubicBezTo>
                    <a:pt x="12" y="299"/>
                    <a:pt x="12" y="299"/>
                    <a:pt x="12" y="299"/>
                  </a:cubicBezTo>
                  <a:cubicBezTo>
                    <a:pt x="8" y="299"/>
                    <a:pt x="5" y="297"/>
                    <a:pt x="3" y="294"/>
                  </a:cubicBezTo>
                  <a:cubicBezTo>
                    <a:pt x="1" y="291"/>
                    <a:pt x="0" y="287"/>
                    <a:pt x="2" y="284"/>
                  </a:cubicBezTo>
                  <a:cubicBezTo>
                    <a:pt x="23" y="241"/>
                    <a:pt x="23" y="241"/>
                    <a:pt x="23" y="241"/>
                  </a:cubicBezTo>
                  <a:cubicBezTo>
                    <a:pt x="25" y="238"/>
                    <a:pt x="29" y="235"/>
                    <a:pt x="33" y="235"/>
                  </a:cubicBezTo>
                  <a:cubicBezTo>
                    <a:pt x="246" y="235"/>
                    <a:pt x="246" y="235"/>
                    <a:pt x="246" y="235"/>
                  </a:cubicBezTo>
                  <a:cubicBezTo>
                    <a:pt x="250" y="235"/>
                    <a:pt x="254" y="238"/>
                    <a:pt x="256" y="241"/>
                  </a:cubicBezTo>
                  <a:cubicBezTo>
                    <a:pt x="277" y="284"/>
                    <a:pt x="277" y="284"/>
                    <a:pt x="277" y="284"/>
                  </a:cubicBezTo>
                  <a:cubicBezTo>
                    <a:pt x="279" y="287"/>
                    <a:pt x="279" y="291"/>
                    <a:pt x="277" y="294"/>
                  </a:cubicBezTo>
                  <a:cubicBezTo>
                    <a:pt x="275" y="297"/>
                    <a:pt x="271" y="299"/>
                    <a:pt x="268" y="299"/>
                  </a:cubicBezTo>
                  <a:close/>
                  <a:moveTo>
                    <a:pt x="29" y="278"/>
                  </a:moveTo>
                  <a:cubicBezTo>
                    <a:pt x="250" y="278"/>
                    <a:pt x="250" y="278"/>
                    <a:pt x="250" y="278"/>
                  </a:cubicBezTo>
                  <a:cubicBezTo>
                    <a:pt x="240" y="257"/>
                    <a:pt x="240" y="257"/>
                    <a:pt x="240" y="257"/>
                  </a:cubicBezTo>
                  <a:cubicBezTo>
                    <a:pt x="40" y="257"/>
                    <a:pt x="40" y="257"/>
                    <a:pt x="40" y="257"/>
                  </a:cubicBezTo>
                  <a:lnTo>
                    <a:pt x="29" y="278"/>
                  </a:lnTo>
                  <a:close/>
                  <a:moveTo>
                    <a:pt x="257" y="86"/>
                  </a:moveTo>
                  <a:cubicBezTo>
                    <a:pt x="22" y="86"/>
                    <a:pt x="22" y="86"/>
                    <a:pt x="22" y="86"/>
                  </a:cubicBezTo>
                  <a:cubicBezTo>
                    <a:pt x="17" y="86"/>
                    <a:pt x="13" y="83"/>
                    <a:pt x="12" y="78"/>
                  </a:cubicBezTo>
                  <a:cubicBezTo>
                    <a:pt x="11" y="73"/>
                    <a:pt x="13" y="68"/>
                    <a:pt x="17" y="66"/>
                  </a:cubicBezTo>
                  <a:cubicBezTo>
                    <a:pt x="135" y="2"/>
                    <a:pt x="135" y="2"/>
                    <a:pt x="135" y="2"/>
                  </a:cubicBezTo>
                  <a:cubicBezTo>
                    <a:pt x="138" y="0"/>
                    <a:pt x="142" y="0"/>
                    <a:pt x="145" y="2"/>
                  </a:cubicBezTo>
                  <a:cubicBezTo>
                    <a:pt x="262" y="66"/>
                    <a:pt x="262" y="66"/>
                    <a:pt x="262" y="66"/>
                  </a:cubicBezTo>
                  <a:cubicBezTo>
                    <a:pt x="266" y="68"/>
                    <a:pt x="269" y="73"/>
                    <a:pt x="267" y="78"/>
                  </a:cubicBezTo>
                  <a:cubicBezTo>
                    <a:pt x="266" y="83"/>
                    <a:pt x="262" y="86"/>
                    <a:pt x="257" y="86"/>
                  </a:cubicBezTo>
                  <a:close/>
                  <a:moveTo>
                    <a:pt x="64" y="65"/>
                  </a:moveTo>
                  <a:cubicBezTo>
                    <a:pt x="215" y="65"/>
                    <a:pt x="215" y="65"/>
                    <a:pt x="215" y="65"/>
                  </a:cubicBezTo>
                  <a:cubicBezTo>
                    <a:pt x="140" y="23"/>
                    <a:pt x="140" y="23"/>
                    <a:pt x="140" y="23"/>
                  </a:cubicBezTo>
                  <a:lnTo>
                    <a:pt x="64" y="65"/>
                  </a:lnTo>
                  <a:close/>
                  <a:moveTo>
                    <a:pt x="54" y="203"/>
                  </a:moveTo>
                  <a:cubicBezTo>
                    <a:pt x="54" y="118"/>
                    <a:pt x="54" y="118"/>
                    <a:pt x="54" y="118"/>
                  </a:cubicBezTo>
                  <a:cubicBezTo>
                    <a:pt x="54" y="112"/>
                    <a:pt x="50" y="107"/>
                    <a:pt x="44" y="107"/>
                  </a:cubicBezTo>
                  <a:cubicBezTo>
                    <a:pt x="38" y="107"/>
                    <a:pt x="33" y="112"/>
                    <a:pt x="33" y="118"/>
                  </a:cubicBezTo>
                  <a:cubicBezTo>
                    <a:pt x="33" y="203"/>
                    <a:pt x="33" y="203"/>
                    <a:pt x="33" y="203"/>
                  </a:cubicBezTo>
                  <a:cubicBezTo>
                    <a:pt x="33" y="209"/>
                    <a:pt x="38" y="214"/>
                    <a:pt x="44" y="214"/>
                  </a:cubicBezTo>
                  <a:cubicBezTo>
                    <a:pt x="50" y="214"/>
                    <a:pt x="54" y="209"/>
                    <a:pt x="54" y="203"/>
                  </a:cubicBezTo>
                  <a:close/>
                  <a:moveTo>
                    <a:pt x="118" y="203"/>
                  </a:moveTo>
                  <a:cubicBezTo>
                    <a:pt x="118" y="118"/>
                    <a:pt x="118" y="118"/>
                    <a:pt x="118" y="118"/>
                  </a:cubicBezTo>
                  <a:cubicBezTo>
                    <a:pt x="118" y="112"/>
                    <a:pt x="114" y="107"/>
                    <a:pt x="108" y="107"/>
                  </a:cubicBezTo>
                  <a:cubicBezTo>
                    <a:pt x="102" y="107"/>
                    <a:pt x="97" y="112"/>
                    <a:pt x="97" y="118"/>
                  </a:cubicBezTo>
                  <a:cubicBezTo>
                    <a:pt x="97" y="203"/>
                    <a:pt x="97" y="203"/>
                    <a:pt x="97" y="203"/>
                  </a:cubicBezTo>
                  <a:cubicBezTo>
                    <a:pt x="97" y="209"/>
                    <a:pt x="102" y="214"/>
                    <a:pt x="108" y="214"/>
                  </a:cubicBezTo>
                  <a:cubicBezTo>
                    <a:pt x="114" y="214"/>
                    <a:pt x="118" y="209"/>
                    <a:pt x="118" y="203"/>
                  </a:cubicBezTo>
                  <a:close/>
                  <a:moveTo>
                    <a:pt x="182" y="203"/>
                  </a:moveTo>
                  <a:cubicBezTo>
                    <a:pt x="182" y="118"/>
                    <a:pt x="182" y="118"/>
                    <a:pt x="182" y="118"/>
                  </a:cubicBezTo>
                  <a:cubicBezTo>
                    <a:pt x="182" y="112"/>
                    <a:pt x="178" y="107"/>
                    <a:pt x="172" y="107"/>
                  </a:cubicBezTo>
                  <a:cubicBezTo>
                    <a:pt x="166" y="107"/>
                    <a:pt x="161" y="112"/>
                    <a:pt x="161" y="118"/>
                  </a:cubicBezTo>
                  <a:cubicBezTo>
                    <a:pt x="161" y="203"/>
                    <a:pt x="161" y="203"/>
                    <a:pt x="161" y="203"/>
                  </a:cubicBezTo>
                  <a:cubicBezTo>
                    <a:pt x="161" y="209"/>
                    <a:pt x="166" y="214"/>
                    <a:pt x="172" y="214"/>
                  </a:cubicBezTo>
                  <a:cubicBezTo>
                    <a:pt x="178" y="214"/>
                    <a:pt x="182" y="209"/>
                    <a:pt x="182" y="203"/>
                  </a:cubicBezTo>
                  <a:close/>
                  <a:moveTo>
                    <a:pt x="246" y="203"/>
                  </a:moveTo>
                  <a:cubicBezTo>
                    <a:pt x="246" y="118"/>
                    <a:pt x="246" y="118"/>
                    <a:pt x="246" y="118"/>
                  </a:cubicBezTo>
                  <a:cubicBezTo>
                    <a:pt x="246" y="112"/>
                    <a:pt x="242" y="107"/>
                    <a:pt x="236" y="107"/>
                  </a:cubicBezTo>
                  <a:cubicBezTo>
                    <a:pt x="230" y="107"/>
                    <a:pt x="225" y="112"/>
                    <a:pt x="225" y="118"/>
                  </a:cubicBezTo>
                  <a:cubicBezTo>
                    <a:pt x="225" y="203"/>
                    <a:pt x="225" y="203"/>
                    <a:pt x="225" y="203"/>
                  </a:cubicBezTo>
                  <a:cubicBezTo>
                    <a:pt x="225" y="209"/>
                    <a:pt x="230" y="214"/>
                    <a:pt x="236" y="214"/>
                  </a:cubicBezTo>
                  <a:cubicBezTo>
                    <a:pt x="242" y="214"/>
                    <a:pt x="246" y="209"/>
                    <a:pt x="246" y="203"/>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8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grpSp>
      <p:grpSp>
        <p:nvGrpSpPr>
          <p:cNvPr id="88" name="Group 432">
            <a:extLst>
              <a:ext uri="{FF2B5EF4-FFF2-40B4-BE49-F238E27FC236}">
                <a16:creationId xmlns:a16="http://schemas.microsoft.com/office/drawing/2014/main" id="{3D28D68A-31CB-F1C5-ACAD-0952C4B81797}"/>
              </a:ext>
            </a:extLst>
          </p:cNvPr>
          <p:cNvGrpSpPr>
            <a:grpSpLocks noChangeAspect="1"/>
          </p:cNvGrpSpPr>
          <p:nvPr/>
        </p:nvGrpSpPr>
        <p:grpSpPr bwMode="auto">
          <a:xfrm>
            <a:off x="6267598" y="2868224"/>
            <a:ext cx="228600" cy="229272"/>
            <a:chOff x="3505" y="1546"/>
            <a:chExt cx="340" cy="341"/>
          </a:xfrm>
          <a:solidFill>
            <a:schemeClr val="bg1"/>
          </a:solidFill>
        </p:grpSpPr>
        <p:sp>
          <p:nvSpPr>
            <p:cNvPr id="89" name="Freeform 433">
              <a:extLst>
                <a:ext uri="{FF2B5EF4-FFF2-40B4-BE49-F238E27FC236}">
                  <a16:creationId xmlns:a16="http://schemas.microsoft.com/office/drawing/2014/main" id="{B1E8609F-BC29-66D5-E64F-2A2D44937FD6}"/>
                </a:ext>
              </a:extLst>
            </p:cNvPr>
            <p:cNvSpPr>
              <a:spLocks noEditPoints="1"/>
            </p:cNvSpPr>
            <p:nvPr/>
          </p:nvSpPr>
          <p:spPr bwMode="auto">
            <a:xfrm>
              <a:off x="3569" y="1610"/>
              <a:ext cx="212" cy="213"/>
            </a:xfrm>
            <a:custGeom>
              <a:avLst/>
              <a:gdLst>
                <a:gd name="T0" fmla="*/ 309 w 320"/>
                <a:gd name="T1" fmla="*/ 149 h 320"/>
                <a:gd name="T2" fmla="*/ 287 w 320"/>
                <a:gd name="T3" fmla="*/ 149 h 320"/>
                <a:gd name="T4" fmla="*/ 170 w 320"/>
                <a:gd name="T5" fmla="*/ 32 h 320"/>
                <a:gd name="T6" fmla="*/ 170 w 320"/>
                <a:gd name="T7" fmla="*/ 10 h 320"/>
                <a:gd name="T8" fmla="*/ 160 w 320"/>
                <a:gd name="T9" fmla="*/ 0 h 320"/>
                <a:gd name="T10" fmla="*/ 149 w 320"/>
                <a:gd name="T11" fmla="*/ 10 h 320"/>
                <a:gd name="T12" fmla="*/ 149 w 320"/>
                <a:gd name="T13" fmla="*/ 32 h 320"/>
                <a:gd name="T14" fmla="*/ 32 w 320"/>
                <a:gd name="T15" fmla="*/ 149 h 320"/>
                <a:gd name="T16" fmla="*/ 10 w 320"/>
                <a:gd name="T17" fmla="*/ 149 h 320"/>
                <a:gd name="T18" fmla="*/ 0 w 320"/>
                <a:gd name="T19" fmla="*/ 160 h 320"/>
                <a:gd name="T20" fmla="*/ 10 w 320"/>
                <a:gd name="T21" fmla="*/ 170 h 320"/>
                <a:gd name="T22" fmla="*/ 32 w 320"/>
                <a:gd name="T23" fmla="*/ 170 h 320"/>
                <a:gd name="T24" fmla="*/ 149 w 320"/>
                <a:gd name="T25" fmla="*/ 287 h 320"/>
                <a:gd name="T26" fmla="*/ 149 w 320"/>
                <a:gd name="T27" fmla="*/ 309 h 320"/>
                <a:gd name="T28" fmla="*/ 160 w 320"/>
                <a:gd name="T29" fmla="*/ 320 h 320"/>
                <a:gd name="T30" fmla="*/ 170 w 320"/>
                <a:gd name="T31" fmla="*/ 309 h 320"/>
                <a:gd name="T32" fmla="*/ 170 w 320"/>
                <a:gd name="T33" fmla="*/ 287 h 320"/>
                <a:gd name="T34" fmla="*/ 287 w 320"/>
                <a:gd name="T35" fmla="*/ 170 h 320"/>
                <a:gd name="T36" fmla="*/ 309 w 320"/>
                <a:gd name="T37" fmla="*/ 170 h 320"/>
                <a:gd name="T38" fmla="*/ 320 w 320"/>
                <a:gd name="T39" fmla="*/ 160 h 320"/>
                <a:gd name="T40" fmla="*/ 309 w 320"/>
                <a:gd name="T41" fmla="*/ 149 h 320"/>
                <a:gd name="T42" fmla="*/ 266 w 320"/>
                <a:gd name="T43" fmla="*/ 149 h 320"/>
                <a:gd name="T44" fmla="*/ 233 w 320"/>
                <a:gd name="T45" fmla="*/ 149 h 320"/>
                <a:gd name="T46" fmla="*/ 170 w 320"/>
                <a:gd name="T47" fmla="*/ 86 h 320"/>
                <a:gd name="T48" fmla="*/ 170 w 320"/>
                <a:gd name="T49" fmla="*/ 54 h 320"/>
                <a:gd name="T50" fmla="*/ 266 w 320"/>
                <a:gd name="T51" fmla="*/ 149 h 320"/>
                <a:gd name="T52" fmla="*/ 149 w 320"/>
                <a:gd name="T53" fmla="*/ 149 h 320"/>
                <a:gd name="T54" fmla="*/ 107 w 320"/>
                <a:gd name="T55" fmla="*/ 149 h 320"/>
                <a:gd name="T56" fmla="*/ 149 w 320"/>
                <a:gd name="T57" fmla="*/ 107 h 320"/>
                <a:gd name="T58" fmla="*/ 149 w 320"/>
                <a:gd name="T59" fmla="*/ 149 h 320"/>
                <a:gd name="T60" fmla="*/ 149 w 320"/>
                <a:gd name="T61" fmla="*/ 170 h 320"/>
                <a:gd name="T62" fmla="*/ 149 w 320"/>
                <a:gd name="T63" fmla="*/ 212 h 320"/>
                <a:gd name="T64" fmla="*/ 107 w 320"/>
                <a:gd name="T65" fmla="*/ 170 h 320"/>
                <a:gd name="T66" fmla="*/ 149 w 320"/>
                <a:gd name="T67" fmla="*/ 170 h 320"/>
                <a:gd name="T68" fmla="*/ 170 w 320"/>
                <a:gd name="T69" fmla="*/ 170 h 320"/>
                <a:gd name="T70" fmla="*/ 212 w 320"/>
                <a:gd name="T71" fmla="*/ 170 h 320"/>
                <a:gd name="T72" fmla="*/ 170 w 320"/>
                <a:gd name="T73" fmla="*/ 212 h 320"/>
                <a:gd name="T74" fmla="*/ 170 w 320"/>
                <a:gd name="T75" fmla="*/ 170 h 320"/>
                <a:gd name="T76" fmla="*/ 170 w 320"/>
                <a:gd name="T77" fmla="*/ 149 h 320"/>
                <a:gd name="T78" fmla="*/ 170 w 320"/>
                <a:gd name="T79" fmla="*/ 107 h 320"/>
                <a:gd name="T80" fmla="*/ 212 w 320"/>
                <a:gd name="T81" fmla="*/ 149 h 320"/>
                <a:gd name="T82" fmla="*/ 170 w 320"/>
                <a:gd name="T83" fmla="*/ 149 h 320"/>
                <a:gd name="T84" fmla="*/ 149 w 320"/>
                <a:gd name="T85" fmla="*/ 54 h 320"/>
                <a:gd name="T86" fmla="*/ 149 w 320"/>
                <a:gd name="T87" fmla="*/ 86 h 320"/>
                <a:gd name="T88" fmla="*/ 86 w 320"/>
                <a:gd name="T89" fmla="*/ 149 h 320"/>
                <a:gd name="T90" fmla="*/ 54 w 320"/>
                <a:gd name="T91" fmla="*/ 149 h 320"/>
                <a:gd name="T92" fmla="*/ 149 w 320"/>
                <a:gd name="T93" fmla="*/ 54 h 320"/>
                <a:gd name="T94" fmla="*/ 54 w 320"/>
                <a:gd name="T95" fmla="*/ 170 h 320"/>
                <a:gd name="T96" fmla="*/ 86 w 320"/>
                <a:gd name="T97" fmla="*/ 170 h 320"/>
                <a:gd name="T98" fmla="*/ 149 w 320"/>
                <a:gd name="T99" fmla="*/ 233 h 320"/>
                <a:gd name="T100" fmla="*/ 149 w 320"/>
                <a:gd name="T101" fmla="*/ 266 h 320"/>
                <a:gd name="T102" fmla="*/ 54 w 320"/>
                <a:gd name="T103" fmla="*/ 170 h 320"/>
                <a:gd name="T104" fmla="*/ 170 w 320"/>
                <a:gd name="T105" fmla="*/ 266 h 320"/>
                <a:gd name="T106" fmla="*/ 170 w 320"/>
                <a:gd name="T107" fmla="*/ 233 h 320"/>
                <a:gd name="T108" fmla="*/ 233 w 320"/>
                <a:gd name="T109" fmla="*/ 170 h 320"/>
                <a:gd name="T110" fmla="*/ 266 w 320"/>
                <a:gd name="T111" fmla="*/ 170 h 320"/>
                <a:gd name="T112" fmla="*/ 170 w 320"/>
                <a:gd name="T113" fmla="*/ 266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20" h="320">
                  <a:moveTo>
                    <a:pt x="309" y="149"/>
                  </a:moveTo>
                  <a:cubicBezTo>
                    <a:pt x="287" y="149"/>
                    <a:pt x="287" y="149"/>
                    <a:pt x="287" y="149"/>
                  </a:cubicBezTo>
                  <a:cubicBezTo>
                    <a:pt x="282" y="87"/>
                    <a:pt x="232" y="37"/>
                    <a:pt x="170" y="32"/>
                  </a:cubicBezTo>
                  <a:cubicBezTo>
                    <a:pt x="170" y="10"/>
                    <a:pt x="170" y="10"/>
                    <a:pt x="170" y="10"/>
                  </a:cubicBezTo>
                  <a:cubicBezTo>
                    <a:pt x="170" y="4"/>
                    <a:pt x="166" y="0"/>
                    <a:pt x="160" y="0"/>
                  </a:cubicBezTo>
                  <a:cubicBezTo>
                    <a:pt x="154" y="0"/>
                    <a:pt x="149" y="4"/>
                    <a:pt x="149" y="10"/>
                  </a:cubicBezTo>
                  <a:cubicBezTo>
                    <a:pt x="149" y="32"/>
                    <a:pt x="149" y="32"/>
                    <a:pt x="149" y="32"/>
                  </a:cubicBezTo>
                  <a:cubicBezTo>
                    <a:pt x="87" y="37"/>
                    <a:pt x="37" y="87"/>
                    <a:pt x="32" y="149"/>
                  </a:cubicBezTo>
                  <a:cubicBezTo>
                    <a:pt x="10" y="149"/>
                    <a:pt x="10" y="149"/>
                    <a:pt x="10" y="149"/>
                  </a:cubicBezTo>
                  <a:cubicBezTo>
                    <a:pt x="4" y="149"/>
                    <a:pt x="0" y="154"/>
                    <a:pt x="0" y="160"/>
                  </a:cubicBezTo>
                  <a:cubicBezTo>
                    <a:pt x="0" y="166"/>
                    <a:pt x="4" y="170"/>
                    <a:pt x="10" y="170"/>
                  </a:cubicBezTo>
                  <a:cubicBezTo>
                    <a:pt x="32" y="170"/>
                    <a:pt x="32" y="170"/>
                    <a:pt x="32" y="170"/>
                  </a:cubicBezTo>
                  <a:cubicBezTo>
                    <a:pt x="37" y="232"/>
                    <a:pt x="87" y="282"/>
                    <a:pt x="149" y="287"/>
                  </a:cubicBezTo>
                  <a:cubicBezTo>
                    <a:pt x="149" y="309"/>
                    <a:pt x="149" y="309"/>
                    <a:pt x="149" y="309"/>
                  </a:cubicBezTo>
                  <a:cubicBezTo>
                    <a:pt x="149" y="315"/>
                    <a:pt x="154" y="320"/>
                    <a:pt x="160" y="320"/>
                  </a:cubicBezTo>
                  <a:cubicBezTo>
                    <a:pt x="166" y="320"/>
                    <a:pt x="170" y="315"/>
                    <a:pt x="170" y="309"/>
                  </a:cubicBezTo>
                  <a:cubicBezTo>
                    <a:pt x="170" y="287"/>
                    <a:pt x="170" y="287"/>
                    <a:pt x="170" y="287"/>
                  </a:cubicBezTo>
                  <a:cubicBezTo>
                    <a:pt x="232" y="282"/>
                    <a:pt x="282" y="232"/>
                    <a:pt x="287" y="170"/>
                  </a:cubicBezTo>
                  <a:cubicBezTo>
                    <a:pt x="309" y="170"/>
                    <a:pt x="309" y="170"/>
                    <a:pt x="309" y="170"/>
                  </a:cubicBezTo>
                  <a:cubicBezTo>
                    <a:pt x="315" y="170"/>
                    <a:pt x="320" y="166"/>
                    <a:pt x="320" y="160"/>
                  </a:cubicBezTo>
                  <a:cubicBezTo>
                    <a:pt x="320" y="154"/>
                    <a:pt x="315" y="149"/>
                    <a:pt x="309" y="149"/>
                  </a:cubicBezTo>
                  <a:close/>
                  <a:moveTo>
                    <a:pt x="266" y="149"/>
                  </a:moveTo>
                  <a:cubicBezTo>
                    <a:pt x="233" y="149"/>
                    <a:pt x="233" y="149"/>
                    <a:pt x="233" y="149"/>
                  </a:cubicBezTo>
                  <a:cubicBezTo>
                    <a:pt x="229" y="116"/>
                    <a:pt x="203" y="91"/>
                    <a:pt x="170" y="86"/>
                  </a:cubicBezTo>
                  <a:cubicBezTo>
                    <a:pt x="170" y="54"/>
                    <a:pt x="170" y="54"/>
                    <a:pt x="170" y="54"/>
                  </a:cubicBezTo>
                  <a:cubicBezTo>
                    <a:pt x="221" y="59"/>
                    <a:pt x="261" y="99"/>
                    <a:pt x="266" y="149"/>
                  </a:cubicBezTo>
                  <a:close/>
                  <a:moveTo>
                    <a:pt x="149" y="149"/>
                  </a:moveTo>
                  <a:cubicBezTo>
                    <a:pt x="107" y="149"/>
                    <a:pt x="107" y="149"/>
                    <a:pt x="107" y="149"/>
                  </a:cubicBezTo>
                  <a:cubicBezTo>
                    <a:pt x="112" y="128"/>
                    <a:pt x="128" y="112"/>
                    <a:pt x="149" y="107"/>
                  </a:cubicBezTo>
                  <a:lnTo>
                    <a:pt x="149" y="149"/>
                  </a:lnTo>
                  <a:close/>
                  <a:moveTo>
                    <a:pt x="149" y="170"/>
                  </a:moveTo>
                  <a:cubicBezTo>
                    <a:pt x="149" y="212"/>
                    <a:pt x="149" y="212"/>
                    <a:pt x="149" y="212"/>
                  </a:cubicBezTo>
                  <a:cubicBezTo>
                    <a:pt x="128" y="208"/>
                    <a:pt x="112" y="191"/>
                    <a:pt x="107" y="170"/>
                  </a:cubicBezTo>
                  <a:lnTo>
                    <a:pt x="149" y="170"/>
                  </a:lnTo>
                  <a:close/>
                  <a:moveTo>
                    <a:pt x="170" y="170"/>
                  </a:moveTo>
                  <a:cubicBezTo>
                    <a:pt x="212" y="170"/>
                    <a:pt x="212" y="170"/>
                    <a:pt x="212" y="170"/>
                  </a:cubicBezTo>
                  <a:cubicBezTo>
                    <a:pt x="208" y="191"/>
                    <a:pt x="191" y="208"/>
                    <a:pt x="170" y="212"/>
                  </a:cubicBezTo>
                  <a:lnTo>
                    <a:pt x="170" y="170"/>
                  </a:lnTo>
                  <a:close/>
                  <a:moveTo>
                    <a:pt x="170" y="149"/>
                  </a:moveTo>
                  <a:cubicBezTo>
                    <a:pt x="170" y="107"/>
                    <a:pt x="170" y="107"/>
                    <a:pt x="170" y="107"/>
                  </a:cubicBezTo>
                  <a:cubicBezTo>
                    <a:pt x="191" y="112"/>
                    <a:pt x="208" y="128"/>
                    <a:pt x="212" y="149"/>
                  </a:cubicBezTo>
                  <a:lnTo>
                    <a:pt x="170" y="149"/>
                  </a:lnTo>
                  <a:close/>
                  <a:moveTo>
                    <a:pt x="149" y="54"/>
                  </a:moveTo>
                  <a:cubicBezTo>
                    <a:pt x="149" y="86"/>
                    <a:pt x="149" y="86"/>
                    <a:pt x="149" y="86"/>
                  </a:cubicBezTo>
                  <a:cubicBezTo>
                    <a:pt x="116" y="91"/>
                    <a:pt x="91" y="116"/>
                    <a:pt x="86" y="149"/>
                  </a:cubicBezTo>
                  <a:cubicBezTo>
                    <a:pt x="54" y="149"/>
                    <a:pt x="54" y="149"/>
                    <a:pt x="54" y="149"/>
                  </a:cubicBezTo>
                  <a:cubicBezTo>
                    <a:pt x="59" y="99"/>
                    <a:pt x="99" y="59"/>
                    <a:pt x="149" y="54"/>
                  </a:cubicBezTo>
                  <a:close/>
                  <a:moveTo>
                    <a:pt x="54" y="170"/>
                  </a:moveTo>
                  <a:cubicBezTo>
                    <a:pt x="86" y="170"/>
                    <a:pt x="86" y="170"/>
                    <a:pt x="86" y="170"/>
                  </a:cubicBezTo>
                  <a:cubicBezTo>
                    <a:pt x="91" y="203"/>
                    <a:pt x="116" y="229"/>
                    <a:pt x="149" y="233"/>
                  </a:cubicBezTo>
                  <a:cubicBezTo>
                    <a:pt x="149" y="266"/>
                    <a:pt x="149" y="266"/>
                    <a:pt x="149" y="266"/>
                  </a:cubicBezTo>
                  <a:cubicBezTo>
                    <a:pt x="99" y="261"/>
                    <a:pt x="59" y="221"/>
                    <a:pt x="54" y="170"/>
                  </a:cubicBezTo>
                  <a:close/>
                  <a:moveTo>
                    <a:pt x="170" y="266"/>
                  </a:moveTo>
                  <a:cubicBezTo>
                    <a:pt x="170" y="233"/>
                    <a:pt x="170" y="233"/>
                    <a:pt x="170" y="233"/>
                  </a:cubicBezTo>
                  <a:cubicBezTo>
                    <a:pt x="203" y="229"/>
                    <a:pt x="229" y="203"/>
                    <a:pt x="233" y="170"/>
                  </a:cubicBezTo>
                  <a:cubicBezTo>
                    <a:pt x="266" y="170"/>
                    <a:pt x="266" y="170"/>
                    <a:pt x="266" y="170"/>
                  </a:cubicBezTo>
                  <a:cubicBezTo>
                    <a:pt x="261" y="221"/>
                    <a:pt x="221" y="261"/>
                    <a:pt x="170" y="266"/>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8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90" name="Freeform 434">
              <a:extLst>
                <a:ext uri="{FF2B5EF4-FFF2-40B4-BE49-F238E27FC236}">
                  <a16:creationId xmlns:a16="http://schemas.microsoft.com/office/drawing/2014/main" id="{F3D9E109-72F7-6FD5-8971-0543A6910BE7}"/>
                </a:ext>
              </a:extLst>
            </p:cNvPr>
            <p:cNvSpPr>
              <a:spLocks noEditPoints="1"/>
            </p:cNvSpPr>
            <p:nvPr/>
          </p:nvSpPr>
          <p:spPr bwMode="auto">
            <a:xfrm>
              <a:off x="3505" y="1546"/>
              <a:ext cx="340" cy="341"/>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8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grpSp>
      <p:sp>
        <p:nvSpPr>
          <p:cNvPr id="23" name="Rectangle 22">
            <a:extLst>
              <a:ext uri="{FF2B5EF4-FFF2-40B4-BE49-F238E27FC236}">
                <a16:creationId xmlns:a16="http://schemas.microsoft.com/office/drawing/2014/main" id="{7EDC8120-DF45-0303-87F4-F131D7BA0E5F}"/>
              </a:ext>
            </a:extLst>
          </p:cNvPr>
          <p:cNvSpPr/>
          <p:nvPr/>
        </p:nvSpPr>
        <p:spPr bwMode="auto">
          <a:xfrm>
            <a:off x="6224623" y="3232635"/>
            <a:ext cx="548640" cy="815490"/>
          </a:xfrm>
          <a:prstGeom prst="rect">
            <a:avLst/>
          </a:prstGeom>
          <a:solidFill>
            <a:srgbClr val="00A3E0"/>
          </a:solidFill>
          <a:ln w="19050" cap="flat" cmpd="sng" algn="ctr">
            <a:noFill/>
            <a:prstDash val="solid"/>
            <a:round/>
            <a:headEnd type="none" w="med" len="med"/>
            <a:tailEnd type="none" w="med" len="med"/>
          </a:ln>
          <a:effectLst/>
        </p:spPr>
        <p:txBody>
          <a:bodyPr vert="horz" wrap="square" lIns="0" tIns="288000" rIns="0" bIns="0" numCol="1" rtlCol="0" anchor="t" anchorCtr="0" compatLnSpc="1">
            <a:prstTxWarp prst="textNoShape">
              <a:avLst/>
            </a:prstTxWarp>
          </a:bodyPr>
          <a:lstStyle/>
          <a:p>
            <a:pPr lvl="0" algn="ctr" defTabSz="1219170">
              <a:spcBef>
                <a:spcPts val="600"/>
              </a:spcBef>
              <a:buSzPct val="100000"/>
              <a:defRPr/>
            </a:pPr>
            <a:r>
              <a:rPr lang="en-US" sz="800" b="1">
                <a:solidFill>
                  <a:prstClr val="white"/>
                </a:solidFill>
                <a:latin typeface="Open Sans" panose="020B0606030504020204" pitchFamily="34" charset="0"/>
                <a:ea typeface="Open Sans" panose="020B0606030504020204" pitchFamily="34" charset="0"/>
                <a:cs typeface="Open Sans" panose="020B0606030504020204" pitchFamily="34" charset="0"/>
              </a:rPr>
              <a:t>Agile Delivery</a:t>
            </a:r>
          </a:p>
        </p:txBody>
      </p:sp>
      <p:grpSp>
        <p:nvGrpSpPr>
          <p:cNvPr id="91" name="Group 217">
            <a:extLst>
              <a:ext uri="{FF2B5EF4-FFF2-40B4-BE49-F238E27FC236}">
                <a16:creationId xmlns:a16="http://schemas.microsoft.com/office/drawing/2014/main" id="{6F10B45C-2A73-B7B5-7FB8-5858C8E42C7B}"/>
              </a:ext>
            </a:extLst>
          </p:cNvPr>
          <p:cNvGrpSpPr>
            <a:grpSpLocks noChangeAspect="1"/>
          </p:cNvGrpSpPr>
          <p:nvPr/>
        </p:nvGrpSpPr>
        <p:grpSpPr bwMode="auto">
          <a:xfrm>
            <a:off x="6384643" y="3266711"/>
            <a:ext cx="228600" cy="228600"/>
            <a:chOff x="5807" y="746"/>
            <a:chExt cx="340" cy="340"/>
          </a:xfrm>
          <a:solidFill>
            <a:schemeClr val="bg1"/>
          </a:solidFill>
        </p:grpSpPr>
        <p:sp>
          <p:nvSpPr>
            <p:cNvPr id="92" name="Freeform 218">
              <a:extLst>
                <a:ext uri="{FF2B5EF4-FFF2-40B4-BE49-F238E27FC236}">
                  <a16:creationId xmlns:a16="http://schemas.microsoft.com/office/drawing/2014/main" id="{01EE5AD5-C082-8F08-33B2-DC82E78E70CF}"/>
                </a:ext>
              </a:extLst>
            </p:cNvPr>
            <p:cNvSpPr>
              <a:spLocks noEditPoints="1"/>
            </p:cNvSpPr>
            <p:nvPr/>
          </p:nvSpPr>
          <p:spPr bwMode="auto">
            <a:xfrm>
              <a:off x="5892" y="824"/>
              <a:ext cx="170" cy="184"/>
            </a:xfrm>
            <a:custGeom>
              <a:avLst/>
              <a:gdLst>
                <a:gd name="T0" fmla="*/ 256 w 256"/>
                <a:gd name="T1" fmla="*/ 138 h 277"/>
                <a:gd name="T2" fmla="*/ 128 w 256"/>
                <a:gd name="T3" fmla="*/ 266 h 277"/>
                <a:gd name="T4" fmla="*/ 53 w 256"/>
                <a:gd name="T5" fmla="*/ 242 h 277"/>
                <a:gd name="T6" fmla="*/ 53 w 256"/>
                <a:gd name="T7" fmla="*/ 266 h 277"/>
                <a:gd name="T8" fmla="*/ 43 w 256"/>
                <a:gd name="T9" fmla="*/ 277 h 277"/>
                <a:gd name="T10" fmla="*/ 32 w 256"/>
                <a:gd name="T11" fmla="*/ 266 h 277"/>
                <a:gd name="T12" fmla="*/ 32 w 256"/>
                <a:gd name="T13" fmla="*/ 213 h 277"/>
                <a:gd name="T14" fmla="*/ 43 w 256"/>
                <a:gd name="T15" fmla="*/ 202 h 277"/>
                <a:gd name="T16" fmla="*/ 96 w 256"/>
                <a:gd name="T17" fmla="*/ 202 h 277"/>
                <a:gd name="T18" fmla="*/ 107 w 256"/>
                <a:gd name="T19" fmla="*/ 213 h 277"/>
                <a:gd name="T20" fmla="*/ 96 w 256"/>
                <a:gd name="T21" fmla="*/ 224 h 277"/>
                <a:gd name="T22" fmla="*/ 64 w 256"/>
                <a:gd name="T23" fmla="*/ 224 h 277"/>
                <a:gd name="T24" fmla="*/ 128 w 256"/>
                <a:gd name="T25" fmla="*/ 245 h 277"/>
                <a:gd name="T26" fmla="*/ 235 w 256"/>
                <a:gd name="T27" fmla="*/ 138 h 277"/>
                <a:gd name="T28" fmla="*/ 245 w 256"/>
                <a:gd name="T29" fmla="*/ 128 h 277"/>
                <a:gd name="T30" fmla="*/ 256 w 256"/>
                <a:gd name="T31" fmla="*/ 138 h 277"/>
                <a:gd name="T32" fmla="*/ 128 w 256"/>
                <a:gd name="T33" fmla="*/ 32 h 277"/>
                <a:gd name="T34" fmla="*/ 192 w 256"/>
                <a:gd name="T35" fmla="*/ 53 h 277"/>
                <a:gd name="T36" fmla="*/ 160 w 256"/>
                <a:gd name="T37" fmla="*/ 53 h 277"/>
                <a:gd name="T38" fmla="*/ 149 w 256"/>
                <a:gd name="T39" fmla="*/ 64 h 277"/>
                <a:gd name="T40" fmla="*/ 160 w 256"/>
                <a:gd name="T41" fmla="*/ 74 h 277"/>
                <a:gd name="T42" fmla="*/ 213 w 256"/>
                <a:gd name="T43" fmla="*/ 74 h 277"/>
                <a:gd name="T44" fmla="*/ 224 w 256"/>
                <a:gd name="T45" fmla="*/ 64 h 277"/>
                <a:gd name="T46" fmla="*/ 224 w 256"/>
                <a:gd name="T47" fmla="*/ 10 h 277"/>
                <a:gd name="T48" fmla="*/ 213 w 256"/>
                <a:gd name="T49" fmla="*/ 0 h 277"/>
                <a:gd name="T50" fmla="*/ 203 w 256"/>
                <a:gd name="T51" fmla="*/ 10 h 277"/>
                <a:gd name="T52" fmla="*/ 203 w 256"/>
                <a:gd name="T53" fmla="*/ 35 h 277"/>
                <a:gd name="T54" fmla="*/ 128 w 256"/>
                <a:gd name="T55" fmla="*/ 10 h 277"/>
                <a:gd name="T56" fmla="*/ 0 w 256"/>
                <a:gd name="T57" fmla="*/ 138 h 277"/>
                <a:gd name="T58" fmla="*/ 11 w 256"/>
                <a:gd name="T59" fmla="*/ 149 h 277"/>
                <a:gd name="T60" fmla="*/ 21 w 256"/>
                <a:gd name="T61" fmla="*/ 138 h 277"/>
                <a:gd name="T62" fmla="*/ 128 w 256"/>
                <a:gd name="T63" fmla="*/ 32 h 2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56" h="277">
                  <a:moveTo>
                    <a:pt x="256" y="138"/>
                  </a:moveTo>
                  <a:cubicBezTo>
                    <a:pt x="256" y="209"/>
                    <a:pt x="199" y="266"/>
                    <a:pt x="128" y="266"/>
                  </a:cubicBezTo>
                  <a:cubicBezTo>
                    <a:pt x="101" y="266"/>
                    <a:pt x="75" y="258"/>
                    <a:pt x="53" y="242"/>
                  </a:cubicBezTo>
                  <a:cubicBezTo>
                    <a:pt x="53" y="266"/>
                    <a:pt x="53" y="266"/>
                    <a:pt x="53" y="266"/>
                  </a:cubicBezTo>
                  <a:cubicBezTo>
                    <a:pt x="53" y="272"/>
                    <a:pt x="49" y="277"/>
                    <a:pt x="43" y="277"/>
                  </a:cubicBezTo>
                  <a:cubicBezTo>
                    <a:pt x="37" y="277"/>
                    <a:pt x="32" y="272"/>
                    <a:pt x="32" y="266"/>
                  </a:cubicBezTo>
                  <a:cubicBezTo>
                    <a:pt x="32" y="213"/>
                    <a:pt x="32" y="213"/>
                    <a:pt x="32" y="213"/>
                  </a:cubicBezTo>
                  <a:cubicBezTo>
                    <a:pt x="32" y="207"/>
                    <a:pt x="37" y="202"/>
                    <a:pt x="43" y="202"/>
                  </a:cubicBezTo>
                  <a:cubicBezTo>
                    <a:pt x="96" y="202"/>
                    <a:pt x="96" y="202"/>
                    <a:pt x="96" y="202"/>
                  </a:cubicBezTo>
                  <a:cubicBezTo>
                    <a:pt x="102" y="202"/>
                    <a:pt x="107" y="207"/>
                    <a:pt x="107" y="213"/>
                  </a:cubicBezTo>
                  <a:cubicBezTo>
                    <a:pt x="107" y="219"/>
                    <a:pt x="102" y="224"/>
                    <a:pt x="96" y="224"/>
                  </a:cubicBezTo>
                  <a:cubicBezTo>
                    <a:pt x="64" y="224"/>
                    <a:pt x="64" y="224"/>
                    <a:pt x="64" y="224"/>
                  </a:cubicBezTo>
                  <a:cubicBezTo>
                    <a:pt x="82" y="237"/>
                    <a:pt x="105" y="245"/>
                    <a:pt x="128" y="245"/>
                  </a:cubicBezTo>
                  <a:cubicBezTo>
                    <a:pt x="187" y="245"/>
                    <a:pt x="235" y="197"/>
                    <a:pt x="235" y="138"/>
                  </a:cubicBezTo>
                  <a:cubicBezTo>
                    <a:pt x="235" y="132"/>
                    <a:pt x="239" y="128"/>
                    <a:pt x="245" y="128"/>
                  </a:cubicBezTo>
                  <a:cubicBezTo>
                    <a:pt x="251" y="128"/>
                    <a:pt x="256" y="132"/>
                    <a:pt x="256" y="138"/>
                  </a:cubicBezTo>
                  <a:close/>
                  <a:moveTo>
                    <a:pt x="128" y="32"/>
                  </a:moveTo>
                  <a:cubicBezTo>
                    <a:pt x="151" y="32"/>
                    <a:pt x="174" y="39"/>
                    <a:pt x="192" y="53"/>
                  </a:cubicBezTo>
                  <a:cubicBezTo>
                    <a:pt x="160" y="53"/>
                    <a:pt x="160" y="53"/>
                    <a:pt x="160" y="53"/>
                  </a:cubicBezTo>
                  <a:cubicBezTo>
                    <a:pt x="154" y="53"/>
                    <a:pt x="149" y="58"/>
                    <a:pt x="149" y="64"/>
                  </a:cubicBezTo>
                  <a:cubicBezTo>
                    <a:pt x="149" y="70"/>
                    <a:pt x="154" y="74"/>
                    <a:pt x="160" y="74"/>
                  </a:cubicBezTo>
                  <a:cubicBezTo>
                    <a:pt x="213" y="74"/>
                    <a:pt x="213" y="74"/>
                    <a:pt x="213" y="74"/>
                  </a:cubicBezTo>
                  <a:cubicBezTo>
                    <a:pt x="219" y="74"/>
                    <a:pt x="224" y="70"/>
                    <a:pt x="224" y="64"/>
                  </a:cubicBezTo>
                  <a:cubicBezTo>
                    <a:pt x="224" y="10"/>
                    <a:pt x="224" y="10"/>
                    <a:pt x="224" y="10"/>
                  </a:cubicBezTo>
                  <a:cubicBezTo>
                    <a:pt x="224" y="4"/>
                    <a:pt x="219" y="0"/>
                    <a:pt x="213" y="0"/>
                  </a:cubicBezTo>
                  <a:cubicBezTo>
                    <a:pt x="207" y="0"/>
                    <a:pt x="203" y="4"/>
                    <a:pt x="203" y="10"/>
                  </a:cubicBezTo>
                  <a:cubicBezTo>
                    <a:pt x="203" y="35"/>
                    <a:pt x="203" y="35"/>
                    <a:pt x="203" y="35"/>
                  </a:cubicBezTo>
                  <a:cubicBezTo>
                    <a:pt x="181" y="19"/>
                    <a:pt x="155" y="10"/>
                    <a:pt x="128" y="10"/>
                  </a:cubicBezTo>
                  <a:cubicBezTo>
                    <a:pt x="57" y="10"/>
                    <a:pt x="0" y="68"/>
                    <a:pt x="0" y="138"/>
                  </a:cubicBezTo>
                  <a:cubicBezTo>
                    <a:pt x="0" y="144"/>
                    <a:pt x="5" y="149"/>
                    <a:pt x="11" y="149"/>
                  </a:cubicBezTo>
                  <a:cubicBezTo>
                    <a:pt x="17" y="149"/>
                    <a:pt x="21" y="144"/>
                    <a:pt x="21" y="138"/>
                  </a:cubicBezTo>
                  <a:cubicBezTo>
                    <a:pt x="21" y="80"/>
                    <a:pt x="69" y="32"/>
                    <a:pt x="128" y="32"/>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8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93" name="Freeform 219">
              <a:extLst>
                <a:ext uri="{FF2B5EF4-FFF2-40B4-BE49-F238E27FC236}">
                  <a16:creationId xmlns:a16="http://schemas.microsoft.com/office/drawing/2014/main" id="{070AD6FC-E995-9E1E-3CF2-7E601342584E}"/>
                </a:ext>
              </a:extLst>
            </p:cNvPr>
            <p:cNvSpPr>
              <a:spLocks noEditPoints="1"/>
            </p:cNvSpPr>
            <p:nvPr/>
          </p:nvSpPr>
          <p:spPr bwMode="auto">
            <a:xfrm>
              <a:off x="5807" y="746"/>
              <a:ext cx="340" cy="340"/>
            </a:xfrm>
            <a:custGeom>
              <a:avLst/>
              <a:gdLst>
                <a:gd name="T0" fmla="*/ 256 w 512"/>
                <a:gd name="T1" fmla="*/ 22 h 512"/>
                <a:gd name="T2" fmla="*/ 491 w 512"/>
                <a:gd name="T3" fmla="*/ 256 h 512"/>
                <a:gd name="T4" fmla="*/ 256 w 512"/>
                <a:gd name="T5" fmla="*/ 491 h 512"/>
                <a:gd name="T6" fmla="*/ 21 w 512"/>
                <a:gd name="T7" fmla="*/ 256 h 512"/>
                <a:gd name="T8" fmla="*/ 256 w 512"/>
                <a:gd name="T9" fmla="*/ 22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2"/>
                  </a:moveTo>
                  <a:cubicBezTo>
                    <a:pt x="385" y="22"/>
                    <a:pt x="491" y="127"/>
                    <a:pt x="491" y="256"/>
                  </a:cubicBezTo>
                  <a:cubicBezTo>
                    <a:pt x="491" y="386"/>
                    <a:pt x="385" y="491"/>
                    <a:pt x="256" y="491"/>
                  </a:cubicBezTo>
                  <a:cubicBezTo>
                    <a:pt x="127" y="491"/>
                    <a:pt x="21" y="386"/>
                    <a:pt x="21" y="256"/>
                  </a:cubicBezTo>
                  <a:cubicBezTo>
                    <a:pt x="21" y="127"/>
                    <a:pt x="127" y="22"/>
                    <a:pt x="256" y="22"/>
                  </a:cubicBezTo>
                  <a:moveTo>
                    <a:pt x="256" y="0"/>
                  </a:moveTo>
                  <a:cubicBezTo>
                    <a:pt x="115" y="0"/>
                    <a:pt x="0" y="115"/>
                    <a:pt x="0" y="256"/>
                  </a:cubicBezTo>
                  <a:cubicBezTo>
                    <a:pt x="0" y="398"/>
                    <a:pt x="115" y="512"/>
                    <a:pt x="256" y="512"/>
                  </a:cubicBezTo>
                  <a:cubicBezTo>
                    <a:pt x="397" y="512"/>
                    <a:pt x="512" y="398"/>
                    <a:pt x="512" y="256"/>
                  </a:cubicBezTo>
                  <a:cubicBezTo>
                    <a:pt x="512" y="115"/>
                    <a:pt x="397" y="0"/>
                    <a:pt x="256"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8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grpSp>
      <p:sp>
        <p:nvSpPr>
          <p:cNvPr id="25" name="Rectangle 24">
            <a:extLst>
              <a:ext uri="{FF2B5EF4-FFF2-40B4-BE49-F238E27FC236}">
                <a16:creationId xmlns:a16="http://schemas.microsoft.com/office/drawing/2014/main" id="{85BD8C77-C616-4130-2E66-11F51FA2B21F}"/>
              </a:ext>
            </a:extLst>
          </p:cNvPr>
          <p:cNvSpPr/>
          <p:nvPr/>
        </p:nvSpPr>
        <p:spPr bwMode="auto">
          <a:xfrm>
            <a:off x="6903633" y="3232635"/>
            <a:ext cx="473357" cy="815490"/>
          </a:xfrm>
          <a:prstGeom prst="rect">
            <a:avLst/>
          </a:prstGeom>
          <a:solidFill>
            <a:srgbClr val="00A3E0"/>
          </a:solidFill>
          <a:ln w="19050" cap="flat" cmpd="sng" algn="ctr">
            <a:noFill/>
            <a:prstDash val="solid"/>
            <a:round/>
            <a:headEnd type="none" w="med" len="med"/>
            <a:tailEnd type="none" w="med" len="med"/>
          </a:ln>
          <a:effectLst/>
        </p:spPr>
        <p:txBody>
          <a:bodyPr vert="horz" wrap="square" lIns="0" tIns="288000" rIns="0" bIns="0" numCol="1" rtlCol="0" anchor="t" anchorCtr="0" compatLnSpc="1">
            <a:prstTxWarp prst="textNoShape">
              <a:avLst/>
            </a:prstTxWarp>
          </a:bodyPr>
          <a:lstStyle/>
          <a:p>
            <a:pPr lvl="0" algn="ctr" defTabSz="1219170">
              <a:spcBef>
                <a:spcPts val="600"/>
              </a:spcBef>
              <a:buSzPct val="100000"/>
              <a:defRPr/>
            </a:pPr>
            <a:r>
              <a:rPr lang="en-US" sz="800" b="1">
                <a:solidFill>
                  <a:prstClr val="white"/>
                </a:solidFill>
                <a:latin typeface="Open Sans" panose="020B0606030504020204" pitchFamily="34" charset="0"/>
                <a:ea typeface="Open Sans" panose="020B0606030504020204" pitchFamily="34" charset="0"/>
                <a:cs typeface="Open Sans" panose="020B0606030504020204" pitchFamily="34" charset="0"/>
              </a:rPr>
              <a:t>Dev</a:t>
            </a:r>
            <a:br>
              <a:rPr lang="en-US" sz="800" b="1">
                <a:solidFill>
                  <a:prstClr val="white"/>
                </a:solidFill>
                <a:latin typeface="Open Sans" panose="020B0606030504020204" pitchFamily="34" charset="0"/>
                <a:ea typeface="Open Sans" panose="020B0606030504020204" pitchFamily="34" charset="0"/>
                <a:cs typeface="Open Sans" panose="020B0606030504020204" pitchFamily="34" charset="0"/>
              </a:rPr>
            </a:br>
            <a:r>
              <a:rPr lang="en-US" sz="800" b="1">
                <a:solidFill>
                  <a:prstClr val="white"/>
                </a:solidFill>
                <a:latin typeface="Open Sans" panose="020B0606030504020204" pitchFamily="34" charset="0"/>
                <a:ea typeface="Open Sans" panose="020B0606030504020204" pitchFamily="34" charset="0"/>
                <a:cs typeface="Open Sans" panose="020B0606030504020204" pitchFamily="34" charset="0"/>
              </a:rPr>
              <a:t>Ops</a:t>
            </a:r>
          </a:p>
        </p:txBody>
      </p:sp>
      <p:grpSp>
        <p:nvGrpSpPr>
          <p:cNvPr id="94" name="Group 977">
            <a:extLst>
              <a:ext uri="{FF2B5EF4-FFF2-40B4-BE49-F238E27FC236}">
                <a16:creationId xmlns:a16="http://schemas.microsoft.com/office/drawing/2014/main" id="{609D0BC4-E898-63F6-4CC1-00EC2E9BAE90}"/>
              </a:ext>
            </a:extLst>
          </p:cNvPr>
          <p:cNvGrpSpPr>
            <a:grpSpLocks noChangeAspect="1"/>
          </p:cNvGrpSpPr>
          <p:nvPr/>
        </p:nvGrpSpPr>
        <p:grpSpPr bwMode="auto">
          <a:xfrm>
            <a:off x="7026011" y="3266375"/>
            <a:ext cx="228600" cy="229272"/>
            <a:chOff x="5095" y="4001"/>
            <a:chExt cx="340" cy="341"/>
          </a:xfrm>
          <a:solidFill>
            <a:schemeClr val="bg1"/>
          </a:solidFill>
        </p:grpSpPr>
        <p:sp>
          <p:nvSpPr>
            <p:cNvPr id="95" name="Freeform 978">
              <a:extLst>
                <a:ext uri="{FF2B5EF4-FFF2-40B4-BE49-F238E27FC236}">
                  <a16:creationId xmlns:a16="http://schemas.microsoft.com/office/drawing/2014/main" id="{BB982098-804F-4A19-922A-216FE9FD1F53}"/>
                </a:ext>
              </a:extLst>
            </p:cNvPr>
            <p:cNvSpPr>
              <a:spLocks/>
            </p:cNvSpPr>
            <p:nvPr/>
          </p:nvSpPr>
          <p:spPr bwMode="auto">
            <a:xfrm>
              <a:off x="5159" y="4086"/>
              <a:ext cx="212" cy="171"/>
            </a:xfrm>
            <a:custGeom>
              <a:avLst/>
              <a:gdLst>
                <a:gd name="T0" fmla="*/ 259 w 320"/>
                <a:gd name="T1" fmla="*/ 90 h 257"/>
                <a:gd name="T2" fmla="*/ 284 w 320"/>
                <a:gd name="T3" fmla="*/ 65 h 257"/>
                <a:gd name="T4" fmla="*/ 256 w 320"/>
                <a:gd name="T5" fmla="*/ 65 h 257"/>
                <a:gd name="T6" fmla="*/ 191 w 320"/>
                <a:gd name="T7" fmla="*/ 110 h 257"/>
                <a:gd name="T8" fmla="*/ 179 w 320"/>
                <a:gd name="T9" fmla="*/ 124 h 257"/>
                <a:gd name="T10" fmla="*/ 174 w 320"/>
                <a:gd name="T11" fmla="*/ 129 h 257"/>
                <a:gd name="T12" fmla="*/ 179 w 320"/>
                <a:gd name="T13" fmla="*/ 135 h 257"/>
                <a:gd name="T14" fmla="*/ 191 w 320"/>
                <a:gd name="T15" fmla="*/ 149 h 257"/>
                <a:gd name="T16" fmla="*/ 256 w 320"/>
                <a:gd name="T17" fmla="*/ 193 h 257"/>
                <a:gd name="T18" fmla="*/ 284 w 320"/>
                <a:gd name="T19" fmla="*/ 193 h 257"/>
                <a:gd name="T20" fmla="*/ 259 w 320"/>
                <a:gd name="T21" fmla="*/ 169 h 257"/>
                <a:gd name="T22" fmla="*/ 259 w 320"/>
                <a:gd name="T23" fmla="*/ 154 h 257"/>
                <a:gd name="T24" fmla="*/ 274 w 320"/>
                <a:gd name="T25" fmla="*/ 154 h 257"/>
                <a:gd name="T26" fmla="*/ 317 w 320"/>
                <a:gd name="T27" fmla="*/ 196 h 257"/>
                <a:gd name="T28" fmla="*/ 319 w 320"/>
                <a:gd name="T29" fmla="*/ 200 h 257"/>
                <a:gd name="T30" fmla="*/ 319 w 320"/>
                <a:gd name="T31" fmla="*/ 208 h 257"/>
                <a:gd name="T32" fmla="*/ 317 w 320"/>
                <a:gd name="T33" fmla="*/ 212 h 257"/>
                <a:gd name="T34" fmla="*/ 274 w 320"/>
                <a:gd name="T35" fmla="*/ 254 h 257"/>
                <a:gd name="T36" fmla="*/ 267 w 320"/>
                <a:gd name="T37" fmla="*/ 257 h 257"/>
                <a:gd name="T38" fmla="*/ 259 w 320"/>
                <a:gd name="T39" fmla="*/ 254 h 257"/>
                <a:gd name="T40" fmla="*/ 259 w 320"/>
                <a:gd name="T41" fmla="*/ 239 h 257"/>
                <a:gd name="T42" fmla="*/ 284 w 320"/>
                <a:gd name="T43" fmla="*/ 215 h 257"/>
                <a:gd name="T44" fmla="*/ 256 w 320"/>
                <a:gd name="T45" fmla="*/ 215 h 257"/>
                <a:gd name="T46" fmla="*/ 174 w 320"/>
                <a:gd name="T47" fmla="*/ 162 h 257"/>
                <a:gd name="T48" fmla="*/ 163 w 320"/>
                <a:gd name="T49" fmla="*/ 149 h 257"/>
                <a:gd name="T50" fmla="*/ 160 w 320"/>
                <a:gd name="T51" fmla="*/ 146 h 257"/>
                <a:gd name="T52" fmla="*/ 157 w 320"/>
                <a:gd name="T53" fmla="*/ 149 h 257"/>
                <a:gd name="T54" fmla="*/ 146 w 320"/>
                <a:gd name="T55" fmla="*/ 162 h 257"/>
                <a:gd name="T56" fmla="*/ 64 w 320"/>
                <a:gd name="T57" fmla="*/ 215 h 257"/>
                <a:gd name="T58" fmla="*/ 11 w 320"/>
                <a:gd name="T59" fmla="*/ 215 h 257"/>
                <a:gd name="T60" fmla="*/ 0 w 320"/>
                <a:gd name="T61" fmla="*/ 204 h 257"/>
                <a:gd name="T62" fmla="*/ 11 w 320"/>
                <a:gd name="T63" fmla="*/ 193 h 257"/>
                <a:gd name="T64" fmla="*/ 64 w 320"/>
                <a:gd name="T65" fmla="*/ 193 h 257"/>
                <a:gd name="T66" fmla="*/ 129 w 320"/>
                <a:gd name="T67" fmla="*/ 149 h 257"/>
                <a:gd name="T68" fmla="*/ 141 w 320"/>
                <a:gd name="T69" fmla="*/ 134 h 257"/>
                <a:gd name="T70" fmla="*/ 146 w 320"/>
                <a:gd name="T71" fmla="*/ 129 h 257"/>
                <a:gd name="T72" fmla="*/ 141 w 320"/>
                <a:gd name="T73" fmla="*/ 124 h 257"/>
                <a:gd name="T74" fmla="*/ 129 w 320"/>
                <a:gd name="T75" fmla="*/ 110 h 257"/>
                <a:gd name="T76" fmla="*/ 64 w 320"/>
                <a:gd name="T77" fmla="*/ 65 h 257"/>
                <a:gd name="T78" fmla="*/ 11 w 320"/>
                <a:gd name="T79" fmla="*/ 65 h 257"/>
                <a:gd name="T80" fmla="*/ 0 w 320"/>
                <a:gd name="T81" fmla="*/ 55 h 257"/>
                <a:gd name="T82" fmla="*/ 11 w 320"/>
                <a:gd name="T83" fmla="*/ 44 h 257"/>
                <a:gd name="T84" fmla="*/ 64 w 320"/>
                <a:gd name="T85" fmla="*/ 44 h 257"/>
                <a:gd name="T86" fmla="*/ 146 w 320"/>
                <a:gd name="T87" fmla="*/ 96 h 257"/>
                <a:gd name="T88" fmla="*/ 157 w 320"/>
                <a:gd name="T89" fmla="*/ 110 h 257"/>
                <a:gd name="T90" fmla="*/ 160 w 320"/>
                <a:gd name="T91" fmla="*/ 113 h 257"/>
                <a:gd name="T92" fmla="*/ 163 w 320"/>
                <a:gd name="T93" fmla="*/ 110 h 257"/>
                <a:gd name="T94" fmla="*/ 174 w 320"/>
                <a:gd name="T95" fmla="*/ 96 h 257"/>
                <a:gd name="T96" fmla="*/ 256 w 320"/>
                <a:gd name="T97" fmla="*/ 44 h 257"/>
                <a:gd name="T98" fmla="*/ 284 w 320"/>
                <a:gd name="T99" fmla="*/ 44 h 257"/>
                <a:gd name="T100" fmla="*/ 259 w 320"/>
                <a:gd name="T101" fmla="*/ 20 h 257"/>
                <a:gd name="T102" fmla="*/ 259 w 320"/>
                <a:gd name="T103" fmla="*/ 4 h 257"/>
                <a:gd name="T104" fmla="*/ 274 w 320"/>
                <a:gd name="T105" fmla="*/ 4 h 257"/>
                <a:gd name="T106" fmla="*/ 317 w 320"/>
                <a:gd name="T107" fmla="*/ 47 h 257"/>
                <a:gd name="T108" fmla="*/ 319 w 320"/>
                <a:gd name="T109" fmla="*/ 51 h 257"/>
                <a:gd name="T110" fmla="*/ 319 w 320"/>
                <a:gd name="T111" fmla="*/ 59 h 257"/>
                <a:gd name="T112" fmla="*/ 317 w 320"/>
                <a:gd name="T113" fmla="*/ 62 h 257"/>
                <a:gd name="T114" fmla="*/ 274 w 320"/>
                <a:gd name="T115" fmla="*/ 105 h 257"/>
                <a:gd name="T116" fmla="*/ 267 w 320"/>
                <a:gd name="T117" fmla="*/ 108 h 257"/>
                <a:gd name="T118" fmla="*/ 259 w 320"/>
                <a:gd name="T119" fmla="*/ 105 h 257"/>
                <a:gd name="T120" fmla="*/ 259 w 320"/>
                <a:gd name="T121" fmla="*/ 9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320" h="257">
                  <a:moveTo>
                    <a:pt x="259" y="90"/>
                  </a:moveTo>
                  <a:cubicBezTo>
                    <a:pt x="284" y="65"/>
                    <a:pt x="284" y="65"/>
                    <a:pt x="284" y="65"/>
                  </a:cubicBezTo>
                  <a:cubicBezTo>
                    <a:pt x="256" y="65"/>
                    <a:pt x="256" y="65"/>
                    <a:pt x="256" y="65"/>
                  </a:cubicBezTo>
                  <a:cubicBezTo>
                    <a:pt x="225" y="65"/>
                    <a:pt x="207" y="89"/>
                    <a:pt x="191" y="110"/>
                  </a:cubicBezTo>
                  <a:cubicBezTo>
                    <a:pt x="186" y="115"/>
                    <a:pt x="182" y="120"/>
                    <a:pt x="179" y="124"/>
                  </a:cubicBezTo>
                  <a:cubicBezTo>
                    <a:pt x="174" y="129"/>
                    <a:pt x="174" y="129"/>
                    <a:pt x="174" y="129"/>
                  </a:cubicBezTo>
                  <a:cubicBezTo>
                    <a:pt x="179" y="135"/>
                    <a:pt x="179" y="135"/>
                    <a:pt x="179" y="135"/>
                  </a:cubicBezTo>
                  <a:cubicBezTo>
                    <a:pt x="182" y="139"/>
                    <a:pt x="186" y="144"/>
                    <a:pt x="191" y="149"/>
                  </a:cubicBezTo>
                  <a:cubicBezTo>
                    <a:pt x="207" y="170"/>
                    <a:pt x="225" y="193"/>
                    <a:pt x="256" y="193"/>
                  </a:cubicBezTo>
                  <a:cubicBezTo>
                    <a:pt x="284" y="193"/>
                    <a:pt x="284" y="193"/>
                    <a:pt x="284" y="193"/>
                  </a:cubicBezTo>
                  <a:cubicBezTo>
                    <a:pt x="259" y="169"/>
                    <a:pt x="259" y="169"/>
                    <a:pt x="259" y="169"/>
                  </a:cubicBezTo>
                  <a:cubicBezTo>
                    <a:pt x="255" y="165"/>
                    <a:pt x="255" y="158"/>
                    <a:pt x="259" y="154"/>
                  </a:cubicBezTo>
                  <a:cubicBezTo>
                    <a:pt x="263" y="150"/>
                    <a:pt x="270" y="150"/>
                    <a:pt x="274" y="154"/>
                  </a:cubicBezTo>
                  <a:cubicBezTo>
                    <a:pt x="317" y="196"/>
                    <a:pt x="317" y="196"/>
                    <a:pt x="317" y="196"/>
                  </a:cubicBezTo>
                  <a:cubicBezTo>
                    <a:pt x="318" y="197"/>
                    <a:pt x="319" y="199"/>
                    <a:pt x="319" y="200"/>
                  </a:cubicBezTo>
                  <a:cubicBezTo>
                    <a:pt x="320" y="203"/>
                    <a:pt x="320" y="205"/>
                    <a:pt x="319" y="208"/>
                  </a:cubicBezTo>
                  <a:cubicBezTo>
                    <a:pt x="319" y="209"/>
                    <a:pt x="318" y="211"/>
                    <a:pt x="317" y="212"/>
                  </a:cubicBezTo>
                  <a:cubicBezTo>
                    <a:pt x="274" y="254"/>
                    <a:pt x="274" y="254"/>
                    <a:pt x="274" y="254"/>
                  </a:cubicBezTo>
                  <a:cubicBezTo>
                    <a:pt x="272" y="256"/>
                    <a:pt x="269" y="257"/>
                    <a:pt x="267" y="257"/>
                  </a:cubicBezTo>
                  <a:cubicBezTo>
                    <a:pt x="264" y="257"/>
                    <a:pt x="261" y="256"/>
                    <a:pt x="259" y="254"/>
                  </a:cubicBezTo>
                  <a:cubicBezTo>
                    <a:pt x="255" y="250"/>
                    <a:pt x="255" y="243"/>
                    <a:pt x="259" y="239"/>
                  </a:cubicBezTo>
                  <a:cubicBezTo>
                    <a:pt x="284" y="215"/>
                    <a:pt x="284" y="215"/>
                    <a:pt x="284" y="215"/>
                  </a:cubicBezTo>
                  <a:cubicBezTo>
                    <a:pt x="256" y="215"/>
                    <a:pt x="256" y="215"/>
                    <a:pt x="256" y="215"/>
                  </a:cubicBezTo>
                  <a:cubicBezTo>
                    <a:pt x="215" y="215"/>
                    <a:pt x="191" y="184"/>
                    <a:pt x="174" y="162"/>
                  </a:cubicBezTo>
                  <a:cubicBezTo>
                    <a:pt x="170" y="157"/>
                    <a:pt x="166" y="153"/>
                    <a:pt x="163" y="149"/>
                  </a:cubicBezTo>
                  <a:cubicBezTo>
                    <a:pt x="160" y="146"/>
                    <a:pt x="160" y="146"/>
                    <a:pt x="160" y="146"/>
                  </a:cubicBezTo>
                  <a:cubicBezTo>
                    <a:pt x="157" y="149"/>
                    <a:pt x="157" y="149"/>
                    <a:pt x="157" y="149"/>
                  </a:cubicBezTo>
                  <a:cubicBezTo>
                    <a:pt x="154" y="153"/>
                    <a:pt x="150" y="157"/>
                    <a:pt x="146" y="162"/>
                  </a:cubicBezTo>
                  <a:cubicBezTo>
                    <a:pt x="129" y="184"/>
                    <a:pt x="105" y="215"/>
                    <a:pt x="64" y="215"/>
                  </a:cubicBezTo>
                  <a:cubicBezTo>
                    <a:pt x="11" y="215"/>
                    <a:pt x="11" y="215"/>
                    <a:pt x="11" y="215"/>
                  </a:cubicBezTo>
                  <a:cubicBezTo>
                    <a:pt x="5" y="215"/>
                    <a:pt x="0" y="210"/>
                    <a:pt x="0" y="204"/>
                  </a:cubicBezTo>
                  <a:cubicBezTo>
                    <a:pt x="0" y="198"/>
                    <a:pt x="5" y="193"/>
                    <a:pt x="11" y="193"/>
                  </a:cubicBezTo>
                  <a:cubicBezTo>
                    <a:pt x="64" y="193"/>
                    <a:pt x="64" y="193"/>
                    <a:pt x="64" y="193"/>
                  </a:cubicBezTo>
                  <a:cubicBezTo>
                    <a:pt x="95" y="193"/>
                    <a:pt x="113" y="170"/>
                    <a:pt x="129" y="149"/>
                  </a:cubicBezTo>
                  <a:cubicBezTo>
                    <a:pt x="134" y="144"/>
                    <a:pt x="138" y="139"/>
                    <a:pt x="141" y="134"/>
                  </a:cubicBezTo>
                  <a:cubicBezTo>
                    <a:pt x="146" y="129"/>
                    <a:pt x="146" y="129"/>
                    <a:pt x="146" y="129"/>
                  </a:cubicBezTo>
                  <a:cubicBezTo>
                    <a:pt x="141" y="124"/>
                    <a:pt x="141" y="124"/>
                    <a:pt x="141" y="124"/>
                  </a:cubicBezTo>
                  <a:cubicBezTo>
                    <a:pt x="138" y="120"/>
                    <a:pt x="134" y="115"/>
                    <a:pt x="129" y="110"/>
                  </a:cubicBezTo>
                  <a:cubicBezTo>
                    <a:pt x="113" y="89"/>
                    <a:pt x="95" y="65"/>
                    <a:pt x="64" y="65"/>
                  </a:cubicBezTo>
                  <a:cubicBezTo>
                    <a:pt x="11" y="65"/>
                    <a:pt x="11" y="65"/>
                    <a:pt x="11" y="65"/>
                  </a:cubicBezTo>
                  <a:cubicBezTo>
                    <a:pt x="5" y="65"/>
                    <a:pt x="0" y="61"/>
                    <a:pt x="0" y="55"/>
                  </a:cubicBezTo>
                  <a:cubicBezTo>
                    <a:pt x="0" y="49"/>
                    <a:pt x="5" y="44"/>
                    <a:pt x="11" y="44"/>
                  </a:cubicBezTo>
                  <a:cubicBezTo>
                    <a:pt x="64" y="44"/>
                    <a:pt x="64" y="44"/>
                    <a:pt x="64" y="44"/>
                  </a:cubicBezTo>
                  <a:cubicBezTo>
                    <a:pt x="105" y="44"/>
                    <a:pt x="129" y="74"/>
                    <a:pt x="146" y="96"/>
                  </a:cubicBezTo>
                  <a:cubicBezTo>
                    <a:pt x="150" y="101"/>
                    <a:pt x="154" y="106"/>
                    <a:pt x="157" y="110"/>
                  </a:cubicBezTo>
                  <a:cubicBezTo>
                    <a:pt x="160" y="113"/>
                    <a:pt x="160" y="113"/>
                    <a:pt x="160" y="113"/>
                  </a:cubicBezTo>
                  <a:cubicBezTo>
                    <a:pt x="163" y="110"/>
                    <a:pt x="163" y="110"/>
                    <a:pt x="163" y="110"/>
                  </a:cubicBezTo>
                  <a:cubicBezTo>
                    <a:pt x="166" y="106"/>
                    <a:pt x="170" y="101"/>
                    <a:pt x="174" y="96"/>
                  </a:cubicBezTo>
                  <a:cubicBezTo>
                    <a:pt x="191" y="74"/>
                    <a:pt x="215" y="44"/>
                    <a:pt x="256" y="44"/>
                  </a:cubicBezTo>
                  <a:cubicBezTo>
                    <a:pt x="284" y="44"/>
                    <a:pt x="284" y="44"/>
                    <a:pt x="284" y="44"/>
                  </a:cubicBezTo>
                  <a:cubicBezTo>
                    <a:pt x="259" y="20"/>
                    <a:pt x="259" y="20"/>
                    <a:pt x="259" y="20"/>
                  </a:cubicBezTo>
                  <a:cubicBezTo>
                    <a:pt x="255" y="15"/>
                    <a:pt x="255" y="9"/>
                    <a:pt x="259" y="4"/>
                  </a:cubicBezTo>
                  <a:cubicBezTo>
                    <a:pt x="263" y="0"/>
                    <a:pt x="270" y="0"/>
                    <a:pt x="274" y="4"/>
                  </a:cubicBezTo>
                  <a:cubicBezTo>
                    <a:pt x="317" y="47"/>
                    <a:pt x="317" y="47"/>
                    <a:pt x="317" y="47"/>
                  </a:cubicBezTo>
                  <a:cubicBezTo>
                    <a:pt x="318" y="48"/>
                    <a:pt x="319" y="49"/>
                    <a:pt x="319" y="51"/>
                  </a:cubicBezTo>
                  <a:cubicBezTo>
                    <a:pt x="320" y="53"/>
                    <a:pt x="320" y="56"/>
                    <a:pt x="319" y="59"/>
                  </a:cubicBezTo>
                  <a:cubicBezTo>
                    <a:pt x="319" y="60"/>
                    <a:pt x="318" y="61"/>
                    <a:pt x="317" y="62"/>
                  </a:cubicBezTo>
                  <a:cubicBezTo>
                    <a:pt x="274" y="105"/>
                    <a:pt x="274" y="105"/>
                    <a:pt x="274" y="105"/>
                  </a:cubicBezTo>
                  <a:cubicBezTo>
                    <a:pt x="272" y="107"/>
                    <a:pt x="269" y="108"/>
                    <a:pt x="267" y="108"/>
                  </a:cubicBezTo>
                  <a:cubicBezTo>
                    <a:pt x="264" y="108"/>
                    <a:pt x="261" y="107"/>
                    <a:pt x="259" y="105"/>
                  </a:cubicBezTo>
                  <a:cubicBezTo>
                    <a:pt x="255" y="101"/>
                    <a:pt x="255" y="94"/>
                    <a:pt x="259" y="9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8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96" name="Freeform 979">
              <a:extLst>
                <a:ext uri="{FF2B5EF4-FFF2-40B4-BE49-F238E27FC236}">
                  <a16:creationId xmlns:a16="http://schemas.microsoft.com/office/drawing/2014/main" id="{49F5271E-0DC9-5F1B-FEF7-4503E4E2CB9C}"/>
                </a:ext>
              </a:extLst>
            </p:cNvPr>
            <p:cNvSpPr>
              <a:spLocks noEditPoints="1"/>
            </p:cNvSpPr>
            <p:nvPr/>
          </p:nvSpPr>
          <p:spPr bwMode="auto">
            <a:xfrm>
              <a:off x="5095" y="4001"/>
              <a:ext cx="340" cy="341"/>
            </a:xfrm>
            <a:custGeom>
              <a:avLst/>
              <a:gdLst>
                <a:gd name="T0" fmla="*/ 256 w 512"/>
                <a:gd name="T1" fmla="*/ 0 h 512"/>
                <a:gd name="T2" fmla="*/ 0 w 512"/>
                <a:gd name="T3" fmla="*/ 256 h 512"/>
                <a:gd name="T4" fmla="*/ 256 w 512"/>
                <a:gd name="T5" fmla="*/ 512 h 512"/>
                <a:gd name="T6" fmla="*/ 512 w 512"/>
                <a:gd name="T7" fmla="*/ 256 h 512"/>
                <a:gd name="T8" fmla="*/ 256 w 512"/>
                <a:gd name="T9" fmla="*/ 0 h 512"/>
                <a:gd name="T10" fmla="*/ 256 w 512"/>
                <a:gd name="T11" fmla="*/ 491 h 512"/>
                <a:gd name="T12" fmla="*/ 21 w 512"/>
                <a:gd name="T13" fmla="*/ 256 h 512"/>
                <a:gd name="T14" fmla="*/ 256 w 512"/>
                <a:gd name="T15" fmla="*/ 22 h 512"/>
                <a:gd name="T16" fmla="*/ 491 w 512"/>
                <a:gd name="T17" fmla="*/ 256 h 512"/>
                <a:gd name="T18" fmla="*/ 256 w 512"/>
                <a:gd name="T19" fmla="*/ 491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0"/>
                  </a:moveTo>
                  <a:cubicBezTo>
                    <a:pt x="115" y="0"/>
                    <a:pt x="0" y="115"/>
                    <a:pt x="0" y="256"/>
                  </a:cubicBezTo>
                  <a:cubicBezTo>
                    <a:pt x="0" y="398"/>
                    <a:pt x="115" y="512"/>
                    <a:pt x="256" y="512"/>
                  </a:cubicBezTo>
                  <a:cubicBezTo>
                    <a:pt x="397" y="512"/>
                    <a:pt x="512" y="398"/>
                    <a:pt x="512" y="256"/>
                  </a:cubicBezTo>
                  <a:cubicBezTo>
                    <a:pt x="512" y="115"/>
                    <a:pt x="397" y="0"/>
                    <a:pt x="256" y="0"/>
                  </a:cubicBezTo>
                  <a:close/>
                  <a:moveTo>
                    <a:pt x="256" y="491"/>
                  </a:moveTo>
                  <a:cubicBezTo>
                    <a:pt x="127" y="491"/>
                    <a:pt x="21" y="386"/>
                    <a:pt x="21" y="256"/>
                  </a:cubicBezTo>
                  <a:cubicBezTo>
                    <a:pt x="21" y="127"/>
                    <a:pt x="127" y="22"/>
                    <a:pt x="256" y="22"/>
                  </a:cubicBezTo>
                  <a:cubicBezTo>
                    <a:pt x="385" y="22"/>
                    <a:pt x="491" y="127"/>
                    <a:pt x="491" y="256"/>
                  </a:cubicBezTo>
                  <a:cubicBezTo>
                    <a:pt x="491" y="386"/>
                    <a:pt x="385" y="491"/>
                    <a:pt x="256" y="491"/>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8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grpSp>
      <p:sp>
        <p:nvSpPr>
          <p:cNvPr id="26" name="Rectangle 25">
            <a:extLst>
              <a:ext uri="{FF2B5EF4-FFF2-40B4-BE49-F238E27FC236}">
                <a16:creationId xmlns:a16="http://schemas.microsoft.com/office/drawing/2014/main" id="{C77A9078-BB35-822A-92A0-AD57169E2C3E}"/>
              </a:ext>
            </a:extLst>
          </p:cNvPr>
          <p:cNvSpPr/>
          <p:nvPr/>
        </p:nvSpPr>
        <p:spPr bwMode="auto">
          <a:xfrm>
            <a:off x="8212323" y="3232635"/>
            <a:ext cx="615651" cy="815490"/>
          </a:xfrm>
          <a:prstGeom prst="rect">
            <a:avLst/>
          </a:prstGeom>
          <a:solidFill>
            <a:srgbClr val="00A3E0"/>
          </a:solidFill>
          <a:ln w="19050" cap="flat" cmpd="sng" algn="ctr">
            <a:noFill/>
            <a:prstDash val="solid"/>
            <a:round/>
            <a:headEnd type="none" w="med" len="med"/>
            <a:tailEnd type="none" w="med" len="med"/>
          </a:ln>
          <a:effectLst/>
        </p:spPr>
        <p:txBody>
          <a:bodyPr vert="horz" wrap="square" lIns="0" tIns="288000" rIns="0" bIns="0" numCol="1" rtlCol="0" anchor="t" anchorCtr="0" compatLnSpc="1">
            <a:prstTxWarp prst="textNoShape">
              <a:avLst/>
            </a:prstTxWarp>
          </a:bodyPr>
          <a:lstStyle/>
          <a:p>
            <a:pPr lvl="0" algn="ctr" defTabSz="1219170">
              <a:spcBef>
                <a:spcPts val="600"/>
              </a:spcBef>
              <a:buSzPct val="100000"/>
              <a:defRPr/>
            </a:pPr>
            <a:r>
              <a:rPr lang="en-US" sz="800" b="1">
                <a:solidFill>
                  <a:prstClr val="white"/>
                </a:solidFill>
                <a:latin typeface="Open Sans" panose="020B0606030504020204" pitchFamily="34" charset="0"/>
                <a:ea typeface="Open Sans" panose="020B0606030504020204" pitchFamily="34" charset="0"/>
                <a:cs typeface="Open Sans" panose="020B0606030504020204" pitchFamily="34" charset="0"/>
              </a:rPr>
              <a:t>Enable new capabilities</a:t>
            </a:r>
          </a:p>
        </p:txBody>
      </p:sp>
      <p:grpSp>
        <p:nvGrpSpPr>
          <p:cNvPr id="97" name="Group 217">
            <a:extLst>
              <a:ext uri="{FF2B5EF4-FFF2-40B4-BE49-F238E27FC236}">
                <a16:creationId xmlns:a16="http://schemas.microsoft.com/office/drawing/2014/main" id="{C6C3CA8B-2C4D-0AA0-878D-2A0D4342B2DC}"/>
              </a:ext>
            </a:extLst>
          </p:cNvPr>
          <p:cNvGrpSpPr>
            <a:grpSpLocks noChangeAspect="1"/>
          </p:cNvGrpSpPr>
          <p:nvPr/>
        </p:nvGrpSpPr>
        <p:grpSpPr bwMode="auto">
          <a:xfrm>
            <a:off x="8405848" y="3266711"/>
            <a:ext cx="228600" cy="228600"/>
            <a:chOff x="1900" y="709"/>
            <a:chExt cx="340" cy="340"/>
          </a:xfrm>
          <a:solidFill>
            <a:schemeClr val="bg1"/>
          </a:solidFill>
        </p:grpSpPr>
        <p:sp>
          <p:nvSpPr>
            <p:cNvPr id="98" name="Freeform 218">
              <a:extLst>
                <a:ext uri="{FF2B5EF4-FFF2-40B4-BE49-F238E27FC236}">
                  <a16:creationId xmlns:a16="http://schemas.microsoft.com/office/drawing/2014/main" id="{7E044053-FC65-18D0-74FD-43A48A56BA39}"/>
                </a:ext>
              </a:extLst>
            </p:cNvPr>
            <p:cNvSpPr>
              <a:spLocks noEditPoints="1"/>
            </p:cNvSpPr>
            <p:nvPr/>
          </p:nvSpPr>
          <p:spPr bwMode="auto">
            <a:xfrm>
              <a:off x="1900" y="709"/>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8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99" name="Freeform 219">
              <a:extLst>
                <a:ext uri="{FF2B5EF4-FFF2-40B4-BE49-F238E27FC236}">
                  <a16:creationId xmlns:a16="http://schemas.microsoft.com/office/drawing/2014/main" id="{C058954D-532E-6017-1D87-BA16C12673E2}"/>
                </a:ext>
              </a:extLst>
            </p:cNvPr>
            <p:cNvSpPr>
              <a:spLocks noEditPoints="1"/>
            </p:cNvSpPr>
            <p:nvPr/>
          </p:nvSpPr>
          <p:spPr bwMode="auto">
            <a:xfrm>
              <a:off x="1992" y="779"/>
              <a:ext cx="170" cy="192"/>
            </a:xfrm>
            <a:custGeom>
              <a:avLst/>
              <a:gdLst>
                <a:gd name="T0" fmla="*/ 246 w 256"/>
                <a:gd name="T1" fmla="*/ 118 h 288"/>
                <a:gd name="T2" fmla="*/ 214 w 256"/>
                <a:gd name="T3" fmla="*/ 118 h 288"/>
                <a:gd name="T4" fmla="*/ 214 w 256"/>
                <a:gd name="T5" fmla="*/ 11 h 288"/>
                <a:gd name="T6" fmla="*/ 203 w 256"/>
                <a:gd name="T7" fmla="*/ 0 h 288"/>
                <a:gd name="T8" fmla="*/ 11 w 256"/>
                <a:gd name="T9" fmla="*/ 0 h 288"/>
                <a:gd name="T10" fmla="*/ 0 w 256"/>
                <a:gd name="T11" fmla="*/ 11 h 288"/>
                <a:gd name="T12" fmla="*/ 0 w 256"/>
                <a:gd name="T13" fmla="*/ 256 h 288"/>
                <a:gd name="T14" fmla="*/ 11 w 256"/>
                <a:gd name="T15" fmla="*/ 267 h 288"/>
                <a:gd name="T16" fmla="*/ 160 w 256"/>
                <a:gd name="T17" fmla="*/ 267 h 288"/>
                <a:gd name="T18" fmla="*/ 160 w 256"/>
                <a:gd name="T19" fmla="*/ 278 h 288"/>
                <a:gd name="T20" fmla="*/ 171 w 256"/>
                <a:gd name="T21" fmla="*/ 288 h 288"/>
                <a:gd name="T22" fmla="*/ 246 w 256"/>
                <a:gd name="T23" fmla="*/ 288 h 288"/>
                <a:gd name="T24" fmla="*/ 256 w 256"/>
                <a:gd name="T25" fmla="*/ 278 h 288"/>
                <a:gd name="T26" fmla="*/ 256 w 256"/>
                <a:gd name="T27" fmla="*/ 128 h 288"/>
                <a:gd name="T28" fmla="*/ 246 w 256"/>
                <a:gd name="T29" fmla="*/ 118 h 288"/>
                <a:gd name="T30" fmla="*/ 160 w 256"/>
                <a:gd name="T31" fmla="*/ 128 h 288"/>
                <a:gd name="T32" fmla="*/ 160 w 256"/>
                <a:gd name="T33" fmla="*/ 246 h 288"/>
                <a:gd name="T34" fmla="*/ 22 w 256"/>
                <a:gd name="T35" fmla="*/ 246 h 288"/>
                <a:gd name="T36" fmla="*/ 22 w 256"/>
                <a:gd name="T37" fmla="*/ 22 h 288"/>
                <a:gd name="T38" fmla="*/ 192 w 256"/>
                <a:gd name="T39" fmla="*/ 22 h 288"/>
                <a:gd name="T40" fmla="*/ 192 w 256"/>
                <a:gd name="T41" fmla="*/ 118 h 288"/>
                <a:gd name="T42" fmla="*/ 171 w 256"/>
                <a:gd name="T43" fmla="*/ 118 h 288"/>
                <a:gd name="T44" fmla="*/ 160 w 256"/>
                <a:gd name="T45" fmla="*/ 128 h 288"/>
                <a:gd name="T46" fmla="*/ 235 w 256"/>
                <a:gd name="T47" fmla="*/ 267 h 288"/>
                <a:gd name="T48" fmla="*/ 182 w 256"/>
                <a:gd name="T49" fmla="*/ 267 h 288"/>
                <a:gd name="T50" fmla="*/ 182 w 256"/>
                <a:gd name="T51" fmla="*/ 139 h 288"/>
                <a:gd name="T52" fmla="*/ 235 w 256"/>
                <a:gd name="T53" fmla="*/ 139 h 288"/>
                <a:gd name="T54" fmla="*/ 235 w 256"/>
                <a:gd name="T55" fmla="*/ 267 h 288"/>
                <a:gd name="T56" fmla="*/ 118 w 256"/>
                <a:gd name="T57" fmla="*/ 214 h 288"/>
                <a:gd name="T58" fmla="*/ 107 w 256"/>
                <a:gd name="T59" fmla="*/ 224 h 288"/>
                <a:gd name="T60" fmla="*/ 96 w 256"/>
                <a:gd name="T61" fmla="*/ 214 h 288"/>
                <a:gd name="T62" fmla="*/ 107 w 256"/>
                <a:gd name="T63" fmla="*/ 203 h 288"/>
                <a:gd name="T64" fmla="*/ 118 w 256"/>
                <a:gd name="T65" fmla="*/ 214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56" h="288">
                  <a:moveTo>
                    <a:pt x="246" y="118"/>
                  </a:moveTo>
                  <a:cubicBezTo>
                    <a:pt x="214" y="118"/>
                    <a:pt x="214" y="118"/>
                    <a:pt x="214" y="118"/>
                  </a:cubicBezTo>
                  <a:cubicBezTo>
                    <a:pt x="214" y="11"/>
                    <a:pt x="214" y="11"/>
                    <a:pt x="214" y="11"/>
                  </a:cubicBezTo>
                  <a:cubicBezTo>
                    <a:pt x="214" y="5"/>
                    <a:pt x="209" y="0"/>
                    <a:pt x="203" y="0"/>
                  </a:cubicBezTo>
                  <a:cubicBezTo>
                    <a:pt x="11" y="0"/>
                    <a:pt x="11" y="0"/>
                    <a:pt x="11" y="0"/>
                  </a:cubicBezTo>
                  <a:cubicBezTo>
                    <a:pt x="5" y="0"/>
                    <a:pt x="0" y="5"/>
                    <a:pt x="0" y="11"/>
                  </a:cubicBezTo>
                  <a:cubicBezTo>
                    <a:pt x="0" y="256"/>
                    <a:pt x="0" y="256"/>
                    <a:pt x="0" y="256"/>
                  </a:cubicBezTo>
                  <a:cubicBezTo>
                    <a:pt x="0" y="262"/>
                    <a:pt x="5" y="267"/>
                    <a:pt x="11" y="267"/>
                  </a:cubicBezTo>
                  <a:cubicBezTo>
                    <a:pt x="160" y="267"/>
                    <a:pt x="160" y="267"/>
                    <a:pt x="160" y="267"/>
                  </a:cubicBezTo>
                  <a:cubicBezTo>
                    <a:pt x="160" y="278"/>
                    <a:pt x="160" y="278"/>
                    <a:pt x="160" y="278"/>
                  </a:cubicBezTo>
                  <a:cubicBezTo>
                    <a:pt x="160" y="284"/>
                    <a:pt x="165" y="288"/>
                    <a:pt x="171" y="288"/>
                  </a:cubicBezTo>
                  <a:cubicBezTo>
                    <a:pt x="246" y="288"/>
                    <a:pt x="246" y="288"/>
                    <a:pt x="246" y="288"/>
                  </a:cubicBezTo>
                  <a:cubicBezTo>
                    <a:pt x="252" y="288"/>
                    <a:pt x="256" y="284"/>
                    <a:pt x="256" y="278"/>
                  </a:cubicBezTo>
                  <a:cubicBezTo>
                    <a:pt x="256" y="128"/>
                    <a:pt x="256" y="128"/>
                    <a:pt x="256" y="128"/>
                  </a:cubicBezTo>
                  <a:cubicBezTo>
                    <a:pt x="256" y="122"/>
                    <a:pt x="252" y="118"/>
                    <a:pt x="246" y="118"/>
                  </a:cubicBezTo>
                  <a:close/>
                  <a:moveTo>
                    <a:pt x="160" y="128"/>
                  </a:moveTo>
                  <a:cubicBezTo>
                    <a:pt x="160" y="246"/>
                    <a:pt x="160" y="246"/>
                    <a:pt x="160" y="246"/>
                  </a:cubicBezTo>
                  <a:cubicBezTo>
                    <a:pt x="22" y="246"/>
                    <a:pt x="22" y="246"/>
                    <a:pt x="22" y="246"/>
                  </a:cubicBezTo>
                  <a:cubicBezTo>
                    <a:pt x="22" y="22"/>
                    <a:pt x="22" y="22"/>
                    <a:pt x="22" y="22"/>
                  </a:cubicBezTo>
                  <a:cubicBezTo>
                    <a:pt x="192" y="22"/>
                    <a:pt x="192" y="22"/>
                    <a:pt x="192" y="22"/>
                  </a:cubicBezTo>
                  <a:cubicBezTo>
                    <a:pt x="192" y="118"/>
                    <a:pt x="192" y="118"/>
                    <a:pt x="192" y="118"/>
                  </a:cubicBezTo>
                  <a:cubicBezTo>
                    <a:pt x="171" y="118"/>
                    <a:pt x="171" y="118"/>
                    <a:pt x="171" y="118"/>
                  </a:cubicBezTo>
                  <a:cubicBezTo>
                    <a:pt x="165" y="118"/>
                    <a:pt x="160" y="122"/>
                    <a:pt x="160" y="128"/>
                  </a:cubicBezTo>
                  <a:close/>
                  <a:moveTo>
                    <a:pt x="235" y="267"/>
                  </a:moveTo>
                  <a:cubicBezTo>
                    <a:pt x="182" y="267"/>
                    <a:pt x="182" y="267"/>
                    <a:pt x="182" y="267"/>
                  </a:cubicBezTo>
                  <a:cubicBezTo>
                    <a:pt x="182" y="139"/>
                    <a:pt x="182" y="139"/>
                    <a:pt x="182" y="139"/>
                  </a:cubicBezTo>
                  <a:cubicBezTo>
                    <a:pt x="235" y="139"/>
                    <a:pt x="235" y="139"/>
                    <a:pt x="235" y="139"/>
                  </a:cubicBezTo>
                  <a:lnTo>
                    <a:pt x="235" y="267"/>
                  </a:lnTo>
                  <a:close/>
                  <a:moveTo>
                    <a:pt x="118" y="214"/>
                  </a:moveTo>
                  <a:cubicBezTo>
                    <a:pt x="118" y="220"/>
                    <a:pt x="113" y="224"/>
                    <a:pt x="107" y="224"/>
                  </a:cubicBezTo>
                  <a:cubicBezTo>
                    <a:pt x="101" y="224"/>
                    <a:pt x="96" y="220"/>
                    <a:pt x="96" y="214"/>
                  </a:cubicBezTo>
                  <a:cubicBezTo>
                    <a:pt x="96" y="208"/>
                    <a:pt x="101" y="203"/>
                    <a:pt x="107" y="203"/>
                  </a:cubicBezTo>
                  <a:cubicBezTo>
                    <a:pt x="113" y="203"/>
                    <a:pt x="118" y="208"/>
                    <a:pt x="118" y="21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8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grpSp>
      <p:sp>
        <p:nvSpPr>
          <p:cNvPr id="24" name="Rectangle 23">
            <a:extLst>
              <a:ext uri="{FF2B5EF4-FFF2-40B4-BE49-F238E27FC236}">
                <a16:creationId xmlns:a16="http://schemas.microsoft.com/office/drawing/2014/main" id="{33D6C7AA-8F63-1D37-5ADB-711A09C56773}"/>
              </a:ext>
            </a:extLst>
          </p:cNvPr>
          <p:cNvSpPr/>
          <p:nvPr/>
        </p:nvSpPr>
        <p:spPr bwMode="auto">
          <a:xfrm>
            <a:off x="7507360" y="3232635"/>
            <a:ext cx="574593" cy="815490"/>
          </a:xfrm>
          <a:prstGeom prst="rect">
            <a:avLst/>
          </a:prstGeom>
          <a:solidFill>
            <a:srgbClr val="00A3E0"/>
          </a:solidFill>
          <a:ln w="19050" cap="flat" cmpd="sng" algn="ctr">
            <a:noFill/>
            <a:prstDash val="solid"/>
            <a:round/>
            <a:headEnd type="none" w="med" len="med"/>
            <a:tailEnd type="none" w="med" len="med"/>
          </a:ln>
          <a:effectLst/>
        </p:spPr>
        <p:txBody>
          <a:bodyPr vert="horz" wrap="square" lIns="0" tIns="288000" rIns="0" bIns="0" numCol="1" rtlCol="0" anchor="t" anchorCtr="0" compatLnSpc="1">
            <a:prstTxWarp prst="textNoShape">
              <a:avLst/>
            </a:prstTxWarp>
          </a:bodyPr>
          <a:lstStyle/>
          <a:p>
            <a:pPr lvl="0" algn="ctr" defTabSz="1219170">
              <a:spcBef>
                <a:spcPts val="600"/>
              </a:spcBef>
              <a:buSzPct val="100000"/>
              <a:defRPr/>
            </a:pPr>
            <a:r>
              <a:rPr lang="en-US" sz="800" b="1">
                <a:solidFill>
                  <a:prstClr val="white"/>
                </a:solidFill>
                <a:latin typeface="Open Sans" panose="020B0606030504020204" pitchFamily="34" charset="0"/>
                <a:ea typeface="Open Sans" panose="020B0606030504020204" pitchFamily="34" charset="0"/>
                <a:cs typeface="Open Sans" panose="020B0606030504020204" pitchFamily="34" charset="0"/>
              </a:rPr>
              <a:t>Execution Model (Delivery</a:t>
            </a:r>
            <a:br>
              <a:rPr lang="en-US" sz="800" b="1">
                <a:solidFill>
                  <a:prstClr val="white"/>
                </a:solidFill>
                <a:latin typeface="Open Sans" panose="020B0606030504020204" pitchFamily="34" charset="0"/>
                <a:ea typeface="Open Sans" panose="020B0606030504020204" pitchFamily="34" charset="0"/>
                <a:cs typeface="Open Sans" panose="020B0606030504020204" pitchFamily="34" charset="0"/>
              </a:rPr>
            </a:br>
            <a:r>
              <a:rPr lang="en-US" sz="800" b="1">
                <a:solidFill>
                  <a:prstClr val="white"/>
                </a:solidFill>
                <a:latin typeface="Open Sans" panose="020B0606030504020204" pitchFamily="34" charset="0"/>
                <a:ea typeface="Open Sans" panose="020B0606030504020204" pitchFamily="34" charset="0"/>
                <a:cs typeface="Open Sans" panose="020B0606030504020204" pitchFamily="34" charset="0"/>
              </a:rPr>
              <a:t>PODs)</a:t>
            </a:r>
          </a:p>
        </p:txBody>
      </p:sp>
      <p:grpSp>
        <p:nvGrpSpPr>
          <p:cNvPr id="100" name="Group 100">
            <a:extLst>
              <a:ext uri="{FF2B5EF4-FFF2-40B4-BE49-F238E27FC236}">
                <a16:creationId xmlns:a16="http://schemas.microsoft.com/office/drawing/2014/main" id="{04526C61-1C54-C550-0FCF-ED2632AEFC4A}"/>
              </a:ext>
            </a:extLst>
          </p:cNvPr>
          <p:cNvGrpSpPr>
            <a:grpSpLocks noChangeAspect="1"/>
          </p:cNvGrpSpPr>
          <p:nvPr/>
        </p:nvGrpSpPr>
        <p:grpSpPr bwMode="auto">
          <a:xfrm>
            <a:off x="7680356" y="3266711"/>
            <a:ext cx="228600" cy="228600"/>
            <a:chOff x="374" y="351"/>
            <a:chExt cx="340" cy="340"/>
          </a:xfrm>
          <a:solidFill>
            <a:schemeClr val="bg1"/>
          </a:solidFill>
        </p:grpSpPr>
        <p:sp>
          <p:nvSpPr>
            <p:cNvPr id="101" name="Freeform 101">
              <a:extLst>
                <a:ext uri="{FF2B5EF4-FFF2-40B4-BE49-F238E27FC236}">
                  <a16:creationId xmlns:a16="http://schemas.microsoft.com/office/drawing/2014/main" id="{55C5A215-97A4-3051-D5CF-AC568995E42A}"/>
                </a:ext>
              </a:extLst>
            </p:cNvPr>
            <p:cNvSpPr>
              <a:spLocks noEditPoints="1"/>
            </p:cNvSpPr>
            <p:nvPr/>
          </p:nvSpPr>
          <p:spPr bwMode="auto">
            <a:xfrm>
              <a:off x="374" y="351"/>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8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102" name="Freeform 102">
              <a:extLst>
                <a:ext uri="{FF2B5EF4-FFF2-40B4-BE49-F238E27FC236}">
                  <a16:creationId xmlns:a16="http://schemas.microsoft.com/office/drawing/2014/main" id="{0EA8FFA8-55DD-C1CB-8943-3BF511138340}"/>
                </a:ext>
              </a:extLst>
            </p:cNvPr>
            <p:cNvSpPr>
              <a:spLocks noEditPoints="1"/>
            </p:cNvSpPr>
            <p:nvPr/>
          </p:nvSpPr>
          <p:spPr bwMode="auto">
            <a:xfrm>
              <a:off x="452" y="429"/>
              <a:ext cx="77" cy="77"/>
            </a:xfrm>
            <a:custGeom>
              <a:avLst/>
              <a:gdLst>
                <a:gd name="T0" fmla="*/ 107 w 117"/>
                <a:gd name="T1" fmla="*/ 0 h 117"/>
                <a:gd name="T2" fmla="*/ 11 w 117"/>
                <a:gd name="T3" fmla="*/ 0 h 117"/>
                <a:gd name="T4" fmla="*/ 0 w 117"/>
                <a:gd name="T5" fmla="*/ 11 h 117"/>
                <a:gd name="T6" fmla="*/ 0 w 117"/>
                <a:gd name="T7" fmla="*/ 107 h 117"/>
                <a:gd name="T8" fmla="*/ 11 w 117"/>
                <a:gd name="T9" fmla="*/ 117 h 117"/>
                <a:gd name="T10" fmla="*/ 107 w 117"/>
                <a:gd name="T11" fmla="*/ 117 h 117"/>
                <a:gd name="T12" fmla="*/ 117 w 117"/>
                <a:gd name="T13" fmla="*/ 107 h 117"/>
                <a:gd name="T14" fmla="*/ 117 w 117"/>
                <a:gd name="T15" fmla="*/ 11 h 117"/>
                <a:gd name="T16" fmla="*/ 107 w 117"/>
                <a:gd name="T17" fmla="*/ 0 h 117"/>
                <a:gd name="T18" fmla="*/ 96 w 117"/>
                <a:gd name="T19" fmla="*/ 96 h 117"/>
                <a:gd name="T20" fmla="*/ 21 w 117"/>
                <a:gd name="T21" fmla="*/ 96 h 117"/>
                <a:gd name="T22" fmla="*/ 21 w 117"/>
                <a:gd name="T23" fmla="*/ 21 h 117"/>
                <a:gd name="T24" fmla="*/ 96 w 117"/>
                <a:gd name="T25" fmla="*/ 21 h 117"/>
                <a:gd name="T26" fmla="*/ 96 w 117"/>
                <a:gd name="T27" fmla="*/ 96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17" h="117">
                  <a:moveTo>
                    <a:pt x="107" y="0"/>
                  </a:moveTo>
                  <a:cubicBezTo>
                    <a:pt x="11" y="0"/>
                    <a:pt x="11" y="0"/>
                    <a:pt x="11" y="0"/>
                  </a:cubicBezTo>
                  <a:cubicBezTo>
                    <a:pt x="5" y="0"/>
                    <a:pt x="0" y="5"/>
                    <a:pt x="0" y="11"/>
                  </a:cubicBezTo>
                  <a:cubicBezTo>
                    <a:pt x="0" y="107"/>
                    <a:pt x="0" y="107"/>
                    <a:pt x="0" y="107"/>
                  </a:cubicBezTo>
                  <a:cubicBezTo>
                    <a:pt x="0" y="113"/>
                    <a:pt x="5" y="117"/>
                    <a:pt x="11" y="117"/>
                  </a:cubicBezTo>
                  <a:cubicBezTo>
                    <a:pt x="107" y="117"/>
                    <a:pt x="107" y="117"/>
                    <a:pt x="107" y="117"/>
                  </a:cubicBezTo>
                  <a:cubicBezTo>
                    <a:pt x="113" y="117"/>
                    <a:pt x="117" y="113"/>
                    <a:pt x="117" y="107"/>
                  </a:cubicBezTo>
                  <a:cubicBezTo>
                    <a:pt x="117" y="11"/>
                    <a:pt x="117" y="11"/>
                    <a:pt x="117" y="11"/>
                  </a:cubicBezTo>
                  <a:cubicBezTo>
                    <a:pt x="117" y="5"/>
                    <a:pt x="113" y="0"/>
                    <a:pt x="107" y="0"/>
                  </a:cubicBezTo>
                  <a:close/>
                  <a:moveTo>
                    <a:pt x="96" y="96"/>
                  </a:moveTo>
                  <a:cubicBezTo>
                    <a:pt x="21" y="96"/>
                    <a:pt x="21" y="96"/>
                    <a:pt x="21" y="96"/>
                  </a:cubicBezTo>
                  <a:cubicBezTo>
                    <a:pt x="21" y="21"/>
                    <a:pt x="21" y="21"/>
                    <a:pt x="21" y="21"/>
                  </a:cubicBezTo>
                  <a:cubicBezTo>
                    <a:pt x="96" y="21"/>
                    <a:pt x="96" y="21"/>
                    <a:pt x="96" y="21"/>
                  </a:cubicBezTo>
                  <a:lnTo>
                    <a:pt x="96" y="9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8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103" name="Freeform 103">
              <a:extLst>
                <a:ext uri="{FF2B5EF4-FFF2-40B4-BE49-F238E27FC236}">
                  <a16:creationId xmlns:a16="http://schemas.microsoft.com/office/drawing/2014/main" id="{528BE0A7-8613-6F9A-FBAC-1D8E82379233}"/>
                </a:ext>
              </a:extLst>
            </p:cNvPr>
            <p:cNvSpPr>
              <a:spLocks noEditPoints="1"/>
            </p:cNvSpPr>
            <p:nvPr/>
          </p:nvSpPr>
          <p:spPr bwMode="auto">
            <a:xfrm>
              <a:off x="558" y="429"/>
              <a:ext cx="78" cy="77"/>
            </a:xfrm>
            <a:custGeom>
              <a:avLst/>
              <a:gdLst>
                <a:gd name="T0" fmla="*/ 107 w 117"/>
                <a:gd name="T1" fmla="*/ 0 h 117"/>
                <a:gd name="T2" fmla="*/ 11 w 117"/>
                <a:gd name="T3" fmla="*/ 0 h 117"/>
                <a:gd name="T4" fmla="*/ 0 w 117"/>
                <a:gd name="T5" fmla="*/ 11 h 117"/>
                <a:gd name="T6" fmla="*/ 0 w 117"/>
                <a:gd name="T7" fmla="*/ 107 h 117"/>
                <a:gd name="T8" fmla="*/ 11 w 117"/>
                <a:gd name="T9" fmla="*/ 117 h 117"/>
                <a:gd name="T10" fmla="*/ 107 w 117"/>
                <a:gd name="T11" fmla="*/ 117 h 117"/>
                <a:gd name="T12" fmla="*/ 117 w 117"/>
                <a:gd name="T13" fmla="*/ 107 h 117"/>
                <a:gd name="T14" fmla="*/ 117 w 117"/>
                <a:gd name="T15" fmla="*/ 11 h 117"/>
                <a:gd name="T16" fmla="*/ 107 w 117"/>
                <a:gd name="T17" fmla="*/ 0 h 117"/>
                <a:gd name="T18" fmla="*/ 96 w 117"/>
                <a:gd name="T19" fmla="*/ 96 h 117"/>
                <a:gd name="T20" fmla="*/ 21 w 117"/>
                <a:gd name="T21" fmla="*/ 96 h 117"/>
                <a:gd name="T22" fmla="*/ 21 w 117"/>
                <a:gd name="T23" fmla="*/ 21 h 117"/>
                <a:gd name="T24" fmla="*/ 96 w 117"/>
                <a:gd name="T25" fmla="*/ 21 h 117"/>
                <a:gd name="T26" fmla="*/ 96 w 117"/>
                <a:gd name="T27" fmla="*/ 96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17" h="117">
                  <a:moveTo>
                    <a:pt x="107" y="0"/>
                  </a:moveTo>
                  <a:cubicBezTo>
                    <a:pt x="11" y="0"/>
                    <a:pt x="11" y="0"/>
                    <a:pt x="11" y="0"/>
                  </a:cubicBezTo>
                  <a:cubicBezTo>
                    <a:pt x="5" y="0"/>
                    <a:pt x="0" y="5"/>
                    <a:pt x="0" y="11"/>
                  </a:cubicBezTo>
                  <a:cubicBezTo>
                    <a:pt x="0" y="107"/>
                    <a:pt x="0" y="107"/>
                    <a:pt x="0" y="107"/>
                  </a:cubicBezTo>
                  <a:cubicBezTo>
                    <a:pt x="0" y="113"/>
                    <a:pt x="5" y="117"/>
                    <a:pt x="11" y="117"/>
                  </a:cubicBezTo>
                  <a:cubicBezTo>
                    <a:pt x="107" y="117"/>
                    <a:pt x="107" y="117"/>
                    <a:pt x="107" y="117"/>
                  </a:cubicBezTo>
                  <a:cubicBezTo>
                    <a:pt x="113" y="117"/>
                    <a:pt x="117" y="113"/>
                    <a:pt x="117" y="107"/>
                  </a:cubicBezTo>
                  <a:cubicBezTo>
                    <a:pt x="117" y="11"/>
                    <a:pt x="117" y="11"/>
                    <a:pt x="117" y="11"/>
                  </a:cubicBezTo>
                  <a:cubicBezTo>
                    <a:pt x="117" y="5"/>
                    <a:pt x="113" y="0"/>
                    <a:pt x="107" y="0"/>
                  </a:cubicBezTo>
                  <a:close/>
                  <a:moveTo>
                    <a:pt x="96" y="96"/>
                  </a:moveTo>
                  <a:cubicBezTo>
                    <a:pt x="21" y="96"/>
                    <a:pt x="21" y="96"/>
                    <a:pt x="21" y="96"/>
                  </a:cubicBezTo>
                  <a:cubicBezTo>
                    <a:pt x="21" y="21"/>
                    <a:pt x="21" y="21"/>
                    <a:pt x="21" y="21"/>
                  </a:cubicBezTo>
                  <a:cubicBezTo>
                    <a:pt x="96" y="21"/>
                    <a:pt x="96" y="21"/>
                    <a:pt x="96" y="21"/>
                  </a:cubicBezTo>
                  <a:lnTo>
                    <a:pt x="96" y="9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8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104" name="Freeform 104">
              <a:extLst>
                <a:ext uri="{FF2B5EF4-FFF2-40B4-BE49-F238E27FC236}">
                  <a16:creationId xmlns:a16="http://schemas.microsoft.com/office/drawing/2014/main" id="{6FC2886F-8190-A6AF-165E-1331FD4E0DC3}"/>
                </a:ext>
              </a:extLst>
            </p:cNvPr>
            <p:cNvSpPr>
              <a:spLocks noEditPoints="1"/>
            </p:cNvSpPr>
            <p:nvPr/>
          </p:nvSpPr>
          <p:spPr bwMode="auto">
            <a:xfrm>
              <a:off x="452" y="535"/>
              <a:ext cx="77" cy="78"/>
            </a:xfrm>
            <a:custGeom>
              <a:avLst/>
              <a:gdLst>
                <a:gd name="T0" fmla="*/ 107 w 117"/>
                <a:gd name="T1" fmla="*/ 0 h 117"/>
                <a:gd name="T2" fmla="*/ 11 w 117"/>
                <a:gd name="T3" fmla="*/ 0 h 117"/>
                <a:gd name="T4" fmla="*/ 0 w 117"/>
                <a:gd name="T5" fmla="*/ 11 h 117"/>
                <a:gd name="T6" fmla="*/ 0 w 117"/>
                <a:gd name="T7" fmla="*/ 107 h 117"/>
                <a:gd name="T8" fmla="*/ 11 w 117"/>
                <a:gd name="T9" fmla="*/ 117 h 117"/>
                <a:gd name="T10" fmla="*/ 107 w 117"/>
                <a:gd name="T11" fmla="*/ 117 h 117"/>
                <a:gd name="T12" fmla="*/ 117 w 117"/>
                <a:gd name="T13" fmla="*/ 107 h 117"/>
                <a:gd name="T14" fmla="*/ 117 w 117"/>
                <a:gd name="T15" fmla="*/ 11 h 117"/>
                <a:gd name="T16" fmla="*/ 107 w 117"/>
                <a:gd name="T17" fmla="*/ 0 h 117"/>
                <a:gd name="T18" fmla="*/ 96 w 117"/>
                <a:gd name="T19" fmla="*/ 96 h 117"/>
                <a:gd name="T20" fmla="*/ 21 w 117"/>
                <a:gd name="T21" fmla="*/ 96 h 117"/>
                <a:gd name="T22" fmla="*/ 21 w 117"/>
                <a:gd name="T23" fmla="*/ 21 h 117"/>
                <a:gd name="T24" fmla="*/ 96 w 117"/>
                <a:gd name="T25" fmla="*/ 21 h 117"/>
                <a:gd name="T26" fmla="*/ 96 w 117"/>
                <a:gd name="T27" fmla="*/ 96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17" h="117">
                  <a:moveTo>
                    <a:pt x="107" y="0"/>
                  </a:moveTo>
                  <a:cubicBezTo>
                    <a:pt x="11" y="0"/>
                    <a:pt x="11" y="0"/>
                    <a:pt x="11" y="0"/>
                  </a:cubicBezTo>
                  <a:cubicBezTo>
                    <a:pt x="5" y="0"/>
                    <a:pt x="0" y="5"/>
                    <a:pt x="0" y="11"/>
                  </a:cubicBezTo>
                  <a:cubicBezTo>
                    <a:pt x="0" y="107"/>
                    <a:pt x="0" y="107"/>
                    <a:pt x="0" y="107"/>
                  </a:cubicBezTo>
                  <a:cubicBezTo>
                    <a:pt x="0" y="113"/>
                    <a:pt x="5" y="117"/>
                    <a:pt x="11" y="117"/>
                  </a:cubicBezTo>
                  <a:cubicBezTo>
                    <a:pt x="107" y="117"/>
                    <a:pt x="107" y="117"/>
                    <a:pt x="107" y="117"/>
                  </a:cubicBezTo>
                  <a:cubicBezTo>
                    <a:pt x="113" y="117"/>
                    <a:pt x="117" y="113"/>
                    <a:pt x="117" y="107"/>
                  </a:cubicBezTo>
                  <a:cubicBezTo>
                    <a:pt x="117" y="11"/>
                    <a:pt x="117" y="11"/>
                    <a:pt x="117" y="11"/>
                  </a:cubicBezTo>
                  <a:cubicBezTo>
                    <a:pt x="117" y="5"/>
                    <a:pt x="113" y="0"/>
                    <a:pt x="107" y="0"/>
                  </a:cubicBezTo>
                  <a:close/>
                  <a:moveTo>
                    <a:pt x="96" y="96"/>
                  </a:moveTo>
                  <a:cubicBezTo>
                    <a:pt x="21" y="96"/>
                    <a:pt x="21" y="96"/>
                    <a:pt x="21" y="96"/>
                  </a:cubicBezTo>
                  <a:cubicBezTo>
                    <a:pt x="21" y="21"/>
                    <a:pt x="21" y="21"/>
                    <a:pt x="21" y="21"/>
                  </a:cubicBezTo>
                  <a:cubicBezTo>
                    <a:pt x="96" y="21"/>
                    <a:pt x="96" y="21"/>
                    <a:pt x="96" y="21"/>
                  </a:cubicBezTo>
                  <a:lnTo>
                    <a:pt x="96" y="9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8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105" name="Freeform 105">
              <a:extLst>
                <a:ext uri="{FF2B5EF4-FFF2-40B4-BE49-F238E27FC236}">
                  <a16:creationId xmlns:a16="http://schemas.microsoft.com/office/drawing/2014/main" id="{728255E7-9545-DAA3-3578-53C31D0470EF}"/>
                </a:ext>
              </a:extLst>
            </p:cNvPr>
            <p:cNvSpPr>
              <a:spLocks noEditPoints="1"/>
            </p:cNvSpPr>
            <p:nvPr/>
          </p:nvSpPr>
          <p:spPr bwMode="auto">
            <a:xfrm>
              <a:off x="558" y="535"/>
              <a:ext cx="78" cy="78"/>
            </a:xfrm>
            <a:custGeom>
              <a:avLst/>
              <a:gdLst>
                <a:gd name="T0" fmla="*/ 107 w 117"/>
                <a:gd name="T1" fmla="*/ 0 h 117"/>
                <a:gd name="T2" fmla="*/ 11 w 117"/>
                <a:gd name="T3" fmla="*/ 0 h 117"/>
                <a:gd name="T4" fmla="*/ 0 w 117"/>
                <a:gd name="T5" fmla="*/ 11 h 117"/>
                <a:gd name="T6" fmla="*/ 0 w 117"/>
                <a:gd name="T7" fmla="*/ 107 h 117"/>
                <a:gd name="T8" fmla="*/ 11 w 117"/>
                <a:gd name="T9" fmla="*/ 117 h 117"/>
                <a:gd name="T10" fmla="*/ 107 w 117"/>
                <a:gd name="T11" fmla="*/ 117 h 117"/>
                <a:gd name="T12" fmla="*/ 117 w 117"/>
                <a:gd name="T13" fmla="*/ 107 h 117"/>
                <a:gd name="T14" fmla="*/ 117 w 117"/>
                <a:gd name="T15" fmla="*/ 11 h 117"/>
                <a:gd name="T16" fmla="*/ 107 w 117"/>
                <a:gd name="T17" fmla="*/ 0 h 117"/>
                <a:gd name="T18" fmla="*/ 96 w 117"/>
                <a:gd name="T19" fmla="*/ 96 h 117"/>
                <a:gd name="T20" fmla="*/ 21 w 117"/>
                <a:gd name="T21" fmla="*/ 96 h 117"/>
                <a:gd name="T22" fmla="*/ 21 w 117"/>
                <a:gd name="T23" fmla="*/ 21 h 117"/>
                <a:gd name="T24" fmla="*/ 96 w 117"/>
                <a:gd name="T25" fmla="*/ 21 h 117"/>
                <a:gd name="T26" fmla="*/ 96 w 117"/>
                <a:gd name="T27" fmla="*/ 96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17" h="117">
                  <a:moveTo>
                    <a:pt x="107" y="0"/>
                  </a:moveTo>
                  <a:cubicBezTo>
                    <a:pt x="11" y="0"/>
                    <a:pt x="11" y="0"/>
                    <a:pt x="11" y="0"/>
                  </a:cubicBezTo>
                  <a:cubicBezTo>
                    <a:pt x="5" y="0"/>
                    <a:pt x="0" y="5"/>
                    <a:pt x="0" y="11"/>
                  </a:cubicBezTo>
                  <a:cubicBezTo>
                    <a:pt x="0" y="107"/>
                    <a:pt x="0" y="107"/>
                    <a:pt x="0" y="107"/>
                  </a:cubicBezTo>
                  <a:cubicBezTo>
                    <a:pt x="0" y="113"/>
                    <a:pt x="5" y="117"/>
                    <a:pt x="11" y="117"/>
                  </a:cubicBezTo>
                  <a:cubicBezTo>
                    <a:pt x="107" y="117"/>
                    <a:pt x="107" y="117"/>
                    <a:pt x="107" y="117"/>
                  </a:cubicBezTo>
                  <a:cubicBezTo>
                    <a:pt x="113" y="117"/>
                    <a:pt x="117" y="113"/>
                    <a:pt x="117" y="107"/>
                  </a:cubicBezTo>
                  <a:cubicBezTo>
                    <a:pt x="117" y="11"/>
                    <a:pt x="117" y="11"/>
                    <a:pt x="117" y="11"/>
                  </a:cubicBezTo>
                  <a:cubicBezTo>
                    <a:pt x="117" y="5"/>
                    <a:pt x="113" y="0"/>
                    <a:pt x="107" y="0"/>
                  </a:cubicBezTo>
                  <a:close/>
                  <a:moveTo>
                    <a:pt x="96" y="96"/>
                  </a:moveTo>
                  <a:cubicBezTo>
                    <a:pt x="21" y="96"/>
                    <a:pt x="21" y="96"/>
                    <a:pt x="21" y="96"/>
                  </a:cubicBezTo>
                  <a:cubicBezTo>
                    <a:pt x="21" y="21"/>
                    <a:pt x="21" y="21"/>
                    <a:pt x="21" y="21"/>
                  </a:cubicBezTo>
                  <a:cubicBezTo>
                    <a:pt x="96" y="21"/>
                    <a:pt x="96" y="21"/>
                    <a:pt x="96" y="21"/>
                  </a:cubicBezTo>
                  <a:lnTo>
                    <a:pt x="96" y="9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8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grpSp>
      <p:grpSp>
        <p:nvGrpSpPr>
          <p:cNvPr id="133" name="Group 132">
            <a:extLst>
              <a:ext uri="{FF2B5EF4-FFF2-40B4-BE49-F238E27FC236}">
                <a16:creationId xmlns:a16="http://schemas.microsoft.com/office/drawing/2014/main" id="{24877E13-DD23-F6C8-50DF-E1DA80F04D55}"/>
              </a:ext>
            </a:extLst>
          </p:cNvPr>
          <p:cNvGrpSpPr/>
          <p:nvPr/>
        </p:nvGrpSpPr>
        <p:grpSpPr>
          <a:xfrm>
            <a:off x="6224623" y="4098914"/>
            <a:ext cx="2595600" cy="1250948"/>
            <a:chOff x="6224623" y="4168775"/>
            <a:chExt cx="2595600" cy="964249"/>
          </a:xfrm>
        </p:grpSpPr>
        <p:sp>
          <p:nvSpPr>
            <p:cNvPr id="27" name="Rectangle 26">
              <a:extLst>
                <a:ext uri="{FF2B5EF4-FFF2-40B4-BE49-F238E27FC236}">
                  <a16:creationId xmlns:a16="http://schemas.microsoft.com/office/drawing/2014/main" id="{7CD7E9A5-A351-5BB4-CF4D-1AFD696688C7}"/>
                </a:ext>
              </a:extLst>
            </p:cNvPr>
            <p:cNvSpPr/>
            <p:nvPr/>
          </p:nvSpPr>
          <p:spPr>
            <a:xfrm>
              <a:off x="6224623" y="4413161"/>
              <a:ext cx="2595600" cy="231090"/>
            </a:xfrm>
            <a:prstGeom prst="rect">
              <a:avLst/>
            </a:prstGeom>
            <a:solidFill>
              <a:schemeClr val="bg1">
                <a:lumMod val="65000"/>
              </a:schemeClr>
            </a:solidFill>
            <a:ln w="6350" cap="flat" cmpd="sng" algn="ctr">
              <a:noFill/>
              <a:prstDash val="solid"/>
            </a:ln>
            <a:effectLst/>
          </p:spPr>
          <p:txBody>
            <a:bodyPr lIns="0" r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rPr>
                <a:t>Audit, Balance &amp; Control Framework</a:t>
              </a:r>
            </a:p>
          </p:txBody>
        </p:sp>
        <p:sp>
          <p:nvSpPr>
            <p:cNvPr id="28" name="Rectangle 27">
              <a:extLst>
                <a:ext uri="{FF2B5EF4-FFF2-40B4-BE49-F238E27FC236}">
                  <a16:creationId xmlns:a16="http://schemas.microsoft.com/office/drawing/2014/main" id="{3FF4F221-4631-E248-C226-739AA25CCE76}"/>
                </a:ext>
              </a:extLst>
            </p:cNvPr>
            <p:cNvSpPr/>
            <p:nvPr/>
          </p:nvSpPr>
          <p:spPr>
            <a:xfrm>
              <a:off x="6224623" y="4168775"/>
              <a:ext cx="2595600" cy="231090"/>
            </a:xfrm>
            <a:prstGeom prst="rect">
              <a:avLst/>
            </a:prstGeom>
            <a:solidFill>
              <a:schemeClr val="bg1">
                <a:lumMod val="65000"/>
              </a:schemeClr>
            </a:solidFill>
            <a:ln w="6350" cap="flat" cmpd="sng" algn="ctr">
              <a:noFill/>
              <a:prstDash val="solid"/>
            </a:ln>
            <a:effectLst/>
          </p:spPr>
          <p:txBody>
            <a:bodyPr lIns="0" r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rPr>
                <a:t>Automation Frameworks</a:t>
              </a:r>
            </a:p>
          </p:txBody>
        </p:sp>
        <p:sp>
          <p:nvSpPr>
            <p:cNvPr id="30" name="Rectangle 29">
              <a:extLst>
                <a:ext uri="{FF2B5EF4-FFF2-40B4-BE49-F238E27FC236}">
                  <a16:creationId xmlns:a16="http://schemas.microsoft.com/office/drawing/2014/main" id="{420C7878-3429-C3CE-CE7B-8750703404E1}"/>
                </a:ext>
              </a:extLst>
            </p:cNvPr>
            <p:cNvSpPr/>
            <p:nvPr/>
          </p:nvSpPr>
          <p:spPr>
            <a:xfrm>
              <a:off x="6224623" y="4657547"/>
              <a:ext cx="2595600" cy="231090"/>
            </a:xfrm>
            <a:prstGeom prst="rect">
              <a:avLst/>
            </a:prstGeom>
            <a:solidFill>
              <a:schemeClr val="bg1">
                <a:lumMod val="65000"/>
              </a:schemeClr>
            </a:solidFill>
            <a:ln w="6350" cap="flat" cmpd="sng" algn="ctr">
              <a:noFill/>
              <a:prstDash val="solid"/>
            </a:ln>
            <a:effectLst/>
          </p:spPr>
          <p:txBody>
            <a:bodyPr lIns="0" r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800" b="1" kern="0">
                  <a:solidFill>
                    <a:prstClr val="white"/>
                  </a:solidFill>
                  <a:latin typeface="Open Sans" panose="020B0606030504020204" pitchFamily="34" charset="0"/>
                  <a:ea typeface="Open Sans" panose="020B0606030504020204" pitchFamily="34" charset="0"/>
                  <a:cs typeface="Open Sans" panose="020B0606030504020204" pitchFamily="34" charset="0"/>
                </a:rPr>
                <a:t>Data Certification</a:t>
              </a:r>
            </a:p>
          </p:txBody>
        </p:sp>
        <p:sp>
          <p:nvSpPr>
            <p:cNvPr id="112" name="Rectangle 111">
              <a:extLst>
                <a:ext uri="{FF2B5EF4-FFF2-40B4-BE49-F238E27FC236}">
                  <a16:creationId xmlns:a16="http://schemas.microsoft.com/office/drawing/2014/main" id="{6C712939-1D8E-C122-176E-87B7208B2577}"/>
                </a:ext>
              </a:extLst>
            </p:cNvPr>
            <p:cNvSpPr/>
            <p:nvPr/>
          </p:nvSpPr>
          <p:spPr>
            <a:xfrm>
              <a:off x="6224623" y="4901934"/>
              <a:ext cx="2595600" cy="231090"/>
            </a:xfrm>
            <a:prstGeom prst="rect">
              <a:avLst/>
            </a:prstGeom>
            <a:solidFill>
              <a:schemeClr val="bg1">
                <a:lumMod val="65000"/>
              </a:schemeClr>
            </a:solidFill>
            <a:ln w="6350" cap="flat" cmpd="sng" algn="ctr">
              <a:noFill/>
              <a:prstDash val="solid"/>
            </a:ln>
            <a:effectLst/>
          </p:spPr>
          <p:txBody>
            <a:bodyPr lIns="0" r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rPr>
                <a:t>Data Security enabled</a:t>
              </a:r>
            </a:p>
          </p:txBody>
        </p:sp>
      </p:grpSp>
      <p:sp>
        <p:nvSpPr>
          <p:cNvPr id="113" name="Plus Sign 191">
            <a:extLst>
              <a:ext uri="{FF2B5EF4-FFF2-40B4-BE49-F238E27FC236}">
                <a16:creationId xmlns:a16="http://schemas.microsoft.com/office/drawing/2014/main" id="{7FF9F023-4514-75AC-90CC-52AC80E96ACA}"/>
              </a:ext>
            </a:extLst>
          </p:cNvPr>
          <p:cNvSpPr/>
          <p:nvPr/>
        </p:nvSpPr>
        <p:spPr bwMode="gray">
          <a:xfrm>
            <a:off x="6792728" y="3590483"/>
            <a:ext cx="91440" cy="99795"/>
          </a:xfrm>
          <a:prstGeom prst="mathPlus">
            <a:avLst/>
          </a:prstGeom>
          <a:solidFill>
            <a:srgbClr val="012169"/>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US" sz="800" b="1" i="0" u="none" strike="noStrike" kern="1200" cap="none" spc="0" normalizeH="0" baseline="0" noProof="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114" name="Plus Sign 192">
            <a:extLst>
              <a:ext uri="{FF2B5EF4-FFF2-40B4-BE49-F238E27FC236}">
                <a16:creationId xmlns:a16="http://schemas.microsoft.com/office/drawing/2014/main" id="{1CEE6FA5-8210-32E7-815A-91736CEC92BD}"/>
              </a:ext>
            </a:extLst>
          </p:cNvPr>
          <p:cNvSpPr/>
          <p:nvPr/>
        </p:nvSpPr>
        <p:spPr bwMode="gray">
          <a:xfrm>
            <a:off x="7396455" y="3590483"/>
            <a:ext cx="91440" cy="99795"/>
          </a:xfrm>
          <a:prstGeom prst="mathPlus">
            <a:avLst/>
          </a:prstGeom>
          <a:solidFill>
            <a:srgbClr val="012169"/>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US" sz="800" b="1" i="0" u="none" strike="noStrike" kern="1200" cap="none" spc="0" normalizeH="0" baseline="0" noProof="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115" name="Equals 193">
            <a:extLst>
              <a:ext uri="{FF2B5EF4-FFF2-40B4-BE49-F238E27FC236}">
                <a16:creationId xmlns:a16="http://schemas.microsoft.com/office/drawing/2014/main" id="{C9A58030-E38F-6D01-C357-A59BE9E9759B}"/>
              </a:ext>
            </a:extLst>
          </p:cNvPr>
          <p:cNvSpPr/>
          <p:nvPr/>
        </p:nvSpPr>
        <p:spPr bwMode="gray">
          <a:xfrm>
            <a:off x="8101418" y="3594660"/>
            <a:ext cx="91440" cy="91440"/>
          </a:xfrm>
          <a:prstGeom prst="mathEqual">
            <a:avLst/>
          </a:prstGeom>
          <a:solidFill>
            <a:srgbClr val="012169"/>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US" sz="800" b="1" i="0" u="none" strike="noStrike" kern="1200" cap="none" spc="0" normalizeH="0" baseline="0" noProof="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7" name="Rectangle 6">
            <a:extLst>
              <a:ext uri="{FF2B5EF4-FFF2-40B4-BE49-F238E27FC236}">
                <a16:creationId xmlns:a16="http://schemas.microsoft.com/office/drawing/2014/main" id="{FAC2FFB8-9156-FB98-41A5-B6D08EB56F7D}"/>
              </a:ext>
            </a:extLst>
          </p:cNvPr>
          <p:cNvSpPr/>
          <p:nvPr/>
        </p:nvSpPr>
        <p:spPr bwMode="gray">
          <a:xfrm>
            <a:off x="467783" y="2032601"/>
            <a:ext cx="2686774" cy="3379907"/>
          </a:xfrm>
          <a:prstGeom prst="rect">
            <a:avLst/>
          </a:prstGeom>
          <a:noFill/>
          <a:ln w="12700" algn="ctr">
            <a:solidFill>
              <a:schemeClr val="bg1">
                <a:lumMod val="75000"/>
              </a:schemeClr>
            </a:solid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US" sz="800" b="1" i="0" u="none" strike="noStrike" kern="1200" cap="none" spc="0" normalizeH="0" baseline="0" noProof="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grpSp>
        <p:nvGrpSpPr>
          <p:cNvPr id="11" name="Group 10">
            <a:extLst>
              <a:ext uri="{FF2B5EF4-FFF2-40B4-BE49-F238E27FC236}">
                <a16:creationId xmlns:a16="http://schemas.microsoft.com/office/drawing/2014/main" id="{FBAC6397-B01B-F97A-0F3D-757EDF3D05B0}"/>
              </a:ext>
            </a:extLst>
          </p:cNvPr>
          <p:cNvGrpSpPr/>
          <p:nvPr/>
        </p:nvGrpSpPr>
        <p:grpSpPr>
          <a:xfrm>
            <a:off x="613939" y="2163083"/>
            <a:ext cx="564081" cy="312901"/>
            <a:chOff x="2330291" y="4821786"/>
            <a:chExt cx="1272422" cy="771881"/>
          </a:xfrm>
          <a:solidFill>
            <a:srgbClr val="00A3E0"/>
          </a:solidFill>
        </p:grpSpPr>
        <p:sp>
          <p:nvSpPr>
            <p:cNvPr id="12" name="Oval 11">
              <a:extLst>
                <a:ext uri="{FF2B5EF4-FFF2-40B4-BE49-F238E27FC236}">
                  <a16:creationId xmlns:a16="http://schemas.microsoft.com/office/drawing/2014/main" id="{D2FCCE53-EEE8-973C-2E3D-4BCC39F84353}"/>
                </a:ext>
              </a:extLst>
            </p:cNvPr>
            <p:cNvSpPr/>
            <p:nvPr/>
          </p:nvSpPr>
          <p:spPr bwMode="gray">
            <a:xfrm>
              <a:off x="2330291" y="4825817"/>
              <a:ext cx="464115" cy="467594"/>
            </a:xfrm>
            <a:prstGeom prst="ellipse">
              <a:avLst/>
            </a:prstGeom>
            <a:grpFill/>
            <a:ln w="19050" algn="ctr">
              <a:solidFill>
                <a:schemeClr val="bg1"/>
              </a:solidFill>
              <a:miter lim="800000"/>
              <a:headEnd/>
              <a:tailEnd/>
            </a:ln>
          </p:spPr>
          <p:txBody>
            <a:bodyPr wrap="square" lIns="0" tIns="88900" rIns="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US" sz="800" b="1" i="0" u="none" strike="noStrike" kern="1200" cap="none" spc="0" normalizeH="0" baseline="0" noProof="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13" name="Oval 12">
              <a:extLst>
                <a:ext uri="{FF2B5EF4-FFF2-40B4-BE49-F238E27FC236}">
                  <a16:creationId xmlns:a16="http://schemas.microsoft.com/office/drawing/2014/main" id="{E6F897CD-9D6F-CA28-09C5-9844BA8FC7C2}"/>
                </a:ext>
              </a:extLst>
            </p:cNvPr>
            <p:cNvSpPr/>
            <p:nvPr/>
          </p:nvSpPr>
          <p:spPr bwMode="gray">
            <a:xfrm>
              <a:off x="2711439" y="4843642"/>
              <a:ext cx="464115" cy="467594"/>
            </a:xfrm>
            <a:prstGeom prst="ellipse">
              <a:avLst/>
            </a:prstGeom>
            <a:grpFill/>
            <a:ln w="19050" algn="ctr">
              <a:solidFill>
                <a:schemeClr val="bg1"/>
              </a:solidFill>
              <a:miter lim="800000"/>
              <a:headEnd/>
              <a:tailEnd/>
            </a:ln>
          </p:spPr>
          <p:txBody>
            <a:bodyPr wrap="square" lIns="0" tIns="88900" rIns="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US" sz="800" b="1" i="0" u="none" strike="noStrike" kern="1200" cap="none" spc="0" normalizeH="0" baseline="0" noProof="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14" name="Oval 13">
              <a:extLst>
                <a:ext uri="{FF2B5EF4-FFF2-40B4-BE49-F238E27FC236}">
                  <a16:creationId xmlns:a16="http://schemas.microsoft.com/office/drawing/2014/main" id="{95921109-0DBC-2282-81B5-ED9B555EDC49}"/>
                </a:ext>
              </a:extLst>
            </p:cNvPr>
            <p:cNvSpPr/>
            <p:nvPr/>
          </p:nvSpPr>
          <p:spPr bwMode="gray">
            <a:xfrm>
              <a:off x="3138598" y="4821786"/>
              <a:ext cx="464115" cy="467594"/>
            </a:xfrm>
            <a:prstGeom prst="ellipse">
              <a:avLst/>
            </a:prstGeom>
            <a:grpFill/>
            <a:ln w="19050" algn="ctr">
              <a:solidFill>
                <a:schemeClr val="bg1"/>
              </a:solidFill>
              <a:miter lim="800000"/>
              <a:headEnd/>
              <a:tailEnd/>
            </a:ln>
          </p:spPr>
          <p:txBody>
            <a:bodyPr wrap="square" lIns="0" tIns="88900" rIns="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US" sz="800" b="1" i="0" u="none" strike="noStrike" kern="1200" cap="none" spc="0" normalizeH="0" baseline="0" noProof="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15" name="Oval 14">
              <a:extLst>
                <a:ext uri="{FF2B5EF4-FFF2-40B4-BE49-F238E27FC236}">
                  <a16:creationId xmlns:a16="http://schemas.microsoft.com/office/drawing/2014/main" id="{7994BD99-B02F-5186-9CB4-C18F6540ACD9}"/>
                </a:ext>
              </a:extLst>
            </p:cNvPr>
            <p:cNvSpPr/>
            <p:nvPr/>
          </p:nvSpPr>
          <p:spPr bwMode="gray">
            <a:xfrm>
              <a:off x="2938142" y="5024991"/>
              <a:ext cx="464115" cy="467594"/>
            </a:xfrm>
            <a:prstGeom prst="ellipse">
              <a:avLst/>
            </a:prstGeom>
            <a:grpFill/>
            <a:ln w="19050" algn="ctr">
              <a:solidFill>
                <a:schemeClr val="bg1"/>
              </a:solidFill>
              <a:miter lim="800000"/>
              <a:headEnd/>
              <a:tailEnd/>
            </a:ln>
          </p:spPr>
          <p:txBody>
            <a:bodyPr wrap="square" lIns="0" tIns="88900" rIns="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US" sz="800" b="1" i="0" u="none" strike="noStrike" kern="1200" cap="none" spc="0" normalizeH="0" baseline="0" noProof="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16" name="Oval 15">
              <a:extLst>
                <a:ext uri="{FF2B5EF4-FFF2-40B4-BE49-F238E27FC236}">
                  <a16:creationId xmlns:a16="http://schemas.microsoft.com/office/drawing/2014/main" id="{A0AE8CCB-5EDB-790F-E6E6-A75E8ABDF070}"/>
                </a:ext>
              </a:extLst>
            </p:cNvPr>
            <p:cNvSpPr/>
            <p:nvPr/>
          </p:nvSpPr>
          <p:spPr bwMode="gray">
            <a:xfrm>
              <a:off x="2554860" y="5126073"/>
              <a:ext cx="464115" cy="467594"/>
            </a:xfrm>
            <a:prstGeom prst="ellipse">
              <a:avLst/>
            </a:prstGeom>
            <a:grpFill/>
            <a:ln w="19050" algn="ctr">
              <a:solidFill>
                <a:schemeClr val="bg1"/>
              </a:solidFill>
              <a:miter lim="800000"/>
              <a:headEnd/>
              <a:tailEnd/>
            </a:ln>
          </p:spPr>
          <p:txBody>
            <a:bodyPr wrap="square" lIns="0" tIns="88900" rIns="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US" sz="800" b="1" i="0" u="none" strike="noStrike" kern="1200" cap="none" spc="0" normalizeH="0" baseline="0" noProof="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grpSp>
      <p:sp>
        <p:nvSpPr>
          <p:cNvPr id="17" name="TextBox 16">
            <a:extLst>
              <a:ext uri="{FF2B5EF4-FFF2-40B4-BE49-F238E27FC236}">
                <a16:creationId xmlns:a16="http://schemas.microsoft.com/office/drawing/2014/main" id="{6746F1AF-84A4-993A-D79D-962662E05907}"/>
              </a:ext>
            </a:extLst>
          </p:cNvPr>
          <p:cNvSpPr txBox="1"/>
          <p:nvPr/>
        </p:nvSpPr>
        <p:spPr>
          <a:xfrm>
            <a:off x="539998" y="2517614"/>
            <a:ext cx="711962" cy="738664"/>
          </a:xfrm>
          <a:prstGeom prst="rect">
            <a:avLst/>
          </a:prstGeom>
          <a:noFill/>
        </p:spPr>
        <p:txBody>
          <a:bodyPr vert="horz" wrap="square" lIns="0" tIns="0" rIns="0" bIns="0" rtlCol="0">
            <a:spAutoFit/>
          </a:bodyPr>
          <a:lstStyle/>
          <a:p>
            <a:pPr marL="0" marR="0" lvl="0" indent="0" algn="ctr" defTabSz="1219170" rtl="0" eaLnBrk="1" fontAlgn="auto" latinLnBrk="0" hangingPunct="1">
              <a:lnSpc>
                <a:spcPct val="100000"/>
              </a:lnSpc>
              <a:spcBef>
                <a:spcPts val="200"/>
              </a:spcBef>
              <a:spcAft>
                <a:spcPts val="0"/>
              </a:spcAft>
              <a:buClrTx/>
              <a:buSzPct val="100000"/>
              <a:buFontTx/>
              <a:buNone/>
              <a:tabLst/>
              <a:defRPr/>
            </a:pPr>
            <a:r>
              <a:rPr kumimoji="0" lang="en-US" sz="8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Prioritize Use Cases, Enterprise and Domain Assets and Source Systems</a:t>
            </a:r>
          </a:p>
        </p:txBody>
      </p:sp>
      <p:sp>
        <p:nvSpPr>
          <p:cNvPr id="36" name="TextBox 35">
            <a:extLst>
              <a:ext uri="{FF2B5EF4-FFF2-40B4-BE49-F238E27FC236}">
                <a16:creationId xmlns:a16="http://schemas.microsoft.com/office/drawing/2014/main" id="{B5A68748-4394-AC4D-59C7-57B56478FA64}"/>
              </a:ext>
            </a:extLst>
          </p:cNvPr>
          <p:cNvSpPr txBox="1"/>
          <p:nvPr/>
        </p:nvSpPr>
        <p:spPr>
          <a:xfrm>
            <a:off x="1506886" y="2365063"/>
            <a:ext cx="705052" cy="861774"/>
          </a:xfrm>
          <a:prstGeom prst="rect">
            <a:avLst/>
          </a:prstGeom>
          <a:noFill/>
        </p:spPr>
        <p:txBody>
          <a:bodyPr vert="horz" wrap="square" lIns="0" tIns="0" rIns="0" bIns="0" rtlCol="0">
            <a:spAutoFit/>
          </a:bodyPr>
          <a:lstStyle/>
          <a:p>
            <a:pPr marL="0" marR="0" lvl="0" indent="0" algn="ctr" defTabSz="1219170" rtl="0" eaLnBrk="1" fontAlgn="auto" latinLnBrk="0" hangingPunct="1">
              <a:lnSpc>
                <a:spcPct val="100000"/>
              </a:lnSpc>
              <a:spcBef>
                <a:spcPts val="200"/>
              </a:spcBef>
              <a:spcAft>
                <a:spcPts val="0"/>
              </a:spcAft>
              <a:buClrTx/>
              <a:buSzPct val="100000"/>
              <a:buFontTx/>
              <a:buNone/>
              <a:tabLst/>
              <a:defRPr/>
            </a:pPr>
            <a:r>
              <a:rPr kumimoji="0" lang="en-US" sz="8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Incorporate dependencies and co-relationships between data and Domains Assets</a:t>
            </a:r>
          </a:p>
        </p:txBody>
      </p:sp>
      <p:grpSp>
        <p:nvGrpSpPr>
          <p:cNvPr id="18" name="Group 17">
            <a:extLst>
              <a:ext uri="{FF2B5EF4-FFF2-40B4-BE49-F238E27FC236}">
                <a16:creationId xmlns:a16="http://schemas.microsoft.com/office/drawing/2014/main" id="{3975295C-5B2B-300D-6EEA-F940A167D841}"/>
              </a:ext>
            </a:extLst>
          </p:cNvPr>
          <p:cNvGrpSpPr/>
          <p:nvPr/>
        </p:nvGrpSpPr>
        <p:grpSpPr>
          <a:xfrm>
            <a:off x="2606486" y="2204269"/>
            <a:ext cx="375662" cy="230528"/>
            <a:chOff x="2554860" y="5024991"/>
            <a:chExt cx="847397" cy="568676"/>
          </a:xfrm>
          <a:solidFill>
            <a:srgbClr val="00A3E0"/>
          </a:solidFill>
        </p:grpSpPr>
        <p:sp>
          <p:nvSpPr>
            <p:cNvPr id="19" name="Oval 18">
              <a:extLst>
                <a:ext uri="{FF2B5EF4-FFF2-40B4-BE49-F238E27FC236}">
                  <a16:creationId xmlns:a16="http://schemas.microsoft.com/office/drawing/2014/main" id="{DE817583-2100-DF60-6D29-EC7CCBFFB50C}"/>
                </a:ext>
              </a:extLst>
            </p:cNvPr>
            <p:cNvSpPr/>
            <p:nvPr/>
          </p:nvSpPr>
          <p:spPr bwMode="gray">
            <a:xfrm>
              <a:off x="2938142" y="5024991"/>
              <a:ext cx="464115" cy="467594"/>
            </a:xfrm>
            <a:prstGeom prst="ellipse">
              <a:avLst/>
            </a:prstGeom>
            <a:grpFill/>
            <a:ln w="19050" algn="ctr">
              <a:solidFill>
                <a:schemeClr val="bg1"/>
              </a:solidFill>
              <a:miter lim="800000"/>
              <a:headEnd/>
              <a:tailEnd/>
            </a:ln>
          </p:spPr>
          <p:txBody>
            <a:bodyPr wrap="square" lIns="0" tIns="88900" rIns="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US" sz="800" b="1" i="0" u="none" strike="noStrike" kern="1200" cap="none" spc="0" normalizeH="0" baseline="0" noProof="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0" name="Oval 19">
              <a:extLst>
                <a:ext uri="{FF2B5EF4-FFF2-40B4-BE49-F238E27FC236}">
                  <a16:creationId xmlns:a16="http://schemas.microsoft.com/office/drawing/2014/main" id="{293475C4-6FF2-1293-649A-9DCA9D961B53}"/>
                </a:ext>
              </a:extLst>
            </p:cNvPr>
            <p:cNvSpPr/>
            <p:nvPr/>
          </p:nvSpPr>
          <p:spPr bwMode="gray">
            <a:xfrm>
              <a:off x="2554860" y="5126073"/>
              <a:ext cx="464115" cy="467594"/>
            </a:xfrm>
            <a:prstGeom prst="ellipse">
              <a:avLst/>
            </a:prstGeom>
            <a:grpFill/>
            <a:ln w="19050" algn="ctr">
              <a:solidFill>
                <a:schemeClr val="bg1"/>
              </a:solidFill>
              <a:miter lim="800000"/>
              <a:headEnd/>
              <a:tailEnd/>
            </a:ln>
          </p:spPr>
          <p:txBody>
            <a:bodyPr wrap="square" lIns="0" tIns="88900" rIns="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US" sz="800" b="1" i="0" u="none" strike="noStrike" kern="1200" cap="none" spc="0" normalizeH="0" baseline="0" noProof="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grpSp>
      <p:sp>
        <p:nvSpPr>
          <p:cNvPr id="52" name="TextBox 51">
            <a:extLst>
              <a:ext uri="{FF2B5EF4-FFF2-40B4-BE49-F238E27FC236}">
                <a16:creationId xmlns:a16="http://schemas.microsoft.com/office/drawing/2014/main" id="{DB7F80A9-D0A3-24B3-9A6E-9B023BD0677A}"/>
              </a:ext>
            </a:extLst>
          </p:cNvPr>
          <p:cNvSpPr txBox="1"/>
          <p:nvPr/>
        </p:nvSpPr>
        <p:spPr>
          <a:xfrm>
            <a:off x="2466863" y="2517614"/>
            <a:ext cx="654908" cy="984885"/>
          </a:xfrm>
          <a:prstGeom prst="rect">
            <a:avLst/>
          </a:prstGeom>
          <a:noFill/>
        </p:spPr>
        <p:txBody>
          <a:bodyPr vert="horz" wrap="square" lIns="0" tIns="0" rIns="0" bIns="0" rtlCol="0">
            <a:spAutoFit/>
          </a:bodyPr>
          <a:lstStyle/>
          <a:p>
            <a:pPr marL="0" marR="0" lvl="0" indent="0" algn="ctr" defTabSz="1219170" rtl="0" eaLnBrk="1" fontAlgn="auto" latinLnBrk="0" hangingPunct="1">
              <a:lnSpc>
                <a:spcPct val="100000"/>
              </a:lnSpc>
              <a:spcBef>
                <a:spcPts val="200"/>
              </a:spcBef>
              <a:spcAft>
                <a:spcPts val="0"/>
              </a:spcAft>
              <a:buClrTx/>
              <a:buSzPct val="100000"/>
              <a:buFontTx/>
              <a:buNone/>
              <a:tabLst/>
              <a:defRPr/>
            </a:pPr>
            <a:r>
              <a:rPr kumimoji="0" lang="en-US" sz="8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Migration assessment, Roadmap and plan, Validate use case and data domain tranches</a:t>
            </a:r>
          </a:p>
        </p:txBody>
      </p:sp>
      <p:grpSp>
        <p:nvGrpSpPr>
          <p:cNvPr id="124" name="Group 123">
            <a:extLst>
              <a:ext uri="{FF2B5EF4-FFF2-40B4-BE49-F238E27FC236}">
                <a16:creationId xmlns:a16="http://schemas.microsoft.com/office/drawing/2014/main" id="{3C78798B-FAC0-3864-843D-A9BF334C43EB}"/>
              </a:ext>
            </a:extLst>
          </p:cNvPr>
          <p:cNvGrpSpPr/>
          <p:nvPr/>
        </p:nvGrpSpPr>
        <p:grpSpPr>
          <a:xfrm>
            <a:off x="2541919" y="4134379"/>
            <a:ext cx="588240" cy="665395"/>
            <a:chOff x="2489059" y="3877885"/>
            <a:chExt cx="588240" cy="665395"/>
          </a:xfrm>
        </p:grpSpPr>
        <p:sp>
          <p:nvSpPr>
            <p:cNvPr id="55" name="TextBox 54">
              <a:extLst>
                <a:ext uri="{FF2B5EF4-FFF2-40B4-BE49-F238E27FC236}">
                  <a16:creationId xmlns:a16="http://schemas.microsoft.com/office/drawing/2014/main" id="{3FA780A2-DEFE-2ED1-A241-3469B96AA697}"/>
                </a:ext>
              </a:extLst>
            </p:cNvPr>
            <p:cNvSpPr txBox="1"/>
            <p:nvPr/>
          </p:nvSpPr>
          <p:spPr>
            <a:xfrm>
              <a:off x="2489059" y="4297059"/>
              <a:ext cx="588240" cy="246221"/>
            </a:xfrm>
            <a:prstGeom prst="rect">
              <a:avLst/>
            </a:prstGeom>
            <a:noFill/>
          </p:spPr>
          <p:txBody>
            <a:bodyPr vert="horz" wrap="square" lIns="0" tIns="0" rIns="0" bIns="0" rtlCol="0">
              <a:spAutoFit/>
            </a:bodyPr>
            <a:lstStyle/>
            <a:p>
              <a:pPr marL="0" marR="0" lvl="0" indent="0" algn="ctr" defTabSz="1219170" rtl="0" eaLnBrk="1" fontAlgn="auto" latinLnBrk="0" hangingPunct="1">
                <a:lnSpc>
                  <a:spcPct val="100000"/>
                </a:lnSpc>
                <a:spcBef>
                  <a:spcPts val="200"/>
                </a:spcBef>
                <a:spcAft>
                  <a:spcPts val="0"/>
                </a:spcAft>
                <a:buClrTx/>
                <a:buSzPct val="100000"/>
                <a:buFontTx/>
                <a:buNone/>
                <a:tabLst/>
                <a:defRPr/>
              </a:pPr>
              <a:r>
                <a:rPr kumimoji="0" lang="en-US" sz="8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Future State Architecture</a:t>
              </a:r>
            </a:p>
          </p:txBody>
        </p:sp>
        <p:pic>
          <p:nvPicPr>
            <p:cNvPr id="56" name="Picture 55">
              <a:extLst>
                <a:ext uri="{FF2B5EF4-FFF2-40B4-BE49-F238E27FC236}">
                  <a16:creationId xmlns:a16="http://schemas.microsoft.com/office/drawing/2014/main" id="{F331ED45-A326-03B0-9CCF-4DA54DA83B1A}"/>
                </a:ext>
              </a:extLst>
            </p:cNvPr>
            <p:cNvPicPr>
              <a:picLocks noChangeAspect="1"/>
            </p:cNvPicPr>
            <p:nvPr/>
          </p:nvPicPr>
          <p:blipFill>
            <a:blip r:embed="rId3"/>
            <a:stretch>
              <a:fillRect/>
            </a:stretch>
          </p:blipFill>
          <p:spPr>
            <a:xfrm>
              <a:off x="2567608" y="3877885"/>
              <a:ext cx="431142" cy="286860"/>
            </a:xfrm>
            <a:prstGeom prst="rect">
              <a:avLst/>
            </a:prstGeom>
          </p:spPr>
        </p:pic>
      </p:grpSp>
      <p:grpSp>
        <p:nvGrpSpPr>
          <p:cNvPr id="123" name="Group 122">
            <a:extLst>
              <a:ext uri="{FF2B5EF4-FFF2-40B4-BE49-F238E27FC236}">
                <a16:creationId xmlns:a16="http://schemas.microsoft.com/office/drawing/2014/main" id="{3672B231-5A71-3E01-7242-8970F5856CB9}"/>
              </a:ext>
            </a:extLst>
          </p:cNvPr>
          <p:cNvGrpSpPr/>
          <p:nvPr/>
        </p:nvGrpSpPr>
        <p:grpSpPr>
          <a:xfrm>
            <a:off x="507203" y="4056002"/>
            <a:ext cx="586903" cy="806300"/>
            <a:chOff x="530175" y="3841803"/>
            <a:chExt cx="625771" cy="806300"/>
          </a:xfrm>
        </p:grpSpPr>
        <p:sp>
          <p:nvSpPr>
            <p:cNvPr id="54" name="TextBox 53">
              <a:extLst>
                <a:ext uri="{FF2B5EF4-FFF2-40B4-BE49-F238E27FC236}">
                  <a16:creationId xmlns:a16="http://schemas.microsoft.com/office/drawing/2014/main" id="{F6103BD6-3665-AF06-E0D8-8FBE946F7A50}"/>
                </a:ext>
              </a:extLst>
            </p:cNvPr>
            <p:cNvSpPr txBox="1"/>
            <p:nvPr/>
          </p:nvSpPr>
          <p:spPr>
            <a:xfrm>
              <a:off x="530175" y="4278771"/>
              <a:ext cx="625771" cy="369332"/>
            </a:xfrm>
            <a:prstGeom prst="rect">
              <a:avLst/>
            </a:prstGeom>
            <a:noFill/>
          </p:spPr>
          <p:txBody>
            <a:bodyPr vert="horz" wrap="square" lIns="0" tIns="0" rIns="0" bIns="0" rtlCol="0">
              <a:spAutoFit/>
            </a:bodyPr>
            <a:lstStyle/>
            <a:p>
              <a:pPr marL="0" marR="0" lvl="0" indent="0" algn="ctr" defTabSz="1219170" rtl="0" eaLnBrk="1" fontAlgn="auto" latinLnBrk="0" hangingPunct="1">
                <a:lnSpc>
                  <a:spcPct val="100000"/>
                </a:lnSpc>
                <a:spcBef>
                  <a:spcPts val="200"/>
                </a:spcBef>
                <a:spcAft>
                  <a:spcPts val="0"/>
                </a:spcAft>
                <a:buClrTx/>
                <a:buSzPct val="100000"/>
                <a:buFontTx/>
                <a:buNone/>
                <a:tabLst/>
                <a:defRPr/>
              </a:pPr>
              <a:r>
                <a:rPr kumimoji="0" lang="en-US" sz="8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Current State Architecture</a:t>
              </a:r>
            </a:p>
          </p:txBody>
        </p:sp>
        <p:pic>
          <p:nvPicPr>
            <p:cNvPr id="57" name="Picture 56">
              <a:extLst>
                <a:ext uri="{FF2B5EF4-FFF2-40B4-BE49-F238E27FC236}">
                  <a16:creationId xmlns:a16="http://schemas.microsoft.com/office/drawing/2014/main" id="{5ED6D18A-2E10-911D-3935-FACF31667ECE}"/>
                </a:ext>
              </a:extLst>
            </p:cNvPr>
            <p:cNvPicPr>
              <a:picLocks/>
            </p:cNvPicPr>
            <p:nvPr/>
          </p:nvPicPr>
          <p:blipFill>
            <a:blip r:embed="rId4"/>
            <a:stretch>
              <a:fillRect/>
            </a:stretch>
          </p:blipFill>
          <p:spPr>
            <a:xfrm>
              <a:off x="577282" y="3841803"/>
              <a:ext cx="459919" cy="322448"/>
            </a:xfrm>
            <a:prstGeom prst="rect">
              <a:avLst/>
            </a:prstGeom>
          </p:spPr>
        </p:pic>
      </p:grpSp>
      <p:sp>
        <p:nvSpPr>
          <p:cNvPr id="74" name="Rectangle 73">
            <a:extLst>
              <a:ext uri="{FF2B5EF4-FFF2-40B4-BE49-F238E27FC236}">
                <a16:creationId xmlns:a16="http://schemas.microsoft.com/office/drawing/2014/main" id="{F9F2A56F-9D91-155B-2B45-74583C24CA0E}"/>
              </a:ext>
            </a:extLst>
          </p:cNvPr>
          <p:cNvSpPr/>
          <p:nvPr/>
        </p:nvSpPr>
        <p:spPr bwMode="gray">
          <a:xfrm>
            <a:off x="873290" y="1613328"/>
            <a:ext cx="2281267" cy="365760"/>
          </a:xfrm>
          <a:prstGeom prst="rect">
            <a:avLst/>
          </a:prstGeom>
          <a:solidFill>
            <a:schemeClr val="bg1">
              <a:lumMod val="85000"/>
            </a:schemeClr>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lvl="0" defTabSz="1106488" fontAlgn="base">
              <a:spcBef>
                <a:spcPct val="0"/>
              </a:spcBef>
              <a:spcAft>
                <a:spcPct val="0"/>
              </a:spcAft>
              <a:buClr>
                <a:schemeClr val="tx1"/>
              </a:buClr>
              <a:tabLst>
                <a:tab pos="5715000" algn="l"/>
              </a:tabLst>
            </a:pPr>
            <a:r>
              <a:rPr lang="en-US" sz="800" b="1">
                <a:latin typeface="Open Sans" panose="020B0606030504020204" pitchFamily="34" charset="0"/>
                <a:ea typeface="Open Sans" panose="020B0606030504020204" pitchFamily="34" charset="0"/>
                <a:cs typeface="Open Sans" panose="020B0606030504020204" pitchFamily="34" charset="0"/>
              </a:rPr>
              <a:t>Discovery and Migration Planning</a:t>
            </a:r>
          </a:p>
        </p:txBody>
      </p:sp>
      <p:sp>
        <p:nvSpPr>
          <p:cNvPr id="75" name="Rectangle 74">
            <a:extLst>
              <a:ext uri="{FF2B5EF4-FFF2-40B4-BE49-F238E27FC236}">
                <a16:creationId xmlns:a16="http://schemas.microsoft.com/office/drawing/2014/main" id="{5601F322-E8E7-1CFC-896B-3FF0D18BF485}"/>
              </a:ext>
            </a:extLst>
          </p:cNvPr>
          <p:cNvSpPr/>
          <p:nvPr/>
        </p:nvSpPr>
        <p:spPr bwMode="gray">
          <a:xfrm>
            <a:off x="461811" y="1613328"/>
            <a:ext cx="411480" cy="365760"/>
          </a:xfrm>
          <a:prstGeom prst="rect">
            <a:avLst/>
          </a:prstGeom>
          <a:solidFill>
            <a:srgbClr val="0076A8"/>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r>
              <a:rPr kumimoji="0" lang="en-US" sz="900" b="1" i="0" u="none" strike="noStrike" kern="1200" cap="none" spc="0" normalizeH="0" baseline="0" noProof="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rPr>
              <a:t>1a</a:t>
            </a:r>
          </a:p>
        </p:txBody>
      </p:sp>
      <p:grpSp>
        <p:nvGrpSpPr>
          <p:cNvPr id="109" name="Group 108">
            <a:extLst>
              <a:ext uri="{FF2B5EF4-FFF2-40B4-BE49-F238E27FC236}">
                <a16:creationId xmlns:a16="http://schemas.microsoft.com/office/drawing/2014/main" id="{713D0731-AD51-B765-CAB8-71D7E9985F5B}"/>
              </a:ext>
            </a:extLst>
          </p:cNvPr>
          <p:cNvGrpSpPr/>
          <p:nvPr/>
        </p:nvGrpSpPr>
        <p:grpSpPr>
          <a:xfrm>
            <a:off x="1107574" y="3499061"/>
            <a:ext cx="1249784" cy="1866523"/>
            <a:chOff x="1123432" y="3499061"/>
            <a:chExt cx="1249784" cy="1866523"/>
          </a:xfrm>
        </p:grpSpPr>
        <p:sp>
          <p:nvSpPr>
            <p:cNvPr id="58" name="Rectangle 57">
              <a:extLst>
                <a:ext uri="{FF2B5EF4-FFF2-40B4-BE49-F238E27FC236}">
                  <a16:creationId xmlns:a16="http://schemas.microsoft.com/office/drawing/2014/main" id="{3D8331F2-9423-C60E-F13F-D1CCA128DE88}"/>
                </a:ext>
              </a:extLst>
            </p:cNvPr>
            <p:cNvSpPr/>
            <p:nvPr/>
          </p:nvSpPr>
          <p:spPr bwMode="gray">
            <a:xfrm>
              <a:off x="1123432" y="3499061"/>
              <a:ext cx="1249784" cy="306534"/>
            </a:xfrm>
            <a:prstGeom prst="rect">
              <a:avLst/>
            </a:prstGeom>
            <a:solidFill>
              <a:srgbClr val="00A3E0"/>
            </a:solidFill>
            <a:ln w="19050" algn="ctr">
              <a:noFill/>
              <a:miter lim="800000"/>
              <a:headEnd/>
              <a:tailEnd/>
            </a:ln>
          </p:spPr>
          <p:txBody>
            <a:bodyPr wrap="square" lIns="18288" tIns="18288" rIns="18288" bIns="18288" rtlCol="0" anchor="ctr"/>
            <a:lstStyle/>
            <a:p>
              <a:pPr marL="0" marR="0" lvl="0" indent="0" algn="ctr" defTabSz="1219170" rtl="0" eaLnBrk="1" fontAlgn="auto" latinLnBrk="0" hangingPunct="1">
                <a:lnSpc>
                  <a:spcPct val="106000"/>
                </a:lnSpc>
                <a:spcBef>
                  <a:spcPts val="0"/>
                </a:spcBef>
                <a:spcAft>
                  <a:spcPts val="0"/>
                </a:spcAft>
                <a:buClrTx/>
                <a:buSzTx/>
                <a:buFontTx/>
                <a:buNone/>
                <a:tabLst/>
                <a:defRPr/>
              </a:pPr>
              <a:r>
                <a:rPr kumimoji="0" lang="en-US" sz="800" b="1" i="0" u="none" strike="noStrike" kern="1200" cap="none" spc="0" normalizeH="0" baseline="0" noProof="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rPr>
                <a:t>Technology Blueprinting</a:t>
              </a:r>
            </a:p>
          </p:txBody>
        </p:sp>
        <p:sp>
          <p:nvSpPr>
            <p:cNvPr id="59" name="Rectangle 58">
              <a:extLst>
                <a:ext uri="{FF2B5EF4-FFF2-40B4-BE49-F238E27FC236}">
                  <a16:creationId xmlns:a16="http://schemas.microsoft.com/office/drawing/2014/main" id="{A829C315-5777-C676-38C3-F31B22B4A914}"/>
                </a:ext>
              </a:extLst>
            </p:cNvPr>
            <p:cNvSpPr/>
            <p:nvPr/>
          </p:nvSpPr>
          <p:spPr bwMode="gray">
            <a:xfrm>
              <a:off x="1123432" y="3811699"/>
              <a:ext cx="1249784" cy="306534"/>
            </a:xfrm>
            <a:prstGeom prst="rect">
              <a:avLst/>
            </a:prstGeom>
            <a:solidFill>
              <a:srgbClr val="00A3E0"/>
            </a:solidFill>
            <a:ln w="19050" algn="ctr">
              <a:noFill/>
              <a:miter lim="800000"/>
              <a:headEnd/>
              <a:tailEnd/>
            </a:ln>
          </p:spPr>
          <p:txBody>
            <a:bodyPr wrap="square" lIns="18288" tIns="18288" rIns="18288" bIns="18288"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r>
                <a:rPr kumimoji="0" lang="en-US" sz="800" b="1" i="0" u="none" strike="noStrike" kern="1200" cap="none" spc="0" normalizeH="0" baseline="0" noProof="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rPr>
                <a:t>Technology Tooling Options</a:t>
              </a:r>
            </a:p>
          </p:txBody>
        </p:sp>
        <p:sp>
          <p:nvSpPr>
            <p:cNvPr id="60" name="Rectangle 59">
              <a:extLst>
                <a:ext uri="{FF2B5EF4-FFF2-40B4-BE49-F238E27FC236}">
                  <a16:creationId xmlns:a16="http://schemas.microsoft.com/office/drawing/2014/main" id="{B288D20D-516C-7033-79E5-852C92EB7965}"/>
                </a:ext>
              </a:extLst>
            </p:cNvPr>
            <p:cNvSpPr/>
            <p:nvPr/>
          </p:nvSpPr>
          <p:spPr bwMode="gray">
            <a:xfrm>
              <a:off x="1123432" y="4124337"/>
              <a:ext cx="1249784" cy="480985"/>
            </a:xfrm>
            <a:prstGeom prst="rect">
              <a:avLst/>
            </a:prstGeom>
            <a:solidFill>
              <a:srgbClr val="00A3E0"/>
            </a:solidFill>
            <a:ln w="19050" algn="ctr">
              <a:noFill/>
              <a:miter lim="800000"/>
              <a:headEnd/>
              <a:tailEnd/>
            </a:ln>
          </p:spPr>
          <p:txBody>
            <a:bodyPr wrap="square" lIns="18288" tIns="18288" rIns="18288" bIns="18288"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r>
                <a:rPr kumimoji="0" lang="en-US" sz="800" b="1" i="0" u="none" strike="noStrike" kern="1200" cap="none" spc="0" normalizeH="0" baseline="0" noProof="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rPr>
                <a:t>Upstream &amp; Downstream  dependencies</a:t>
              </a:r>
            </a:p>
          </p:txBody>
        </p:sp>
        <p:sp>
          <p:nvSpPr>
            <p:cNvPr id="61" name="Rectangle 60">
              <a:extLst>
                <a:ext uri="{FF2B5EF4-FFF2-40B4-BE49-F238E27FC236}">
                  <a16:creationId xmlns:a16="http://schemas.microsoft.com/office/drawing/2014/main" id="{636D9D5E-47C4-5519-6C2E-3AF0396D524E}"/>
                </a:ext>
              </a:extLst>
            </p:cNvPr>
            <p:cNvSpPr/>
            <p:nvPr/>
          </p:nvSpPr>
          <p:spPr bwMode="gray">
            <a:xfrm>
              <a:off x="1123432" y="4611426"/>
              <a:ext cx="1249784" cy="247316"/>
            </a:xfrm>
            <a:prstGeom prst="rect">
              <a:avLst/>
            </a:prstGeom>
            <a:solidFill>
              <a:srgbClr val="00A3E0"/>
            </a:solidFill>
            <a:ln w="19050" algn="ctr">
              <a:noFill/>
              <a:miter lim="800000"/>
              <a:headEnd/>
              <a:tailEnd/>
            </a:ln>
          </p:spPr>
          <p:txBody>
            <a:bodyPr wrap="square" lIns="18288" tIns="18288" rIns="18288" bIns="18288"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r>
                <a:rPr kumimoji="0" lang="en-US" sz="800" b="1" i="0" u="none" strike="noStrike" kern="1200" cap="none" spc="0" normalizeH="0" baseline="0" noProof="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rPr>
                <a:t>Automation Framework evaluation</a:t>
              </a:r>
            </a:p>
          </p:txBody>
        </p:sp>
        <p:sp>
          <p:nvSpPr>
            <p:cNvPr id="62" name="Rectangle 61">
              <a:extLst>
                <a:ext uri="{FF2B5EF4-FFF2-40B4-BE49-F238E27FC236}">
                  <a16:creationId xmlns:a16="http://schemas.microsoft.com/office/drawing/2014/main" id="{AD87CEDB-96D6-1A8B-EB38-21302558C809}"/>
                </a:ext>
              </a:extLst>
            </p:cNvPr>
            <p:cNvSpPr/>
            <p:nvPr/>
          </p:nvSpPr>
          <p:spPr bwMode="gray">
            <a:xfrm>
              <a:off x="1123432" y="4864846"/>
              <a:ext cx="1249784" cy="247316"/>
            </a:xfrm>
            <a:prstGeom prst="rect">
              <a:avLst/>
            </a:prstGeom>
            <a:solidFill>
              <a:srgbClr val="00A3E0"/>
            </a:solidFill>
            <a:ln w="19050" algn="ctr">
              <a:noFill/>
              <a:miter lim="800000"/>
              <a:headEnd/>
              <a:tailEnd/>
            </a:ln>
          </p:spPr>
          <p:txBody>
            <a:bodyPr wrap="square" lIns="18288" tIns="18288" rIns="18288" bIns="18288"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r>
                <a:rPr kumimoji="0" lang="en-US" sz="800" b="1" i="0" u="none" strike="noStrike" kern="1200" cap="none" spc="0" normalizeH="0" baseline="0" noProof="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rPr>
                <a:t>Data Mgmt. &amp; Security</a:t>
              </a:r>
            </a:p>
          </p:txBody>
        </p:sp>
        <p:sp>
          <p:nvSpPr>
            <p:cNvPr id="116" name="Rectangle 115">
              <a:extLst>
                <a:ext uri="{FF2B5EF4-FFF2-40B4-BE49-F238E27FC236}">
                  <a16:creationId xmlns:a16="http://schemas.microsoft.com/office/drawing/2014/main" id="{9F9666F1-C1CE-C510-CE13-4A9848782D5A}"/>
                </a:ext>
              </a:extLst>
            </p:cNvPr>
            <p:cNvSpPr/>
            <p:nvPr/>
          </p:nvSpPr>
          <p:spPr bwMode="gray">
            <a:xfrm>
              <a:off x="1123432" y="5118268"/>
              <a:ext cx="1249784" cy="247316"/>
            </a:xfrm>
            <a:prstGeom prst="rect">
              <a:avLst/>
            </a:prstGeom>
            <a:solidFill>
              <a:srgbClr val="00A3E0"/>
            </a:solidFill>
            <a:ln w="19050" algn="ctr">
              <a:noFill/>
              <a:miter lim="800000"/>
              <a:headEnd/>
              <a:tailEnd/>
            </a:ln>
          </p:spPr>
          <p:txBody>
            <a:bodyPr wrap="square" lIns="18288" tIns="18288" rIns="18288" bIns="18288" rtlCol="0" anchor="ctr"/>
            <a:lstStyle/>
            <a:p>
              <a:pPr marL="0" marR="0" lvl="0" indent="0" algn="ctr" defTabSz="1219170" rtl="0" eaLnBrk="1" fontAlgn="auto" latinLnBrk="0" hangingPunct="1">
                <a:lnSpc>
                  <a:spcPct val="106000"/>
                </a:lnSpc>
                <a:spcBef>
                  <a:spcPts val="0"/>
                </a:spcBef>
                <a:spcAft>
                  <a:spcPts val="0"/>
                </a:spcAft>
                <a:buClrTx/>
                <a:buSzTx/>
                <a:buFontTx/>
                <a:buNone/>
                <a:tabLst/>
                <a:defRPr/>
              </a:pPr>
              <a:r>
                <a:rPr kumimoji="0" lang="en-US" sz="800" b="1" i="0" u="none" strike="noStrike" kern="1200" cap="none" spc="0" normalizeH="0" baseline="0" noProof="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rPr>
                <a:t>Governance &amp; Security</a:t>
              </a:r>
            </a:p>
          </p:txBody>
        </p:sp>
      </p:grpSp>
      <p:grpSp>
        <p:nvGrpSpPr>
          <p:cNvPr id="117" name="Group 116">
            <a:extLst>
              <a:ext uri="{FF2B5EF4-FFF2-40B4-BE49-F238E27FC236}">
                <a16:creationId xmlns:a16="http://schemas.microsoft.com/office/drawing/2014/main" id="{505C7FEE-CB59-97F6-0EA0-60E61E8BD7E8}"/>
              </a:ext>
            </a:extLst>
          </p:cNvPr>
          <p:cNvGrpSpPr>
            <a:grpSpLocks noChangeAspect="1"/>
          </p:cNvGrpSpPr>
          <p:nvPr/>
        </p:nvGrpSpPr>
        <p:grpSpPr>
          <a:xfrm>
            <a:off x="8883929" y="3640615"/>
            <a:ext cx="137160" cy="137160"/>
            <a:chOff x="3543866" y="2922772"/>
            <a:chExt cx="308608" cy="308608"/>
          </a:xfrm>
        </p:grpSpPr>
        <p:sp>
          <p:nvSpPr>
            <p:cNvPr id="118" name="Arc 117">
              <a:extLst>
                <a:ext uri="{FF2B5EF4-FFF2-40B4-BE49-F238E27FC236}">
                  <a16:creationId xmlns:a16="http://schemas.microsoft.com/office/drawing/2014/main" id="{0378FAAF-E6D5-4A1A-D0D6-79603CE87885}"/>
                </a:ext>
              </a:extLst>
            </p:cNvPr>
            <p:cNvSpPr/>
            <p:nvPr/>
          </p:nvSpPr>
          <p:spPr>
            <a:xfrm>
              <a:off x="3543866" y="2922772"/>
              <a:ext cx="308608" cy="308608"/>
            </a:xfrm>
            <a:prstGeom prst="arc">
              <a:avLst>
                <a:gd name="adj1" fmla="val 17580675"/>
                <a:gd name="adj2" fmla="val 14727569"/>
              </a:avLst>
            </a:prstGeom>
            <a:noFill/>
            <a:ln w="12700" cap="flat" cmpd="sng" algn="ctr">
              <a:solidFill>
                <a:srgbClr val="012169"/>
              </a:solidFill>
              <a:prstDash val="solid"/>
              <a:miter lim="800000"/>
              <a:headEnd type="none"/>
              <a:tailEnd type="none"/>
            </a:ln>
            <a:effectLst/>
          </p:spPr>
          <p:txBody>
            <a:bodyPr lIns="121917" tIns="60958" rIns="121917" bIns="6095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5C5C5C"/>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119" name="Arc 118">
              <a:extLst>
                <a:ext uri="{FF2B5EF4-FFF2-40B4-BE49-F238E27FC236}">
                  <a16:creationId xmlns:a16="http://schemas.microsoft.com/office/drawing/2014/main" id="{A936C814-53F0-7AF2-8D77-FB53690C6318}"/>
                </a:ext>
              </a:extLst>
            </p:cNvPr>
            <p:cNvSpPr/>
            <p:nvPr/>
          </p:nvSpPr>
          <p:spPr>
            <a:xfrm>
              <a:off x="3570345" y="2949251"/>
              <a:ext cx="255650" cy="255650"/>
            </a:xfrm>
            <a:prstGeom prst="arc">
              <a:avLst>
                <a:gd name="adj1" fmla="val 18638933"/>
                <a:gd name="adj2" fmla="val 17228096"/>
              </a:avLst>
            </a:prstGeom>
            <a:noFill/>
            <a:ln w="12700" cap="flat" cmpd="sng" algn="ctr">
              <a:solidFill>
                <a:srgbClr val="0097A9"/>
              </a:solidFill>
              <a:prstDash val="solid"/>
              <a:miter lim="800000"/>
              <a:headEnd type="none"/>
              <a:tailEnd type="none"/>
            </a:ln>
            <a:effectLst/>
          </p:spPr>
          <p:txBody>
            <a:bodyPr lIns="121917" tIns="60958" rIns="121917" bIns="6095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5C5C5C"/>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grpSp>
      <p:grpSp>
        <p:nvGrpSpPr>
          <p:cNvPr id="120" name="Group 119">
            <a:extLst>
              <a:ext uri="{FF2B5EF4-FFF2-40B4-BE49-F238E27FC236}">
                <a16:creationId xmlns:a16="http://schemas.microsoft.com/office/drawing/2014/main" id="{0C21884E-7FFF-0041-B547-082FA064157A}"/>
              </a:ext>
            </a:extLst>
          </p:cNvPr>
          <p:cNvGrpSpPr>
            <a:grpSpLocks noChangeAspect="1"/>
          </p:cNvGrpSpPr>
          <p:nvPr/>
        </p:nvGrpSpPr>
        <p:grpSpPr>
          <a:xfrm>
            <a:off x="8883929" y="4744847"/>
            <a:ext cx="137160" cy="137160"/>
            <a:chOff x="3543866" y="2922772"/>
            <a:chExt cx="308608" cy="308608"/>
          </a:xfrm>
        </p:grpSpPr>
        <p:sp>
          <p:nvSpPr>
            <p:cNvPr id="121" name="Arc 120">
              <a:extLst>
                <a:ext uri="{FF2B5EF4-FFF2-40B4-BE49-F238E27FC236}">
                  <a16:creationId xmlns:a16="http://schemas.microsoft.com/office/drawing/2014/main" id="{A9EB4850-2C55-7F13-B1AD-BDAC17B84BD0}"/>
                </a:ext>
              </a:extLst>
            </p:cNvPr>
            <p:cNvSpPr/>
            <p:nvPr/>
          </p:nvSpPr>
          <p:spPr>
            <a:xfrm>
              <a:off x="3543866" y="2922772"/>
              <a:ext cx="308608" cy="308608"/>
            </a:xfrm>
            <a:prstGeom prst="arc">
              <a:avLst>
                <a:gd name="adj1" fmla="val 17580675"/>
                <a:gd name="adj2" fmla="val 14727569"/>
              </a:avLst>
            </a:prstGeom>
            <a:noFill/>
            <a:ln w="12700" cap="flat" cmpd="sng" algn="ctr">
              <a:solidFill>
                <a:srgbClr val="012169"/>
              </a:solidFill>
              <a:prstDash val="solid"/>
              <a:miter lim="800000"/>
              <a:headEnd type="none"/>
              <a:tailEnd type="none"/>
            </a:ln>
            <a:effectLst/>
          </p:spPr>
          <p:txBody>
            <a:bodyPr lIns="121917" tIns="60958" rIns="121917" bIns="6095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5C5C5C"/>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122" name="Arc 121">
              <a:extLst>
                <a:ext uri="{FF2B5EF4-FFF2-40B4-BE49-F238E27FC236}">
                  <a16:creationId xmlns:a16="http://schemas.microsoft.com/office/drawing/2014/main" id="{05574FEE-099A-B402-142F-A800945FE9C4}"/>
                </a:ext>
              </a:extLst>
            </p:cNvPr>
            <p:cNvSpPr/>
            <p:nvPr/>
          </p:nvSpPr>
          <p:spPr>
            <a:xfrm>
              <a:off x="3570345" y="2949251"/>
              <a:ext cx="255650" cy="255650"/>
            </a:xfrm>
            <a:prstGeom prst="arc">
              <a:avLst>
                <a:gd name="adj1" fmla="val 18638933"/>
                <a:gd name="adj2" fmla="val 17228096"/>
              </a:avLst>
            </a:prstGeom>
            <a:noFill/>
            <a:ln w="12700" cap="flat" cmpd="sng" algn="ctr">
              <a:solidFill>
                <a:srgbClr val="0097A9"/>
              </a:solidFill>
              <a:prstDash val="solid"/>
              <a:miter lim="800000"/>
              <a:headEnd type="none"/>
              <a:tailEnd type="none"/>
            </a:ln>
            <a:effectLst/>
          </p:spPr>
          <p:txBody>
            <a:bodyPr lIns="121917" tIns="60958" rIns="121917" bIns="6095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5C5C5C"/>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grpSp>
      <p:sp>
        <p:nvSpPr>
          <p:cNvPr id="128" name="Rectangle 127">
            <a:extLst>
              <a:ext uri="{FF2B5EF4-FFF2-40B4-BE49-F238E27FC236}">
                <a16:creationId xmlns:a16="http://schemas.microsoft.com/office/drawing/2014/main" id="{4C7D4218-2318-C3A8-E5C8-98C2AB29BB91}"/>
              </a:ext>
            </a:extLst>
          </p:cNvPr>
          <p:cNvSpPr/>
          <p:nvPr/>
        </p:nvSpPr>
        <p:spPr bwMode="gray">
          <a:xfrm>
            <a:off x="6167898" y="1613328"/>
            <a:ext cx="412010" cy="365760"/>
          </a:xfrm>
          <a:prstGeom prst="rect">
            <a:avLst/>
          </a:prstGeom>
          <a:solidFill>
            <a:srgbClr val="0076A8"/>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r>
              <a:rPr kumimoji="0" lang="en-US" sz="900" b="1" i="0" u="none" strike="noStrike" kern="1200" cap="none" spc="0" normalizeH="0" baseline="0" noProof="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rPr>
              <a:t>2</a:t>
            </a:r>
          </a:p>
        </p:txBody>
      </p:sp>
      <p:sp>
        <p:nvSpPr>
          <p:cNvPr id="82" name="Chevron 81">
            <a:extLst>
              <a:ext uri="{FF2B5EF4-FFF2-40B4-BE49-F238E27FC236}">
                <a16:creationId xmlns:a16="http://schemas.microsoft.com/office/drawing/2014/main" id="{67FC66EF-03E9-A265-C57E-6A64F3B095EE}"/>
              </a:ext>
            </a:extLst>
          </p:cNvPr>
          <p:cNvSpPr/>
          <p:nvPr/>
        </p:nvSpPr>
        <p:spPr bwMode="gray">
          <a:xfrm>
            <a:off x="1306398" y="2730500"/>
            <a:ext cx="146050" cy="285750"/>
          </a:xfrm>
          <a:prstGeom prst="chevron">
            <a:avLst/>
          </a:prstGeom>
          <a:solidFill>
            <a:srgbClr val="005587"/>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lnSpc>
                <a:spcPct val="106000"/>
              </a:lnSpc>
              <a:buFont typeface="Wingdings 2" pitchFamily="18" charset="2"/>
              <a:buNone/>
            </a:pPr>
            <a:endParaRPr lang="en-US" sz="1600" b="1">
              <a:solidFill>
                <a:schemeClr val="bg1"/>
              </a:solidFill>
            </a:endParaRPr>
          </a:p>
        </p:txBody>
      </p:sp>
      <p:sp>
        <p:nvSpPr>
          <p:cNvPr id="84" name="Chevron 83">
            <a:extLst>
              <a:ext uri="{FF2B5EF4-FFF2-40B4-BE49-F238E27FC236}">
                <a16:creationId xmlns:a16="http://schemas.microsoft.com/office/drawing/2014/main" id="{13D696D2-196B-99F9-F170-CFA54A9F72A4}"/>
              </a:ext>
            </a:extLst>
          </p:cNvPr>
          <p:cNvSpPr/>
          <p:nvPr/>
        </p:nvSpPr>
        <p:spPr bwMode="gray">
          <a:xfrm>
            <a:off x="2266376" y="2730500"/>
            <a:ext cx="146050" cy="285750"/>
          </a:xfrm>
          <a:prstGeom prst="chevron">
            <a:avLst/>
          </a:prstGeom>
          <a:solidFill>
            <a:srgbClr val="005587"/>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lnSpc>
                <a:spcPct val="106000"/>
              </a:lnSpc>
              <a:buFont typeface="Wingdings 2" pitchFamily="18" charset="2"/>
              <a:buNone/>
            </a:pPr>
            <a:endParaRPr lang="en-US" sz="1600" b="1">
              <a:solidFill>
                <a:schemeClr val="bg1"/>
              </a:solidFill>
            </a:endParaRPr>
          </a:p>
        </p:txBody>
      </p:sp>
      <p:sp>
        <p:nvSpPr>
          <p:cNvPr id="108" name="Chevron 107">
            <a:extLst>
              <a:ext uri="{FF2B5EF4-FFF2-40B4-BE49-F238E27FC236}">
                <a16:creationId xmlns:a16="http://schemas.microsoft.com/office/drawing/2014/main" id="{056C332D-52AD-2532-2074-5F97392B6378}"/>
              </a:ext>
            </a:extLst>
          </p:cNvPr>
          <p:cNvSpPr/>
          <p:nvPr/>
        </p:nvSpPr>
        <p:spPr bwMode="gray">
          <a:xfrm>
            <a:off x="2383770" y="4289447"/>
            <a:ext cx="146050" cy="285750"/>
          </a:xfrm>
          <a:prstGeom prst="chevron">
            <a:avLst/>
          </a:prstGeom>
          <a:solidFill>
            <a:srgbClr val="005587"/>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lnSpc>
                <a:spcPct val="106000"/>
              </a:lnSpc>
              <a:buFont typeface="Wingdings 2" pitchFamily="18" charset="2"/>
              <a:buNone/>
            </a:pPr>
            <a:endParaRPr lang="en-US" sz="1600" b="1">
              <a:solidFill>
                <a:schemeClr val="bg1"/>
              </a:solidFill>
            </a:endParaRPr>
          </a:p>
        </p:txBody>
      </p:sp>
      <p:sp>
        <p:nvSpPr>
          <p:cNvPr id="134" name="Chevron 133">
            <a:extLst>
              <a:ext uri="{FF2B5EF4-FFF2-40B4-BE49-F238E27FC236}">
                <a16:creationId xmlns:a16="http://schemas.microsoft.com/office/drawing/2014/main" id="{D4C878ED-D2F0-E1C6-36BE-2098B6B9539E}"/>
              </a:ext>
            </a:extLst>
          </p:cNvPr>
          <p:cNvSpPr/>
          <p:nvPr/>
        </p:nvSpPr>
        <p:spPr bwMode="gray">
          <a:xfrm rot="5400000">
            <a:off x="10315368" y="3574716"/>
            <a:ext cx="146050" cy="285750"/>
          </a:xfrm>
          <a:prstGeom prst="chevron">
            <a:avLst/>
          </a:prstGeom>
          <a:solidFill>
            <a:srgbClr val="005587"/>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lnSpc>
                <a:spcPct val="106000"/>
              </a:lnSpc>
              <a:buFont typeface="Wingdings 2" pitchFamily="18" charset="2"/>
              <a:buNone/>
            </a:pPr>
            <a:endParaRPr lang="en-US" sz="1600" b="1">
              <a:solidFill>
                <a:schemeClr val="bg1"/>
              </a:solidFill>
            </a:endParaRPr>
          </a:p>
        </p:txBody>
      </p:sp>
      <p:grpSp>
        <p:nvGrpSpPr>
          <p:cNvPr id="6" name="Graphic 4">
            <a:extLst>
              <a:ext uri="{FF2B5EF4-FFF2-40B4-BE49-F238E27FC236}">
                <a16:creationId xmlns:a16="http://schemas.microsoft.com/office/drawing/2014/main" id="{18A47192-0C94-A8E9-CC6D-69EA482DD17C}"/>
              </a:ext>
            </a:extLst>
          </p:cNvPr>
          <p:cNvGrpSpPr>
            <a:grpSpLocks noChangeAspect="1"/>
          </p:cNvGrpSpPr>
          <p:nvPr/>
        </p:nvGrpSpPr>
        <p:grpSpPr>
          <a:xfrm>
            <a:off x="3255796" y="1224307"/>
            <a:ext cx="237901" cy="237679"/>
            <a:chOff x="1514415" y="2855717"/>
            <a:chExt cx="362309" cy="361971"/>
          </a:xfrm>
          <a:solidFill>
            <a:schemeClr val="bg1"/>
          </a:solidFill>
        </p:grpSpPr>
        <p:sp>
          <p:nvSpPr>
            <p:cNvPr id="31" name="Graphic 4">
              <a:extLst>
                <a:ext uri="{FF2B5EF4-FFF2-40B4-BE49-F238E27FC236}">
                  <a16:creationId xmlns:a16="http://schemas.microsoft.com/office/drawing/2014/main" id="{5D1E8882-F3C2-E192-3356-264E9F50DC6B}"/>
                </a:ext>
              </a:extLst>
            </p:cNvPr>
            <p:cNvSpPr/>
            <p:nvPr/>
          </p:nvSpPr>
          <p:spPr>
            <a:xfrm>
              <a:off x="1514415" y="2855717"/>
              <a:ext cx="362309" cy="361971"/>
            </a:xfrm>
            <a:custGeom>
              <a:avLst/>
              <a:gdLst>
                <a:gd name="connsiteX0" fmla="*/ 181474 w 362309"/>
                <a:gd name="connsiteY0" fmla="*/ 0 h 361971"/>
                <a:gd name="connsiteX1" fmla="*/ 0 w 362309"/>
                <a:gd name="connsiteY1" fmla="*/ 180667 h 361971"/>
                <a:gd name="connsiteX2" fmla="*/ 180835 w 362309"/>
                <a:gd name="connsiteY2" fmla="*/ 361972 h 361971"/>
                <a:gd name="connsiteX3" fmla="*/ 362310 w 362309"/>
                <a:gd name="connsiteY3" fmla="*/ 181305 h 361971"/>
                <a:gd name="connsiteX4" fmla="*/ 362310 w 362309"/>
                <a:gd name="connsiteY4" fmla="*/ 181305 h 361971"/>
                <a:gd name="connsiteX5" fmla="*/ 181474 w 362309"/>
                <a:gd name="connsiteY5" fmla="*/ 0 h 361971"/>
                <a:gd name="connsiteX6" fmla="*/ 181474 w 362309"/>
                <a:gd name="connsiteY6" fmla="*/ 349204 h 361971"/>
                <a:gd name="connsiteX7" fmla="*/ 12780 w 362309"/>
                <a:gd name="connsiteY7" fmla="*/ 181305 h 361971"/>
                <a:gd name="connsiteX8" fmla="*/ 180835 w 362309"/>
                <a:gd name="connsiteY8" fmla="*/ 12768 h 361971"/>
                <a:gd name="connsiteX9" fmla="*/ 349530 w 362309"/>
                <a:gd name="connsiteY9" fmla="*/ 180667 h 361971"/>
                <a:gd name="connsiteX10" fmla="*/ 349530 w 362309"/>
                <a:gd name="connsiteY10" fmla="*/ 180667 h 361971"/>
                <a:gd name="connsiteX11" fmla="*/ 181474 w 362309"/>
                <a:gd name="connsiteY11" fmla="*/ 349204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62309" h="361971">
                  <a:moveTo>
                    <a:pt x="181474" y="0"/>
                  </a:moveTo>
                  <a:cubicBezTo>
                    <a:pt x="81152" y="0"/>
                    <a:pt x="0" y="81076"/>
                    <a:pt x="0" y="180667"/>
                  </a:cubicBezTo>
                  <a:cubicBezTo>
                    <a:pt x="0" y="280895"/>
                    <a:pt x="81152" y="361972"/>
                    <a:pt x="180835" y="361972"/>
                  </a:cubicBezTo>
                  <a:cubicBezTo>
                    <a:pt x="281157" y="361972"/>
                    <a:pt x="362310" y="280895"/>
                    <a:pt x="362310" y="181305"/>
                  </a:cubicBezTo>
                  <a:cubicBezTo>
                    <a:pt x="362310" y="181305"/>
                    <a:pt x="362310" y="181305"/>
                    <a:pt x="362310" y="181305"/>
                  </a:cubicBezTo>
                  <a:cubicBezTo>
                    <a:pt x="362310" y="80438"/>
                    <a:pt x="281157" y="0"/>
                    <a:pt x="181474" y="0"/>
                  </a:cubicBezTo>
                  <a:close/>
                  <a:moveTo>
                    <a:pt x="181474" y="349204"/>
                  </a:moveTo>
                  <a:cubicBezTo>
                    <a:pt x="88181" y="349204"/>
                    <a:pt x="12780" y="273873"/>
                    <a:pt x="12780" y="181305"/>
                  </a:cubicBezTo>
                  <a:cubicBezTo>
                    <a:pt x="12780" y="88737"/>
                    <a:pt x="88181" y="12768"/>
                    <a:pt x="180835" y="12768"/>
                  </a:cubicBezTo>
                  <a:cubicBezTo>
                    <a:pt x="274128" y="12768"/>
                    <a:pt x="349530" y="88099"/>
                    <a:pt x="349530" y="180667"/>
                  </a:cubicBezTo>
                  <a:cubicBezTo>
                    <a:pt x="349530" y="180667"/>
                    <a:pt x="349530" y="180667"/>
                    <a:pt x="349530" y="180667"/>
                  </a:cubicBezTo>
                  <a:cubicBezTo>
                    <a:pt x="349530" y="273234"/>
                    <a:pt x="274128" y="348565"/>
                    <a:pt x="181474" y="349204"/>
                  </a:cubicBezTo>
                  <a:close/>
                </a:path>
              </a:pathLst>
            </a:custGeom>
            <a:grpFill/>
            <a:ln w="6390" cap="flat">
              <a:noFill/>
              <a:prstDash val="solid"/>
              <a:miter/>
            </a:ln>
          </p:spPr>
          <p:txBody>
            <a:bodyPr rtlCol="0" anchor="ctr"/>
            <a:lstStyle/>
            <a:p>
              <a:endParaRPr lang="en-US"/>
            </a:p>
          </p:txBody>
        </p:sp>
        <p:sp>
          <p:nvSpPr>
            <p:cNvPr id="32" name="Graphic 4">
              <a:extLst>
                <a:ext uri="{FF2B5EF4-FFF2-40B4-BE49-F238E27FC236}">
                  <a16:creationId xmlns:a16="http://schemas.microsoft.com/office/drawing/2014/main" id="{07B84975-4A32-4ABE-5CD7-C82E022F9266}"/>
                </a:ext>
              </a:extLst>
            </p:cNvPr>
            <p:cNvSpPr/>
            <p:nvPr/>
          </p:nvSpPr>
          <p:spPr>
            <a:xfrm>
              <a:off x="1711374" y="2965400"/>
              <a:ext cx="108479" cy="109288"/>
            </a:xfrm>
            <a:custGeom>
              <a:avLst/>
              <a:gdLst>
                <a:gd name="connsiteX0" fmla="*/ 107841 w 108479"/>
                <a:gd name="connsiteY0" fmla="*/ 47364 h 109288"/>
                <a:gd name="connsiteX1" fmla="*/ 102090 w 108479"/>
                <a:gd name="connsiteY1" fmla="*/ 39703 h 109288"/>
                <a:gd name="connsiteX2" fmla="*/ 96978 w 108479"/>
                <a:gd name="connsiteY2" fmla="*/ 38426 h 109288"/>
                <a:gd name="connsiteX3" fmla="*/ 95700 w 108479"/>
                <a:gd name="connsiteY3" fmla="*/ 35234 h 109288"/>
                <a:gd name="connsiteX4" fmla="*/ 98256 w 108479"/>
                <a:gd name="connsiteY4" fmla="*/ 30766 h 109288"/>
                <a:gd name="connsiteX5" fmla="*/ 96978 w 108479"/>
                <a:gd name="connsiteY5" fmla="*/ 21190 h 109288"/>
                <a:gd name="connsiteX6" fmla="*/ 90588 w 108479"/>
                <a:gd name="connsiteY6" fmla="*/ 14167 h 109288"/>
                <a:gd name="connsiteX7" fmla="*/ 81003 w 108479"/>
                <a:gd name="connsiteY7" fmla="*/ 12252 h 109288"/>
                <a:gd name="connsiteX8" fmla="*/ 76530 w 108479"/>
                <a:gd name="connsiteY8" fmla="*/ 14167 h 109288"/>
                <a:gd name="connsiteX9" fmla="*/ 73974 w 108479"/>
                <a:gd name="connsiteY9" fmla="*/ 12890 h 109288"/>
                <a:gd name="connsiteX10" fmla="*/ 73335 w 108479"/>
                <a:gd name="connsiteY10" fmla="*/ 7783 h 109288"/>
                <a:gd name="connsiteX11" fmla="*/ 66306 w 108479"/>
                <a:gd name="connsiteY11" fmla="*/ 1399 h 109288"/>
                <a:gd name="connsiteX12" fmla="*/ 56721 w 108479"/>
                <a:gd name="connsiteY12" fmla="*/ 122 h 109288"/>
                <a:gd name="connsiteX13" fmla="*/ 48414 w 108479"/>
                <a:gd name="connsiteY13" fmla="*/ 4591 h 109288"/>
                <a:gd name="connsiteX14" fmla="*/ 45858 w 108479"/>
                <a:gd name="connsiteY14" fmla="*/ 9060 h 109288"/>
                <a:gd name="connsiteX15" fmla="*/ 42663 w 108479"/>
                <a:gd name="connsiteY15" fmla="*/ 9698 h 109288"/>
                <a:gd name="connsiteX16" fmla="*/ 38829 w 108479"/>
                <a:gd name="connsiteY16" fmla="*/ 6506 h 109288"/>
                <a:gd name="connsiteX17" fmla="*/ 29244 w 108479"/>
                <a:gd name="connsiteY17" fmla="*/ 5868 h 109288"/>
                <a:gd name="connsiteX18" fmla="*/ 20938 w 108479"/>
                <a:gd name="connsiteY18" fmla="*/ 10975 h 109288"/>
                <a:gd name="connsiteX19" fmla="*/ 17104 w 108479"/>
                <a:gd name="connsiteY19" fmla="*/ 19913 h 109288"/>
                <a:gd name="connsiteX20" fmla="*/ 18382 w 108479"/>
                <a:gd name="connsiteY20" fmla="*/ 25020 h 109288"/>
                <a:gd name="connsiteX21" fmla="*/ 16465 w 108479"/>
                <a:gd name="connsiteY21" fmla="*/ 27574 h 109288"/>
                <a:gd name="connsiteX22" fmla="*/ 11353 w 108479"/>
                <a:gd name="connsiteY22" fmla="*/ 27574 h 109288"/>
                <a:gd name="connsiteX23" fmla="*/ 3685 w 108479"/>
                <a:gd name="connsiteY23" fmla="*/ 33319 h 109288"/>
                <a:gd name="connsiteX24" fmla="*/ 490 w 108479"/>
                <a:gd name="connsiteY24" fmla="*/ 42895 h 109288"/>
                <a:gd name="connsiteX25" fmla="*/ 3685 w 108479"/>
                <a:gd name="connsiteY25" fmla="*/ 51833 h 109288"/>
                <a:gd name="connsiteX26" fmla="*/ 7519 w 108479"/>
                <a:gd name="connsiteY26" fmla="*/ 55025 h 109288"/>
                <a:gd name="connsiteX27" fmla="*/ 7519 w 108479"/>
                <a:gd name="connsiteY27" fmla="*/ 58217 h 109288"/>
                <a:gd name="connsiteX28" fmla="*/ 3685 w 108479"/>
                <a:gd name="connsiteY28" fmla="*/ 61409 h 109288"/>
                <a:gd name="connsiteX29" fmla="*/ 1768 w 108479"/>
                <a:gd name="connsiteY29" fmla="*/ 70346 h 109288"/>
                <a:gd name="connsiteX30" fmla="*/ 5602 w 108479"/>
                <a:gd name="connsiteY30" fmla="*/ 79284 h 109288"/>
                <a:gd name="connsiteX31" fmla="*/ 13270 w 108479"/>
                <a:gd name="connsiteY31" fmla="*/ 84391 h 109288"/>
                <a:gd name="connsiteX32" fmla="*/ 18382 w 108479"/>
                <a:gd name="connsiteY32" fmla="*/ 84391 h 109288"/>
                <a:gd name="connsiteX33" fmla="*/ 20299 w 108479"/>
                <a:gd name="connsiteY33" fmla="*/ 86945 h 109288"/>
                <a:gd name="connsiteX34" fmla="*/ 19659 w 108479"/>
                <a:gd name="connsiteY34" fmla="*/ 92052 h 109288"/>
                <a:gd name="connsiteX35" fmla="*/ 24133 w 108479"/>
                <a:gd name="connsiteY35" fmla="*/ 100351 h 109288"/>
                <a:gd name="connsiteX36" fmla="*/ 33078 w 108479"/>
                <a:gd name="connsiteY36" fmla="*/ 104820 h 109288"/>
                <a:gd name="connsiteX37" fmla="*/ 42663 w 108479"/>
                <a:gd name="connsiteY37" fmla="*/ 103543 h 109288"/>
                <a:gd name="connsiteX38" fmla="*/ 46497 w 108479"/>
                <a:gd name="connsiteY38" fmla="*/ 100351 h 109288"/>
                <a:gd name="connsiteX39" fmla="*/ 49692 w 108479"/>
                <a:gd name="connsiteY39" fmla="*/ 100989 h 109288"/>
                <a:gd name="connsiteX40" fmla="*/ 52248 w 108479"/>
                <a:gd name="connsiteY40" fmla="*/ 105458 h 109288"/>
                <a:gd name="connsiteX41" fmla="*/ 59277 w 108479"/>
                <a:gd name="connsiteY41" fmla="*/ 109288 h 109288"/>
                <a:gd name="connsiteX42" fmla="*/ 61194 w 108479"/>
                <a:gd name="connsiteY42" fmla="*/ 109288 h 109288"/>
                <a:gd name="connsiteX43" fmla="*/ 70779 w 108479"/>
                <a:gd name="connsiteY43" fmla="*/ 107373 h 109288"/>
                <a:gd name="connsiteX44" fmla="*/ 77169 w 108479"/>
                <a:gd name="connsiteY44" fmla="*/ 100351 h 109288"/>
                <a:gd name="connsiteX45" fmla="*/ 77808 w 108479"/>
                <a:gd name="connsiteY45" fmla="*/ 95244 h 109288"/>
                <a:gd name="connsiteX46" fmla="*/ 80364 w 108479"/>
                <a:gd name="connsiteY46" fmla="*/ 93329 h 109288"/>
                <a:gd name="connsiteX47" fmla="*/ 85476 w 108479"/>
                <a:gd name="connsiteY47" fmla="*/ 95244 h 109288"/>
                <a:gd name="connsiteX48" fmla="*/ 94422 w 108479"/>
                <a:gd name="connsiteY48" fmla="*/ 92690 h 109288"/>
                <a:gd name="connsiteX49" fmla="*/ 100812 w 108479"/>
                <a:gd name="connsiteY49" fmla="*/ 85029 h 109288"/>
                <a:gd name="connsiteX50" fmla="*/ 100812 w 108479"/>
                <a:gd name="connsiteY50" fmla="*/ 75453 h 109288"/>
                <a:gd name="connsiteX51" fmla="*/ 98256 w 108479"/>
                <a:gd name="connsiteY51" fmla="*/ 70985 h 109288"/>
                <a:gd name="connsiteX52" fmla="*/ 98895 w 108479"/>
                <a:gd name="connsiteY52" fmla="*/ 67793 h 109288"/>
                <a:gd name="connsiteX53" fmla="*/ 103368 w 108479"/>
                <a:gd name="connsiteY53" fmla="*/ 65877 h 109288"/>
                <a:gd name="connsiteX54" fmla="*/ 108480 w 108479"/>
                <a:gd name="connsiteY54" fmla="*/ 58217 h 109288"/>
                <a:gd name="connsiteX55" fmla="*/ 107841 w 108479"/>
                <a:gd name="connsiteY55" fmla="*/ 47364 h 109288"/>
                <a:gd name="connsiteX56" fmla="*/ 90588 w 108479"/>
                <a:gd name="connsiteY56" fmla="*/ 56301 h 109288"/>
                <a:gd name="connsiteX57" fmla="*/ 86754 w 108479"/>
                <a:gd name="connsiteY57" fmla="*/ 60132 h 109288"/>
                <a:gd name="connsiteX58" fmla="*/ 84198 w 108479"/>
                <a:gd name="connsiteY58" fmla="*/ 69069 h 109288"/>
                <a:gd name="connsiteX59" fmla="*/ 84837 w 108479"/>
                <a:gd name="connsiteY59" fmla="*/ 74815 h 109288"/>
                <a:gd name="connsiteX60" fmla="*/ 87393 w 108479"/>
                <a:gd name="connsiteY60" fmla="*/ 78645 h 109288"/>
                <a:gd name="connsiteX61" fmla="*/ 85476 w 108479"/>
                <a:gd name="connsiteY61" fmla="*/ 81199 h 109288"/>
                <a:gd name="connsiteX62" fmla="*/ 81003 w 108479"/>
                <a:gd name="connsiteY62" fmla="*/ 79922 h 109288"/>
                <a:gd name="connsiteX63" fmla="*/ 75252 w 108479"/>
                <a:gd name="connsiteY63" fmla="*/ 80561 h 109288"/>
                <a:gd name="connsiteX64" fmla="*/ 67584 w 108479"/>
                <a:gd name="connsiteY64" fmla="*/ 85668 h 109288"/>
                <a:gd name="connsiteX65" fmla="*/ 64389 w 108479"/>
                <a:gd name="connsiteY65" fmla="*/ 90137 h 109288"/>
                <a:gd name="connsiteX66" fmla="*/ 63750 w 108479"/>
                <a:gd name="connsiteY66" fmla="*/ 94605 h 109288"/>
                <a:gd name="connsiteX67" fmla="*/ 60555 w 108479"/>
                <a:gd name="connsiteY67" fmla="*/ 95244 h 109288"/>
                <a:gd name="connsiteX68" fmla="*/ 57999 w 108479"/>
                <a:gd name="connsiteY68" fmla="*/ 91413 h 109288"/>
                <a:gd name="connsiteX69" fmla="*/ 53526 w 108479"/>
                <a:gd name="connsiteY69" fmla="*/ 88221 h 109288"/>
                <a:gd name="connsiteX70" fmla="*/ 43941 w 108479"/>
                <a:gd name="connsiteY70" fmla="*/ 86945 h 109288"/>
                <a:gd name="connsiteX71" fmla="*/ 43302 w 108479"/>
                <a:gd name="connsiteY71" fmla="*/ 86945 h 109288"/>
                <a:gd name="connsiteX72" fmla="*/ 38829 w 108479"/>
                <a:gd name="connsiteY72" fmla="*/ 88860 h 109288"/>
                <a:gd name="connsiteX73" fmla="*/ 35634 w 108479"/>
                <a:gd name="connsiteY73" fmla="*/ 92052 h 109288"/>
                <a:gd name="connsiteX74" fmla="*/ 32439 w 108479"/>
                <a:gd name="connsiteY74" fmla="*/ 90775 h 109288"/>
                <a:gd name="connsiteX75" fmla="*/ 33078 w 108479"/>
                <a:gd name="connsiteY75" fmla="*/ 86306 h 109288"/>
                <a:gd name="connsiteX76" fmla="*/ 31800 w 108479"/>
                <a:gd name="connsiteY76" fmla="*/ 81199 h 109288"/>
                <a:gd name="connsiteX77" fmla="*/ 25410 w 108479"/>
                <a:gd name="connsiteY77" fmla="*/ 74177 h 109288"/>
                <a:gd name="connsiteX78" fmla="*/ 20299 w 108479"/>
                <a:gd name="connsiteY78" fmla="*/ 72261 h 109288"/>
                <a:gd name="connsiteX79" fmla="*/ 15187 w 108479"/>
                <a:gd name="connsiteY79" fmla="*/ 72261 h 109288"/>
                <a:gd name="connsiteX80" fmla="*/ 13909 w 108479"/>
                <a:gd name="connsiteY80" fmla="*/ 69069 h 109288"/>
                <a:gd name="connsiteX81" fmla="*/ 17743 w 108479"/>
                <a:gd name="connsiteY81" fmla="*/ 65877 h 109288"/>
                <a:gd name="connsiteX82" fmla="*/ 19659 w 108479"/>
                <a:gd name="connsiteY82" fmla="*/ 60770 h 109288"/>
                <a:gd name="connsiteX83" fmla="*/ 19659 w 108479"/>
                <a:gd name="connsiteY83" fmla="*/ 51833 h 109288"/>
                <a:gd name="connsiteX84" fmla="*/ 17104 w 108479"/>
                <a:gd name="connsiteY84" fmla="*/ 46726 h 109288"/>
                <a:gd name="connsiteX85" fmla="*/ 13270 w 108479"/>
                <a:gd name="connsiteY85" fmla="*/ 44172 h 109288"/>
                <a:gd name="connsiteX86" fmla="*/ 14548 w 108479"/>
                <a:gd name="connsiteY86" fmla="*/ 40980 h 109288"/>
                <a:gd name="connsiteX87" fmla="*/ 19659 w 108479"/>
                <a:gd name="connsiteY87" fmla="*/ 40980 h 109288"/>
                <a:gd name="connsiteX88" fmla="*/ 24772 w 108479"/>
                <a:gd name="connsiteY88" fmla="*/ 38426 h 109288"/>
                <a:gd name="connsiteX89" fmla="*/ 30522 w 108479"/>
                <a:gd name="connsiteY89" fmla="*/ 31404 h 109288"/>
                <a:gd name="connsiteX90" fmla="*/ 31800 w 108479"/>
                <a:gd name="connsiteY90" fmla="*/ 25658 h 109288"/>
                <a:gd name="connsiteX91" fmla="*/ 30522 w 108479"/>
                <a:gd name="connsiteY91" fmla="*/ 21190 h 109288"/>
                <a:gd name="connsiteX92" fmla="*/ 33078 w 108479"/>
                <a:gd name="connsiteY92" fmla="*/ 19274 h 109288"/>
                <a:gd name="connsiteX93" fmla="*/ 36912 w 108479"/>
                <a:gd name="connsiteY93" fmla="*/ 22466 h 109288"/>
                <a:gd name="connsiteX94" fmla="*/ 42024 w 108479"/>
                <a:gd name="connsiteY94" fmla="*/ 23743 h 109288"/>
                <a:gd name="connsiteX95" fmla="*/ 50970 w 108479"/>
                <a:gd name="connsiteY95" fmla="*/ 21828 h 109288"/>
                <a:gd name="connsiteX96" fmla="*/ 55443 w 108479"/>
                <a:gd name="connsiteY96" fmla="*/ 18636 h 109288"/>
                <a:gd name="connsiteX97" fmla="*/ 57360 w 108479"/>
                <a:gd name="connsiteY97" fmla="*/ 14167 h 109288"/>
                <a:gd name="connsiteX98" fmla="*/ 60555 w 108479"/>
                <a:gd name="connsiteY98" fmla="*/ 14806 h 109288"/>
                <a:gd name="connsiteX99" fmla="*/ 61194 w 108479"/>
                <a:gd name="connsiteY99" fmla="*/ 19274 h 109288"/>
                <a:gd name="connsiteX100" fmla="*/ 64389 w 108479"/>
                <a:gd name="connsiteY100" fmla="*/ 23743 h 109288"/>
                <a:gd name="connsiteX101" fmla="*/ 72696 w 108479"/>
                <a:gd name="connsiteY101" fmla="*/ 28212 h 109288"/>
                <a:gd name="connsiteX102" fmla="*/ 78447 w 108479"/>
                <a:gd name="connsiteY102" fmla="*/ 28212 h 109288"/>
                <a:gd name="connsiteX103" fmla="*/ 82920 w 108479"/>
                <a:gd name="connsiteY103" fmla="*/ 26297 h 109288"/>
                <a:gd name="connsiteX104" fmla="*/ 85476 w 108479"/>
                <a:gd name="connsiteY104" fmla="*/ 28850 h 109288"/>
                <a:gd name="connsiteX105" fmla="*/ 82920 w 108479"/>
                <a:gd name="connsiteY105" fmla="*/ 33319 h 109288"/>
                <a:gd name="connsiteX106" fmla="*/ 82920 w 108479"/>
                <a:gd name="connsiteY106" fmla="*/ 39065 h 109288"/>
                <a:gd name="connsiteX107" fmla="*/ 86754 w 108479"/>
                <a:gd name="connsiteY107" fmla="*/ 48002 h 109288"/>
                <a:gd name="connsiteX108" fmla="*/ 90588 w 108479"/>
                <a:gd name="connsiteY108" fmla="*/ 51833 h 109288"/>
                <a:gd name="connsiteX109" fmla="*/ 95061 w 108479"/>
                <a:gd name="connsiteY109" fmla="*/ 53109 h 109288"/>
                <a:gd name="connsiteX110" fmla="*/ 95061 w 108479"/>
                <a:gd name="connsiteY110" fmla="*/ 56301 h 109288"/>
                <a:gd name="connsiteX111" fmla="*/ 90588 w 108479"/>
                <a:gd name="connsiteY111" fmla="*/ 56301 h 109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Lst>
              <a:rect l="l" t="t" r="r" b="b"/>
              <a:pathLst>
                <a:path w="108479" h="109288">
                  <a:moveTo>
                    <a:pt x="107841" y="47364"/>
                  </a:moveTo>
                  <a:cubicBezTo>
                    <a:pt x="107841" y="44172"/>
                    <a:pt x="105285" y="40980"/>
                    <a:pt x="102090" y="39703"/>
                  </a:cubicBezTo>
                  <a:lnTo>
                    <a:pt x="96978" y="38426"/>
                  </a:lnTo>
                  <a:lnTo>
                    <a:pt x="95700" y="35234"/>
                  </a:lnTo>
                  <a:lnTo>
                    <a:pt x="98256" y="30766"/>
                  </a:lnTo>
                  <a:cubicBezTo>
                    <a:pt x="100173" y="27574"/>
                    <a:pt x="99534" y="23743"/>
                    <a:pt x="96978" y="21190"/>
                  </a:cubicBezTo>
                  <a:lnTo>
                    <a:pt x="90588" y="14167"/>
                  </a:lnTo>
                  <a:cubicBezTo>
                    <a:pt x="88032" y="11614"/>
                    <a:pt x="84837" y="10975"/>
                    <a:pt x="81003" y="12252"/>
                  </a:cubicBezTo>
                  <a:lnTo>
                    <a:pt x="76530" y="14167"/>
                  </a:lnTo>
                  <a:lnTo>
                    <a:pt x="73974" y="12890"/>
                  </a:lnTo>
                  <a:lnTo>
                    <a:pt x="73335" y="7783"/>
                  </a:lnTo>
                  <a:cubicBezTo>
                    <a:pt x="72696" y="4591"/>
                    <a:pt x="70140" y="2038"/>
                    <a:pt x="66306" y="1399"/>
                  </a:cubicBezTo>
                  <a:lnTo>
                    <a:pt x="56721" y="122"/>
                  </a:lnTo>
                  <a:cubicBezTo>
                    <a:pt x="53526" y="-516"/>
                    <a:pt x="49692" y="1399"/>
                    <a:pt x="48414" y="4591"/>
                  </a:cubicBezTo>
                  <a:lnTo>
                    <a:pt x="45858" y="9060"/>
                  </a:lnTo>
                  <a:lnTo>
                    <a:pt x="42663" y="9698"/>
                  </a:lnTo>
                  <a:lnTo>
                    <a:pt x="38829" y="6506"/>
                  </a:lnTo>
                  <a:cubicBezTo>
                    <a:pt x="36273" y="4591"/>
                    <a:pt x="32439" y="3953"/>
                    <a:pt x="29244" y="5868"/>
                  </a:cubicBezTo>
                  <a:lnTo>
                    <a:pt x="20938" y="10975"/>
                  </a:lnTo>
                  <a:cubicBezTo>
                    <a:pt x="17743" y="12890"/>
                    <a:pt x="16465" y="16082"/>
                    <a:pt x="17104" y="19913"/>
                  </a:cubicBezTo>
                  <a:lnTo>
                    <a:pt x="18382" y="25020"/>
                  </a:lnTo>
                  <a:lnTo>
                    <a:pt x="16465" y="27574"/>
                  </a:lnTo>
                  <a:lnTo>
                    <a:pt x="11353" y="27574"/>
                  </a:lnTo>
                  <a:cubicBezTo>
                    <a:pt x="8158" y="27574"/>
                    <a:pt x="4963" y="30127"/>
                    <a:pt x="3685" y="33319"/>
                  </a:cubicBezTo>
                  <a:lnTo>
                    <a:pt x="490" y="42895"/>
                  </a:lnTo>
                  <a:cubicBezTo>
                    <a:pt x="-788" y="46087"/>
                    <a:pt x="490" y="49918"/>
                    <a:pt x="3685" y="51833"/>
                  </a:cubicBezTo>
                  <a:lnTo>
                    <a:pt x="7519" y="55025"/>
                  </a:lnTo>
                  <a:lnTo>
                    <a:pt x="7519" y="58217"/>
                  </a:lnTo>
                  <a:lnTo>
                    <a:pt x="3685" y="61409"/>
                  </a:lnTo>
                  <a:cubicBezTo>
                    <a:pt x="1129" y="63962"/>
                    <a:pt x="-149" y="67154"/>
                    <a:pt x="1768" y="70346"/>
                  </a:cubicBezTo>
                  <a:lnTo>
                    <a:pt x="5602" y="79284"/>
                  </a:lnTo>
                  <a:cubicBezTo>
                    <a:pt x="6880" y="82476"/>
                    <a:pt x="10075" y="84391"/>
                    <a:pt x="13270" y="84391"/>
                  </a:cubicBezTo>
                  <a:lnTo>
                    <a:pt x="18382" y="84391"/>
                  </a:lnTo>
                  <a:lnTo>
                    <a:pt x="20299" y="86945"/>
                  </a:lnTo>
                  <a:lnTo>
                    <a:pt x="19659" y="92052"/>
                  </a:lnTo>
                  <a:cubicBezTo>
                    <a:pt x="19020" y="95244"/>
                    <a:pt x="20938" y="99074"/>
                    <a:pt x="24133" y="100351"/>
                  </a:cubicBezTo>
                  <a:lnTo>
                    <a:pt x="33078" y="104820"/>
                  </a:lnTo>
                  <a:cubicBezTo>
                    <a:pt x="36273" y="106735"/>
                    <a:pt x="40107" y="106096"/>
                    <a:pt x="42663" y="103543"/>
                  </a:cubicBezTo>
                  <a:lnTo>
                    <a:pt x="46497" y="100351"/>
                  </a:lnTo>
                  <a:lnTo>
                    <a:pt x="49692" y="100989"/>
                  </a:lnTo>
                  <a:lnTo>
                    <a:pt x="52248" y="105458"/>
                  </a:lnTo>
                  <a:cubicBezTo>
                    <a:pt x="53526" y="108012"/>
                    <a:pt x="56082" y="109288"/>
                    <a:pt x="59277" y="109288"/>
                  </a:cubicBezTo>
                  <a:lnTo>
                    <a:pt x="61194" y="109288"/>
                  </a:lnTo>
                  <a:lnTo>
                    <a:pt x="70779" y="107373"/>
                  </a:lnTo>
                  <a:cubicBezTo>
                    <a:pt x="73974" y="106735"/>
                    <a:pt x="76530" y="103543"/>
                    <a:pt x="77169" y="100351"/>
                  </a:cubicBezTo>
                  <a:lnTo>
                    <a:pt x="77808" y="95244"/>
                  </a:lnTo>
                  <a:lnTo>
                    <a:pt x="80364" y="93329"/>
                  </a:lnTo>
                  <a:lnTo>
                    <a:pt x="85476" y="95244"/>
                  </a:lnTo>
                  <a:cubicBezTo>
                    <a:pt x="88671" y="96521"/>
                    <a:pt x="92505" y="95244"/>
                    <a:pt x="94422" y="92690"/>
                  </a:cubicBezTo>
                  <a:lnTo>
                    <a:pt x="100812" y="85029"/>
                  </a:lnTo>
                  <a:cubicBezTo>
                    <a:pt x="102729" y="82476"/>
                    <a:pt x="102729" y="78645"/>
                    <a:pt x="100812" y="75453"/>
                  </a:cubicBezTo>
                  <a:lnTo>
                    <a:pt x="98256" y="70985"/>
                  </a:lnTo>
                  <a:lnTo>
                    <a:pt x="98895" y="67793"/>
                  </a:lnTo>
                  <a:lnTo>
                    <a:pt x="103368" y="65877"/>
                  </a:lnTo>
                  <a:cubicBezTo>
                    <a:pt x="106563" y="64601"/>
                    <a:pt x="108480" y="61409"/>
                    <a:pt x="108480" y="58217"/>
                  </a:cubicBezTo>
                  <a:lnTo>
                    <a:pt x="107841" y="47364"/>
                  </a:lnTo>
                  <a:close/>
                  <a:moveTo>
                    <a:pt x="90588" y="56301"/>
                  </a:moveTo>
                  <a:cubicBezTo>
                    <a:pt x="88671" y="56940"/>
                    <a:pt x="87393" y="58217"/>
                    <a:pt x="86754" y="60132"/>
                  </a:cubicBezTo>
                  <a:lnTo>
                    <a:pt x="84198" y="69069"/>
                  </a:lnTo>
                  <a:cubicBezTo>
                    <a:pt x="83559" y="70985"/>
                    <a:pt x="84198" y="72900"/>
                    <a:pt x="84837" y="74815"/>
                  </a:cubicBezTo>
                  <a:lnTo>
                    <a:pt x="87393" y="78645"/>
                  </a:lnTo>
                  <a:lnTo>
                    <a:pt x="85476" y="81199"/>
                  </a:lnTo>
                  <a:lnTo>
                    <a:pt x="81003" y="79922"/>
                  </a:lnTo>
                  <a:cubicBezTo>
                    <a:pt x="79086" y="79284"/>
                    <a:pt x="77169" y="79284"/>
                    <a:pt x="75252" y="80561"/>
                  </a:cubicBezTo>
                  <a:lnTo>
                    <a:pt x="67584" y="85668"/>
                  </a:lnTo>
                  <a:cubicBezTo>
                    <a:pt x="65667" y="86945"/>
                    <a:pt x="65028" y="88221"/>
                    <a:pt x="64389" y="90137"/>
                  </a:cubicBezTo>
                  <a:lnTo>
                    <a:pt x="63750" y="94605"/>
                  </a:lnTo>
                  <a:lnTo>
                    <a:pt x="60555" y="95244"/>
                  </a:lnTo>
                  <a:lnTo>
                    <a:pt x="57999" y="91413"/>
                  </a:lnTo>
                  <a:cubicBezTo>
                    <a:pt x="56721" y="89498"/>
                    <a:pt x="55443" y="88860"/>
                    <a:pt x="53526" y="88221"/>
                  </a:cubicBezTo>
                  <a:lnTo>
                    <a:pt x="43941" y="86945"/>
                  </a:lnTo>
                  <a:lnTo>
                    <a:pt x="43302" y="86945"/>
                  </a:lnTo>
                  <a:cubicBezTo>
                    <a:pt x="41385" y="86945"/>
                    <a:pt x="40107" y="87583"/>
                    <a:pt x="38829" y="88860"/>
                  </a:cubicBezTo>
                  <a:lnTo>
                    <a:pt x="35634" y="92052"/>
                  </a:lnTo>
                  <a:lnTo>
                    <a:pt x="32439" y="90775"/>
                  </a:lnTo>
                  <a:lnTo>
                    <a:pt x="33078" y="86306"/>
                  </a:lnTo>
                  <a:cubicBezTo>
                    <a:pt x="33078" y="84391"/>
                    <a:pt x="33078" y="82476"/>
                    <a:pt x="31800" y="81199"/>
                  </a:cubicBezTo>
                  <a:lnTo>
                    <a:pt x="25410" y="74177"/>
                  </a:lnTo>
                  <a:cubicBezTo>
                    <a:pt x="24133" y="72900"/>
                    <a:pt x="22215" y="72261"/>
                    <a:pt x="20299" y="72261"/>
                  </a:cubicBezTo>
                  <a:lnTo>
                    <a:pt x="15187" y="72261"/>
                  </a:lnTo>
                  <a:lnTo>
                    <a:pt x="13909" y="69069"/>
                  </a:lnTo>
                  <a:lnTo>
                    <a:pt x="17743" y="65877"/>
                  </a:lnTo>
                  <a:cubicBezTo>
                    <a:pt x="19020" y="64601"/>
                    <a:pt x="20299" y="62685"/>
                    <a:pt x="19659" y="60770"/>
                  </a:cubicBezTo>
                  <a:lnTo>
                    <a:pt x="19659" y="51833"/>
                  </a:lnTo>
                  <a:cubicBezTo>
                    <a:pt x="19659" y="49918"/>
                    <a:pt x="18382" y="48002"/>
                    <a:pt x="17104" y="46726"/>
                  </a:cubicBezTo>
                  <a:lnTo>
                    <a:pt x="13270" y="44172"/>
                  </a:lnTo>
                  <a:lnTo>
                    <a:pt x="14548" y="40980"/>
                  </a:lnTo>
                  <a:lnTo>
                    <a:pt x="19659" y="40980"/>
                  </a:lnTo>
                  <a:cubicBezTo>
                    <a:pt x="21577" y="40980"/>
                    <a:pt x="23493" y="39703"/>
                    <a:pt x="24772" y="38426"/>
                  </a:cubicBezTo>
                  <a:lnTo>
                    <a:pt x="30522" y="31404"/>
                  </a:lnTo>
                  <a:cubicBezTo>
                    <a:pt x="31800" y="30127"/>
                    <a:pt x="32439" y="27574"/>
                    <a:pt x="31800" y="25658"/>
                  </a:cubicBezTo>
                  <a:lnTo>
                    <a:pt x="30522" y="21190"/>
                  </a:lnTo>
                  <a:lnTo>
                    <a:pt x="33078" y="19274"/>
                  </a:lnTo>
                  <a:lnTo>
                    <a:pt x="36912" y="22466"/>
                  </a:lnTo>
                  <a:cubicBezTo>
                    <a:pt x="38190" y="23743"/>
                    <a:pt x="40107" y="24382"/>
                    <a:pt x="42024" y="23743"/>
                  </a:cubicBezTo>
                  <a:lnTo>
                    <a:pt x="50970" y="21828"/>
                  </a:lnTo>
                  <a:cubicBezTo>
                    <a:pt x="52887" y="21190"/>
                    <a:pt x="54165" y="19913"/>
                    <a:pt x="55443" y="18636"/>
                  </a:cubicBezTo>
                  <a:lnTo>
                    <a:pt x="57360" y="14167"/>
                  </a:lnTo>
                  <a:lnTo>
                    <a:pt x="60555" y="14806"/>
                  </a:lnTo>
                  <a:lnTo>
                    <a:pt x="61194" y="19274"/>
                  </a:lnTo>
                  <a:cubicBezTo>
                    <a:pt x="61833" y="21190"/>
                    <a:pt x="63111" y="23105"/>
                    <a:pt x="64389" y="23743"/>
                  </a:cubicBezTo>
                  <a:lnTo>
                    <a:pt x="72696" y="28212"/>
                  </a:lnTo>
                  <a:cubicBezTo>
                    <a:pt x="74613" y="28850"/>
                    <a:pt x="76530" y="28850"/>
                    <a:pt x="78447" y="28212"/>
                  </a:cubicBezTo>
                  <a:lnTo>
                    <a:pt x="82920" y="26297"/>
                  </a:lnTo>
                  <a:lnTo>
                    <a:pt x="85476" y="28850"/>
                  </a:lnTo>
                  <a:lnTo>
                    <a:pt x="82920" y="33319"/>
                  </a:lnTo>
                  <a:cubicBezTo>
                    <a:pt x="82281" y="35234"/>
                    <a:pt x="81642" y="37150"/>
                    <a:pt x="82920" y="39065"/>
                  </a:cubicBezTo>
                  <a:lnTo>
                    <a:pt x="86754" y="48002"/>
                  </a:lnTo>
                  <a:cubicBezTo>
                    <a:pt x="87393" y="49918"/>
                    <a:pt x="88671" y="51194"/>
                    <a:pt x="90588" y="51833"/>
                  </a:cubicBezTo>
                  <a:lnTo>
                    <a:pt x="95061" y="53109"/>
                  </a:lnTo>
                  <a:lnTo>
                    <a:pt x="95061" y="56301"/>
                  </a:lnTo>
                  <a:lnTo>
                    <a:pt x="90588" y="56301"/>
                  </a:lnTo>
                  <a:close/>
                </a:path>
              </a:pathLst>
            </a:custGeom>
            <a:grpFill/>
            <a:ln w="6390" cap="flat">
              <a:noFill/>
              <a:prstDash val="solid"/>
              <a:miter/>
            </a:ln>
          </p:spPr>
          <p:txBody>
            <a:bodyPr rtlCol="0" anchor="ctr"/>
            <a:lstStyle/>
            <a:p>
              <a:endParaRPr lang="en-US"/>
            </a:p>
          </p:txBody>
        </p:sp>
        <p:sp>
          <p:nvSpPr>
            <p:cNvPr id="33" name="Graphic 4">
              <a:extLst>
                <a:ext uri="{FF2B5EF4-FFF2-40B4-BE49-F238E27FC236}">
                  <a16:creationId xmlns:a16="http://schemas.microsoft.com/office/drawing/2014/main" id="{04493936-2FD8-FE59-9D82-95D93C48B00C}"/>
                </a:ext>
              </a:extLst>
            </p:cNvPr>
            <p:cNvSpPr/>
            <p:nvPr/>
          </p:nvSpPr>
          <p:spPr>
            <a:xfrm>
              <a:off x="1732290" y="2987227"/>
              <a:ext cx="65859" cy="66393"/>
            </a:xfrm>
            <a:custGeom>
              <a:avLst/>
              <a:gdLst>
                <a:gd name="connsiteX0" fmla="*/ 31333 w 65859"/>
                <a:gd name="connsiteY0" fmla="*/ 0 h 66393"/>
                <a:gd name="connsiteX1" fmla="*/ 31333 w 65859"/>
                <a:gd name="connsiteY1" fmla="*/ 0 h 66393"/>
                <a:gd name="connsiteX2" fmla="*/ 22 w 65859"/>
                <a:gd name="connsiteY2" fmla="*/ 35112 h 66393"/>
                <a:gd name="connsiteX3" fmla="*/ 32611 w 65859"/>
                <a:gd name="connsiteY3" fmla="*/ 66394 h 66393"/>
                <a:gd name="connsiteX4" fmla="*/ 33888 w 65859"/>
                <a:gd name="connsiteY4" fmla="*/ 66394 h 66393"/>
                <a:gd name="connsiteX5" fmla="*/ 65838 w 65859"/>
                <a:gd name="connsiteY5" fmla="*/ 32558 h 66393"/>
                <a:gd name="connsiteX6" fmla="*/ 31972 w 65859"/>
                <a:gd name="connsiteY6" fmla="*/ 638 h 66393"/>
                <a:gd name="connsiteX7" fmla="*/ 31333 w 65859"/>
                <a:gd name="connsiteY7" fmla="*/ 0 h 66393"/>
                <a:gd name="connsiteX8" fmla="*/ 33888 w 65859"/>
                <a:gd name="connsiteY8" fmla="*/ 52987 h 66393"/>
                <a:gd name="connsiteX9" fmla="*/ 12802 w 65859"/>
                <a:gd name="connsiteY9" fmla="*/ 33835 h 66393"/>
                <a:gd name="connsiteX10" fmla="*/ 17914 w 65859"/>
                <a:gd name="connsiteY10" fmla="*/ 19152 h 66393"/>
                <a:gd name="connsiteX11" fmla="*/ 46668 w 65859"/>
                <a:gd name="connsiteY11" fmla="*/ 17875 h 66393"/>
                <a:gd name="connsiteX12" fmla="*/ 53058 w 65859"/>
                <a:gd name="connsiteY12" fmla="*/ 31920 h 66393"/>
                <a:gd name="connsiteX13" fmla="*/ 33888 w 65859"/>
                <a:gd name="connsiteY13" fmla="*/ 52987 h 66393"/>
                <a:gd name="connsiteX14" fmla="*/ 33888 w 65859"/>
                <a:gd name="connsiteY14" fmla="*/ 52987 h 66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5859" h="66393">
                  <a:moveTo>
                    <a:pt x="31333" y="0"/>
                  </a:moveTo>
                  <a:lnTo>
                    <a:pt x="31333" y="0"/>
                  </a:lnTo>
                  <a:cubicBezTo>
                    <a:pt x="12802" y="1277"/>
                    <a:pt x="-617" y="16598"/>
                    <a:pt x="22" y="35112"/>
                  </a:cubicBezTo>
                  <a:cubicBezTo>
                    <a:pt x="1300" y="52349"/>
                    <a:pt x="15358" y="65755"/>
                    <a:pt x="32611" y="66394"/>
                  </a:cubicBezTo>
                  <a:lnTo>
                    <a:pt x="33888" y="66394"/>
                  </a:lnTo>
                  <a:cubicBezTo>
                    <a:pt x="52419" y="65755"/>
                    <a:pt x="66477" y="50434"/>
                    <a:pt x="65838" y="32558"/>
                  </a:cubicBezTo>
                  <a:cubicBezTo>
                    <a:pt x="65199" y="14045"/>
                    <a:pt x="49863" y="0"/>
                    <a:pt x="31972" y="638"/>
                  </a:cubicBezTo>
                  <a:cubicBezTo>
                    <a:pt x="31972" y="0"/>
                    <a:pt x="31333" y="0"/>
                    <a:pt x="31333" y="0"/>
                  </a:cubicBezTo>
                  <a:close/>
                  <a:moveTo>
                    <a:pt x="33888" y="52987"/>
                  </a:moveTo>
                  <a:cubicBezTo>
                    <a:pt x="22387" y="53626"/>
                    <a:pt x="13441" y="44688"/>
                    <a:pt x="12802" y="33835"/>
                  </a:cubicBezTo>
                  <a:cubicBezTo>
                    <a:pt x="12802" y="28728"/>
                    <a:pt x="14719" y="22982"/>
                    <a:pt x="17914" y="19152"/>
                  </a:cubicBezTo>
                  <a:cubicBezTo>
                    <a:pt x="25582" y="10853"/>
                    <a:pt x="38362" y="10214"/>
                    <a:pt x="46668" y="17875"/>
                  </a:cubicBezTo>
                  <a:cubicBezTo>
                    <a:pt x="50502" y="21706"/>
                    <a:pt x="53058" y="26813"/>
                    <a:pt x="53058" y="31920"/>
                  </a:cubicBezTo>
                  <a:cubicBezTo>
                    <a:pt x="53697" y="42773"/>
                    <a:pt x="44751" y="52349"/>
                    <a:pt x="33888" y="52987"/>
                  </a:cubicBezTo>
                  <a:lnTo>
                    <a:pt x="33888" y="52987"/>
                  </a:lnTo>
                  <a:close/>
                </a:path>
              </a:pathLst>
            </a:custGeom>
            <a:grpFill/>
            <a:ln w="6390" cap="flat">
              <a:noFill/>
              <a:prstDash val="solid"/>
              <a:miter/>
            </a:ln>
          </p:spPr>
          <p:txBody>
            <a:bodyPr rtlCol="0" anchor="ctr"/>
            <a:lstStyle/>
            <a:p>
              <a:endParaRPr lang="en-US"/>
            </a:p>
          </p:txBody>
        </p:sp>
        <p:sp>
          <p:nvSpPr>
            <p:cNvPr id="34" name="Graphic 4">
              <a:extLst>
                <a:ext uri="{FF2B5EF4-FFF2-40B4-BE49-F238E27FC236}">
                  <a16:creationId xmlns:a16="http://schemas.microsoft.com/office/drawing/2014/main" id="{81CF652E-5939-768B-F0E9-A7CFE0370155}"/>
                </a:ext>
              </a:extLst>
            </p:cNvPr>
            <p:cNvSpPr/>
            <p:nvPr/>
          </p:nvSpPr>
          <p:spPr>
            <a:xfrm>
              <a:off x="1637251" y="3045838"/>
              <a:ext cx="108479" cy="109288"/>
            </a:xfrm>
            <a:custGeom>
              <a:avLst/>
              <a:gdLst>
                <a:gd name="connsiteX0" fmla="*/ 102090 w 108479"/>
                <a:gd name="connsiteY0" fmla="*/ 39703 h 109288"/>
                <a:gd name="connsiteX1" fmla="*/ 96978 w 108479"/>
                <a:gd name="connsiteY1" fmla="*/ 38426 h 109288"/>
                <a:gd name="connsiteX2" fmla="*/ 95700 w 108479"/>
                <a:gd name="connsiteY2" fmla="*/ 35234 h 109288"/>
                <a:gd name="connsiteX3" fmla="*/ 98256 w 108479"/>
                <a:gd name="connsiteY3" fmla="*/ 30765 h 109288"/>
                <a:gd name="connsiteX4" fmla="*/ 96978 w 108479"/>
                <a:gd name="connsiteY4" fmla="*/ 21189 h 109288"/>
                <a:gd name="connsiteX5" fmla="*/ 90588 w 108479"/>
                <a:gd name="connsiteY5" fmla="*/ 14167 h 109288"/>
                <a:gd name="connsiteX6" fmla="*/ 81003 w 108479"/>
                <a:gd name="connsiteY6" fmla="*/ 12252 h 109288"/>
                <a:gd name="connsiteX7" fmla="*/ 76530 w 108479"/>
                <a:gd name="connsiteY7" fmla="*/ 14167 h 109288"/>
                <a:gd name="connsiteX8" fmla="*/ 73335 w 108479"/>
                <a:gd name="connsiteY8" fmla="*/ 12890 h 109288"/>
                <a:gd name="connsiteX9" fmla="*/ 72696 w 108479"/>
                <a:gd name="connsiteY9" fmla="*/ 7783 h 109288"/>
                <a:gd name="connsiteX10" fmla="*/ 65667 w 108479"/>
                <a:gd name="connsiteY10" fmla="*/ 1399 h 109288"/>
                <a:gd name="connsiteX11" fmla="*/ 56082 w 108479"/>
                <a:gd name="connsiteY11" fmla="*/ 122 h 109288"/>
                <a:gd name="connsiteX12" fmla="*/ 47775 w 108479"/>
                <a:gd name="connsiteY12" fmla="*/ 4591 h 109288"/>
                <a:gd name="connsiteX13" fmla="*/ 45219 w 108479"/>
                <a:gd name="connsiteY13" fmla="*/ 9060 h 109288"/>
                <a:gd name="connsiteX14" fmla="*/ 42024 w 108479"/>
                <a:gd name="connsiteY14" fmla="*/ 9698 h 109288"/>
                <a:gd name="connsiteX15" fmla="*/ 38190 w 108479"/>
                <a:gd name="connsiteY15" fmla="*/ 6506 h 109288"/>
                <a:gd name="connsiteX16" fmla="*/ 28606 w 108479"/>
                <a:gd name="connsiteY16" fmla="*/ 5868 h 109288"/>
                <a:gd name="connsiteX17" fmla="*/ 20299 w 108479"/>
                <a:gd name="connsiteY17" fmla="*/ 10975 h 109288"/>
                <a:gd name="connsiteX18" fmla="*/ 16465 w 108479"/>
                <a:gd name="connsiteY18" fmla="*/ 19913 h 109288"/>
                <a:gd name="connsiteX19" fmla="*/ 17743 w 108479"/>
                <a:gd name="connsiteY19" fmla="*/ 25020 h 109288"/>
                <a:gd name="connsiteX20" fmla="*/ 15826 w 108479"/>
                <a:gd name="connsiteY20" fmla="*/ 27573 h 109288"/>
                <a:gd name="connsiteX21" fmla="*/ 11353 w 108479"/>
                <a:gd name="connsiteY21" fmla="*/ 27573 h 109288"/>
                <a:gd name="connsiteX22" fmla="*/ 3685 w 108479"/>
                <a:gd name="connsiteY22" fmla="*/ 33319 h 109288"/>
                <a:gd name="connsiteX23" fmla="*/ 490 w 108479"/>
                <a:gd name="connsiteY23" fmla="*/ 42895 h 109288"/>
                <a:gd name="connsiteX24" fmla="*/ 3685 w 108479"/>
                <a:gd name="connsiteY24" fmla="*/ 51833 h 109288"/>
                <a:gd name="connsiteX25" fmla="*/ 7519 w 108479"/>
                <a:gd name="connsiteY25" fmla="*/ 55025 h 109288"/>
                <a:gd name="connsiteX26" fmla="*/ 7519 w 108479"/>
                <a:gd name="connsiteY26" fmla="*/ 58217 h 109288"/>
                <a:gd name="connsiteX27" fmla="*/ 3685 w 108479"/>
                <a:gd name="connsiteY27" fmla="*/ 61409 h 109288"/>
                <a:gd name="connsiteX28" fmla="*/ 1768 w 108479"/>
                <a:gd name="connsiteY28" fmla="*/ 70346 h 109288"/>
                <a:gd name="connsiteX29" fmla="*/ 5602 w 108479"/>
                <a:gd name="connsiteY29" fmla="*/ 79284 h 109288"/>
                <a:gd name="connsiteX30" fmla="*/ 13270 w 108479"/>
                <a:gd name="connsiteY30" fmla="*/ 84391 h 109288"/>
                <a:gd name="connsiteX31" fmla="*/ 18382 w 108479"/>
                <a:gd name="connsiteY31" fmla="*/ 84391 h 109288"/>
                <a:gd name="connsiteX32" fmla="*/ 20299 w 108479"/>
                <a:gd name="connsiteY32" fmla="*/ 86945 h 109288"/>
                <a:gd name="connsiteX33" fmla="*/ 19659 w 108479"/>
                <a:gd name="connsiteY33" fmla="*/ 92052 h 109288"/>
                <a:gd name="connsiteX34" fmla="*/ 24133 w 108479"/>
                <a:gd name="connsiteY34" fmla="*/ 100351 h 109288"/>
                <a:gd name="connsiteX35" fmla="*/ 33078 w 108479"/>
                <a:gd name="connsiteY35" fmla="*/ 104820 h 109288"/>
                <a:gd name="connsiteX36" fmla="*/ 42663 w 108479"/>
                <a:gd name="connsiteY36" fmla="*/ 103543 h 109288"/>
                <a:gd name="connsiteX37" fmla="*/ 46497 w 108479"/>
                <a:gd name="connsiteY37" fmla="*/ 100351 h 109288"/>
                <a:gd name="connsiteX38" fmla="*/ 49692 w 108479"/>
                <a:gd name="connsiteY38" fmla="*/ 100989 h 109288"/>
                <a:gd name="connsiteX39" fmla="*/ 52248 w 108479"/>
                <a:gd name="connsiteY39" fmla="*/ 105458 h 109288"/>
                <a:gd name="connsiteX40" fmla="*/ 59277 w 108479"/>
                <a:gd name="connsiteY40" fmla="*/ 109288 h 109288"/>
                <a:gd name="connsiteX41" fmla="*/ 61194 w 108479"/>
                <a:gd name="connsiteY41" fmla="*/ 109288 h 109288"/>
                <a:gd name="connsiteX42" fmla="*/ 70779 w 108479"/>
                <a:gd name="connsiteY42" fmla="*/ 107373 h 109288"/>
                <a:gd name="connsiteX43" fmla="*/ 77169 w 108479"/>
                <a:gd name="connsiteY43" fmla="*/ 100351 h 109288"/>
                <a:gd name="connsiteX44" fmla="*/ 77808 w 108479"/>
                <a:gd name="connsiteY44" fmla="*/ 95244 h 109288"/>
                <a:gd name="connsiteX45" fmla="*/ 80364 w 108479"/>
                <a:gd name="connsiteY45" fmla="*/ 93329 h 109288"/>
                <a:gd name="connsiteX46" fmla="*/ 85476 w 108479"/>
                <a:gd name="connsiteY46" fmla="*/ 94605 h 109288"/>
                <a:gd name="connsiteX47" fmla="*/ 94422 w 108479"/>
                <a:gd name="connsiteY47" fmla="*/ 92052 h 109288"/>
                <a:gd name="connsiteX48" fmla="*/ 100812 w 108479"/>
                <a:gd name="connsiteY48" fmla="*/ 84391 h 109288"/>
                <a:gd name="connsiteX49" fmla="*/ 100812 w 108479"/>
                <a:gd name="connsiteY49" fmla="*/ 74815 h 109288"/>
                <a:gd name="connsiteX50" fmla="*/ 98256 w 108479"/>
                <a:gd name="connsiteY50" fmla="*/ 70346 h 109288"/>
                <a:gd name="connsiteX51" fmla="*/ 98895 w 108479"/>
                <a:gd name="connsiteY51" fmla="*/ 67154 h 109288"/>
                <a:gd name="connsiteX52" fmla="*/ 103368 w 108479"/>
                <a:gd name="connsiteY52" fmla="*/ 65239 h 109288"/>
                <a:gd name="connsiteX53" fmla="*/ 108480 w 108479"/>
                <a:gd name="connsiteY53" fmla="*/ 57578 h 109288"/>
                <a:gd name="connsiteX54" fmla="*/ 107841 w 108479"/>
                <a:gd name="connsiteY54" fmla="*/ 47364 h 109288"/>
                <a:gd name="connsiteX55" fmla="*/ 102090 w 108479"/>
                <a:gd name="connsiteY55" fmla="*/ 39703 h 109288"/>
                <a:gd name="connsiteX56" fmla="*/ 91227 w 108479"/>
                <a:gd name="connsiteY56" fmla="*/ 56301 h 109288"/>
                <a:gd name="connsiteX57" fmla="*/ 87393 w 108479"/>
                <a:gd name="connsiteY57" fmla="*/ 60132 h 109288"/>
                <a:gd name="connsiteX58" fmla="*/ 84837 w 108479"/>
                <a:gd name="connsiteY58" fmla="*/ 69069 h 109288"/>
                <a:gd name="connsiteX59" fmla="*/ 85476 w 108479"/>
                <a:gd name="connsiteY59" fmla="*/ 74815 h 109288"/>
                <a:gd name="connsiteX60" fmla="*/ 88032 w 108479"/>
                <a:gd name="connsiteY60" fmla="*/ 78645 h 109288"/>
                <a:gd name="connsiteX61" fmla="*/ 86115 w 108479"/>
                <a:gd name="connsiteY61" fmla="*/ 81199 h 109288"/>
                <a:gd name="connsiteX62" fmla="*/ 81642 w 108479"/>
                <a:gd name="connsiteY62" fmla="*/ 79922 h 109288"/>
                <a:gd name="connsiteX63" fmla="*/ 75891 w 108479"/>
                <a:gd name="connsiteY63" fmla="*/ 80561 h 109288"/>
                <a:gd name="connsiteX64" fmla="*/ 68223 w 108479"/>
                <a:gd name="connsiteY64" fmla="*/ 85668 h 109288"/>
                <a:gd name="connsiteX65" fmla="*/ 65028 w 108479"/>
                <a:gd name="connsiteY65" fmla="*/ 90137 h 109288"/>
                <a:gd name="connsiteX66" fmla="*/ 64389 w 108479"/>
                <a:gd name="connsiteY66" fmla="*/ 95244 h 109288"/>
                <a:gd name="connsiteX67" fmla="*/ 61194 w 108479"/>
                <a:gd name="connsiteY67" fmla="*/ 95882 h 109288"/>
                <a:gd name="connsiteX68" fmla="*/ 58638 w 108479"/>
                <a:gd name="connsiteY68" fmla="*/ 92052 h 109288"/>
                <a:gd name="connsiteX69" fmla="*/ 54165 w 108479"/>
                <a:gd name="connsiteY69" fmla="*/ 88860 h 109288"/>
                <a:gd name="connsiteX70" fmla="*/ 45219 w 108479"/>
                <a:gd name="connsiteY70" fmla="*/ 87583 h 109288"/>
                <a:gd name="connsiteX71" fmla="*/ 44580 w 108479"/>
                <a:gd name="connsiteY71" fmla="*/ 87583 h 109288"/>
                <a:gd name="connsiteX72" fmla="*/ 40107 w 108479"/>
                <a:gd name="connsiteY72" fmla="*/ 89498 h 109288"/>
                <a:gd name="connsiteX73" fmla="*/ 36912 w 108479"/>
                <a:gd name="connsiteY73" fmla="*/ 92690 h 109288"/>
                <a:gd name="connsiteX74" fmla="*/ 33717 w 108479"/>
                <a:gd name="connsiteY74" fmla="*/ 91413 h 109288"/>
                <a:gd name="connsiteX75" fmla="*/ 34356 w 108479"/>
                <a:gd name="connsiteY75" fmla="*/ 86306 h 109288"/>
                <a:gd name="connsiteX76" fmla="*/ 33078 w 108479"/>
                <a:gd name="connsiteY76" fmla="*/ 81199 h 109288"/>
                <a:gd name="connsiteX77" fmla="*/ 26688 w 108479"/>
                <a:gd name="connsiteY77" fmla="*/ 74177 h 109288"/>
                <a:gd name="connsiteX78" fmla="*/ 21577 w 108479"/>
                <a:gd name="connsiteY78" fmla="*/ 72261 h 109288"/>
                <a:gd name="connsiteX79" fmla="*/ 16465 w 108479"/>
                <a:gd name="connsiteY79" fmla="*/ 72261 h 109288"/>
                <a:gd name="connsiteX80" fmla="*/ 15187 w 108479"/>
                <a:gd name="connsiteY80" fmla="*/ 69069 h 109288"/>
                <a:gd name="connsiteX81" fmla="*/ 19021 w 108479"/>
                <a:gd name="connsiteY81" fmla="*/ 65877 h 109288"/>
                <a:gd name="connsiteX82" fmla="*/ 20938 w 108479"/>
                <a:gd name="connsiteY82" fmla="*/ 60770 h 109288"/>
                <a:gd name="connsiteX83" fmla="*/ 20299 w 108479"/>
                <a:gd name="connsiteY83" fmla="*/ 51194 h 109288"/>
                <a:gd name="connsiteX84" fmla="*/ 17743 w 108479"/>
                <a:gd name="connsiteY84" fmla="*/ 46087 h 109288"/>
                <a:gd name="connsiteX85" fmla="*/ 13909 w 108479"/>
                <a:gd name="connsiteY85" fmla="*/ 43533 h 109288"/>
                <a:gd name="connsiteX86" fmla="*/ 15187 w 108479"/>
                <a:gd name="connsiteY86" fmla="*/ 40341 h 109288"/>
                <a:gd name="connsiteX87" fmla="*/ 20299 w 108479"/>
                <a:gd name="connsiteY87" fmla="*/ 40341 h 109288"/>
                <a:gd name="connsiteX88" fmla="*/ 25411 w 108479"/>
                <a:gd name="connsiteY88" fmla="*/ 37788 h 109288"/>
                <a:gd name="connsiteX89" fmla="*/ 31161 w 108479"/>
                <a:gd name="connsiteY89" fmla="*/ 30765 h 109288"/>
                <a:gd name="connsiteX90" fmla="*/ 32439 w 108479"/>
                <a:gd name="connsiteY90" fmla="*/ 25020 h 109288"/>
                <a:gd name="connsiteX91" fmla="*/ 31161 w 108479"/>
                <a:gd name="connsiteY91" fmla="*/ 20551 h 109288"/>
                <a:gd name="connsiteX92" fmla="*/ 33717 w 108479"/>
                <a:gd name="connsiteY92" fmla="*/ 18636 h 109288"/>
                <a:gd name="connsiteX93" fmla="*/ 37551 w 108479"/>
                <a:gd name="connsiteY93" fmla="*/ 21828 h 109288"/>
                <a:gd name="connsiteX94" fmla="*/ 42663 w 108479"/>
                <a:gd name="connsiteY94" fmla="*/ 23105 h 109288"/>
                <a:gd name="connsiteX95" fmla="*/ 51609 w 108479"/>
                <a:gd name="connsiteY95" fmla="*/ 21189 h 109288"/>
                <a:gd name="connsiteX96" fmla="*/ 56082 w 108479"/>
                <a:gd name="connsiteY96" fmla="*/ 17997 h 109288"/>
                <a:gd name="connsiteX97" fmla="*/ 57999 w 108479"/>
                <a:gd name="connsiteY97" fmla="*/ 13529 h 109288"/>
                <a:gd name="connsiteX98" fmla="*/ 61194 w 108479"/>
                <a:gd name="connsiteY98" fmla="*/ 14167 h 109288"/>
                <a:gd name="connsiteX99" fmla="*/ 61833 w 108479"/>
                <a:gd name="connsiteY99" fmla="*/ 18636 h 109288"/>
                <a:gd name="connsiteX100" fmla="*/ 65028 w 108479"/>
                <a:gd name="connsiteY100" fmla="*/ 23105 h 109288"/>
                <a:gd name="connsiteX101" fmla="*/ 73335 w 108479"/>
                <a:gd name="connsiteY101" fmla="*/ 27573 h 109288"/>
                <a:gd name="connsiteX102" fmla="*/ 79086 w 108479"/>
                <a:gd name="connsiteY102" fmla="*/ 27573 h 109288"/>
                <a:gd name="connsiteX103" fmla="*/ 83559 w 108479"/>
                <a:gd name="connsiteY103" fmla="*/ 25658 h 109288"/>
                <a:gd name="connsiteX104" fmla="*/ 86115 w 108479"/>
                <a:gd name="connsiteY104" fmla="*/ 28212 h 109288"/>
                <a:gd name="connsiteX105" fmla="*/ 83559 w 108479"/>
                <a:gd name="connsiteY105" fmla="*/ 32681 h 109288"/>
                <a:gd name="connsiteX106" fmla="*/ 83559 w 108479"/>
                <a:gd name="connsiteY106" fmla="*/ 38426 h 109288"/>
                <a:gd name="connsiteX107" fmla="*/ 87393 w 108479"/>
                <a:gd name="connsiteY107" fmla="*/ 46725 h 109288"/>
                <a:gd name="connsiteX108" fmla="*/ 91227 w 108479"/>
                <a:gd name="connsiteY108" fmla="*/ 50556 h 109288"/>
                <a:gd name="connsiteX109" fmla="*/ 95700 w 108479"/>
                <a:gd name="connsiteY109" fmla="*/ 51833 h 109288"/>
                <a:gd name="connsiteX110" fmla="*/ 95700 w 108479"/>
                <a:gd name="connsiteY110" fmla="*/ 55025 h 109288"/>
                <a:gd name="connsiteX111" fmla="*/ 91227 w 108479"/>
                <a:gd name="connsiteY111" fmla="*/ 56301 h 109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Lst>
              <a:rect l="l" t="t" r="r" b="b"/>
              <a:pathLst>
                <a:path w="108479" h="109288">
                  <a:moveTo>
                    <a:pt x="102090" y="39703"/>
                  </a:moveTo>
                  <a:lnTo>
                    <a:pt x="96978" y="38426"/>
                  </a:lnTo>
                  <a:lnTo>
                    <a:pt x="95700" y="35234"/>
                  </a:lnTo>
                  <a:lnTo>
                    <a:pt x="98256" y="30765"/>
                  </a:lnTo>
                  <a:cubicBezTo>
                    <a:pt x="100173" y="27573"/>
                    <a:pt x="99534" y="23743"/>
                    <a:pt x="96978" y="21189"/>
                  </a:cubicBezTo>
                  <a:lnTo>
                    <a:pt x="90588" y="14167"/>
                  </a:lnTo>
                  <a:cubicBezTo>
                    <a:pt x="88032" y="11613"/>
                    <a:pt x="84837" y="10975"/>
                    <a:pt x="81003" y="12252"/>
                  </a:cubicBezTo>
                  <a:lnTo>
                    <a:pt x="76530" y="14167"/>
                  </a:lnTo>
                  <a:lnTo>
                    <a:pt x="73335" y="12890"/>
                  </a:lnTo>
                  <a:lnTo>
                    <a:pt x="72696" y="7783"/>
                  </a:lnTo>
                  <a:cubicBezTo>
                    <a:pt x="72057" y="4591"/>
                    <a:pt x="69501" y="2037"/>
                    <a:pt x="65667" y="1399"/>
                  </a:cubicBezTo>
                  <a:lnTo>
                    <a:pt x="56082" y="122"/>
                  </a:lnTo>
                  <a:cubicBezTo>
                    <a:pt x="52887" y="-516"/>
                    <a:pt x="49053" y="1399"/>
                    <a:pt x="47775" y="4591"/>
                  </a:cubicBezTo>
                  <a:lnTo>
                    <a:pt x="45219" y="9060"/>
                  </a:lnTo>
                  <a:lnTo>
                    <a:pt x="42024" y="9698"/>
                  </a:lnTo>
                  <a:lnTo>
                    <a:pt x="38190" y="6506"/>
                  </a:lnTo>
                  <a:cubicBezTo>
                    <a:pt x="35634" y="4591"/>
                    <a:pt x="31801" y="3953"/>
                    <a:pt x="28606" y="5868"/>
                  </a:cubicBezTo>
                  <a:lnTo>
                    <a:pt x="20299" y="10975"/>
                  </a:lnTo>
                  <a:cubicBezTo>
                    <a:pt x="17104" y="12890"/>
                    <a:pt x="15826" y="16082"/>
                    <a:pt x="16465" y="19913"/>
                  </a:cubicBezTo>
                  <a:lnTo>
                    <a:pt x="17743" y="25020"/>
                  </a:lnTo>
                  <a:lnTo>
                    <a:pt x="15826" y="27573"/>
                  </a:lnTo>
                  <a:lnTo>
                    <a:pt x="11353" y="27573"/>
                  </a:lnTo>
                  <a:cubicBezTo>
                    <a:pt x="8158" y="27573"/>
                    <a:pt x="4963" y="30127"/>
                    <a:pt x="3685" y="33319"/>
                  </a:cubicBezTo>
                  <a:lnTo>
                    <a:pt x="490" y="42895"/>
                  </a:lnTo>
                  <a:cubicBezTo>
                    <a:pt x="-788" y="46087"/>
                    <a:pt x="490" y="49917"/>
                    <a:pt x="3685" y="51833"/>
                  </a:cubicBezTo>
                  <a:lnTo>
                    <a:pt x="7519" y="55025"/>
                  </a:lnTo>
                  <a:lnTo>
                    <a:pt x="7519" y="58217"/>
                  </a:lnTo>
                  <a:lnTo>
                    <a:pt x="3685" y="61409"/>
                  </a:lnTo>
                  <a:cubicBezTo>
                    <a:pt x="1129" y="63962"/>
                    <a:pt x="490" y="67154"/>
                    <a:pt x="1768" y="70346"/>
                  </a:cubicBezTo>
                  <a:lnTo>
                    <a:pt x="5602" y="79284"/>
                  </a:lnTo>
                  <a:cubicBezTo>
                    <a:pt x="6880" y="82476"/>
                    <a:pt x="10075" y="84391"/>
                    <a:pt x="13270" y="84391"/>
                  </a:cubicBezTo>
                  <a:lnTo>
                    <a:pt x="18382" y="84391"/>
                  </a:lnTo>
                  <a:lnTo>
                    <a:pt x="20299" y="86945"/>
                  </a:lnTo>
                  <a:lnTo>
                    <a:pt x="19659" y="92052"/>
                  </a:lnTo>
                  <a:cubicBezTo>
                    <a:pt x="19021" y="95244"/>
                    <a:pt x="20938" y="99074"/>
                    <a:pt x="24133" y="100351"/>
                  </a:cubicBezTo>
                  <a:lnTo>
                    <a:pt x="33078" y="104820"/>
                  </a:lnTo>
                  <a:cubicBezTo>
                    <a:pt x="36273" y="106735"/>
                    <a:pt x="40107" y="106096"/>
                    <a:pt x="42663" y="103543"/>
                  </a:cubicBezTo>
                  <a:lnTo>
                    <a:pt x="46497" y="100351"/>
                  </a:lnTo>
                  <a:lnTo>
                    <a:pt x="49692" y="100989"/>
                  </a:lnTo>
                  <a:lnTo>
                    <a:pt x="52248" y="105458"/>
                  </a:lnTo>
                  <a:cubicBezTo>
                    <a:pt x="53526" y="108012"/>
                    <a:pt x="56082" y="109288"/>
                    <a:pt x="59277" y="109288"/>
                  </a:cubicBezTo>
                  <a:cubicBezTo>
                    <a:pt x="59916" y="109288"/>
                    <a:pt x="60555" y="109288"/>
                    <a:pt x="61194" y="109288"/>
                  </a:cubicBezTo>
                  <a:lnTo>
                    <a:pt x="70779" y="107373"/>
                  </a:lnTo>
                  <a:cubicBezTo>
                    <a:pt x="73974" y="106735"/>
                    <a:pt x="76530" y="103543"/>
                    <a:pt x="77169" y="100351"/>
                  </a:cubicBezTo>
                  <a:lnTo>
                    <a:pt x="77808" y="95244"/>
                  </a:lnTo>
                  <a:lnTo>
                    <a:pt x="80364" y="93329"/>
                  </a:lnTo>
                  <a:lnTo>
                    <a:pt x="85476" y="94605"/>
                  </a:lnTo>
                  <a:cubicBezTo>
                    <a:pt x="88671" y="95882"/>
                    <a:pt x="92505" y="94605"/>
                    <a:pt x="94422" y="92052"/>
                  </a:cubicBezTo>
                  <a:lnTo>
                    <a:pt x="100812" y="84391"/>
                  </a:lnTo>
                  <a:cubicBezTo>
                    <a:pt x="102729" y="81837"/>
                    <a:pt x="102729" y="78007"/>
                    <a:pt x="100812" y="74815"/>
                  </a:cubicBezTo>
                  <a:lnTo>
                    <a:pt x="98256" y="70346"/>
                  </a:lnTo>
                  <a:lnTo>
                    <a:pt x="98895" y="67154"/>
                  </a:lnTo>
                  <a:lnTo>
                    <a:pt x="103368" y="65239"/>
                  </a:lnTo>
                  <a:cubicBezTo>
                    <a:pt x="106563" y="63962"/>
                    <a:pt x="108480" y="60770"/>
                    <a:pt x="108480" y="57578"/>
                  </a:cubicBezTo>
                  <a:lnTo>
                    <a:pt x="107841" y="47364"/>
                  </a:lnTo>
                  <a:cubicBezTo>
                    <a:pt x="107841" y="43533"/>
                    <a:pt x="105924" y="40980"/>
                    <a:pt x="102090" y="39703"/>
                  </a:cubicBezTo>
                  <a:close/>
                  <a:moveTo>
                    <a:pt x="91227" y="56301"/>
                  </a:moveTo>
                  <a:cubicBezTo>
                    <a:pt x="89310" y="56940"/>
                    <a:pt x="88032" y="58217"/>
                    <a:pt x="87393" y="60132"/>
                  </a:cubicBezTo>
                  <a:lnTo>
                    <a:pt x="84837" y="69069"/>
                  </a:lnTo>
                  <a:cubicBezTo>
                    <a:pt x="84198" y="70985"/>
                    <a:pt x="84837" y="72900"/>
                    <a:pt x="85476" y="74815"/>
                  </a:cubicBezTo>
                  <a:lnTo>
                    <a:pt x="88032" y="78645"/>
                  </a:lnTo>
                  <a:lnTo>
                    <a:pt x="86115" y="81199"/>
                  </a:lnTo>
                  <a:lnTo>
                    <a:pt x="81642" y="79922"/>
                  </a:lnTo>
                  <a:cubicBezTo>
                    <a:pt x="79725" y="79284"/>
                    <a:pt x="77808" y="79284"/>
                    <a:pt x="75891" y="80561"/>
                  </a:cubicBezTo>
                  <a:lnTo>
                    <a:pt x="68223" y="85668"/>
                  </a:lnTo>
                  <a:cubicBezTo>
                    <a:pt x="66306" y="86945"/>
                    <a:pt x="65667" y="88221"/>
                    <a:pt x="65028" y="90137"/>
                  </a:cubicBezTo>
                  <a:lnTo>
                    <a:pt x="64389" y="95244"/>
                  </a:lnTo>
                  <a:lnTo>
                    <a:pt x="61194" y="95882"/>
                  </a:lnTo>
                  <a:lnTo>
                    <a:pt x="58638" y="92052"/>
                  </a:lnTo>
                  <a:cubicBezTo>
                    <a:pt x="57360" y="90137"/>
                    <a:pt x="56082" y="89498"/>
                    <a:pt x="54165" y="88860"/>
                  </a:cubicBezTo>
                  <a:lnTo>
                    <a:pt x="45219" y="87583"/>
                  </a:lnTo>
                  <a:lnTo>
                    <a:pt x="44580" y="87583"/>
                  </a:lnTo>
                  <a:cubicBezTo>
                    <a:pt x="42663" y="87583"/>
                    <a:pt x="41385" y="88221"/>
                    <a:pt x="40107" y="89498"/>
                  </a:cubicBezTo>
                  <a:lnTo>
                    <a:pt x="36912" y="92690"/>
                  </a:lnTo>
                  <a:lnTo>
                    <a:pt x="33717" y="91413"/>
                  </a:lnTo>
                  <a:lnTo>
                    <a:pt x="34356" y="86306"/>
                  </a:lnTo>
                  <a:cubicBezTo>
                    <a:pt x="34356" y="84391"/>
                    <a:pt x="34356" y="82476"/>
                    <a:pt x="33078" y="81199"/>
                  </a:cubicBezTo>
                  <a:lnTo>
                    <a:pt x="26688" y="74177"/>
                  </a:lnTo>
                  <a:cubicBezTo>
                    <a:pt x="25411" y="72900"/>
                    <a:pt x="23493" y="72261"/>
                    <a:pt x="21577" y="72261"/>
                  </a:cubicBezTo>
                  <a:lnTo>
                    <a:pt x="16465" y="72261"/>
                  </a:lnTo>
                  <a:lnTo>
                    <a:pt x="15187" y="69069"/>
                  </a:lnTo>
                  <a:lnTo>
                    <a:pt x="19021" y="65877"/>
                  </a:lnTo>
                  <a:cubicBezTo>
                    <a:pt x="20299" y="64601"/>
                    <a:pt x="21577" y="62685"/>
                    <a:pt x="20938" y="60770"/>
                  </a:cubicBezTo>
                  <a:lnTo>
                    <a:pt x="20299" y="51194"/>
                  </a:lnTo>
                  <a:cubicBezTo>
                    <a:pt x="20299" y="49279"/>
                    <a:pt x="19021" y="47364"/>
                    <a:pt x="17743" y="46087"/>
                  </a:cubicBezTo>
                  <a:lnTo>
                    <a:pt x="13909" y="43533"/>
                  </a:lnTo>
                  <a:lnTo>
                    <a:pt x="15187" y="40341"/>
                  </a:lnTo>
                  <a:lnTo>
                    <a:pt x="20299" y="40341"/>
                  </a:lnTo>
                  <a:cubicBezTo>
                    <a:pt x="22216" y="40341"/>
                    <a:pt x="24133" y="39065"/>
                    <a:pt x="25411" y="37788"/>
                  </a:cubicBezTo>
                  <a:lnTo>
                    <a:pt x="31161" y="30765"/>
                  </a:lnTo>
                  <a:cubicBezTo>
                    <a:pt x="32439" y="29489"/>
                    <a:pt x="33078" y="26935"/>
                    <a:pt x="32439" y="25020"/>
                  </a:cubicBezTo>
                  <a:lnTo>
                    <a:pt x="31161" y="20551"/>
                  </a:lnTo>
                  <a:lnTo>
                    <a:pt x="33717" y="18636"/>
                  </a:lnTo>
                  <a:lnTo>
                    <a:pt x="37551" y="21828"/>
                  </a:lnTo>
                  <a:cubicBezTo>
                    <a:pt x="38829" y="23105"/>
                    <a:pt x="40746" y="23743"/>
                    <a:pt x="42663" y="23105"/>
                  </a:cubicBezTo>
                  <a:lnTo>
                    <a:pt x="51609" y="21189"/>
                  </a:lnTo>
                  <a:cubicBezTo>
                    <a:pt x="53526" y="20551"/>
                    <a:pt x="54804" y="19274"/>
                    <a:pt x="56082" y="17997"/>
                  </a:cubicBezTo>
                  <a:lnTo>
                    <a:pt x="57999" y="13529"/>
                  </a:lnTo>
                  <a:lnTo>
                    <a:pt x="61194" y="14167"/>
                  </a:lnTo>
                  <a:lnTo>
                    <a:pt x="61833" y="18636"/>
                  </a:lnTo>
                  <a:cubicBezTo>
                    <a:pt x="62472" y="20551"/>
                    <a:pt x="63111" y="21828"/>
                    <a:pt x="65028" y="23105"/>
                  </a:cubicBezTo>
                  <a:lnTo>
                    <a:pt x="73335" y="27573"/>
                  </a:lnTo>
                  <a:cubicBezTo>
                    <a:pt x="75252" y="28212"/>
                    <a:pt x="77169" y="28212"/>
                    <a:pt x="79086" y="27573"/>
                  </a:cubicBezTo>
                  <a:lnTo>
                    <a:pt x="83559" y="25658"/>
                  </a:lnTo>
                  <a:lnTo>
                    <a:pt x="86115" y="28212"/>
                  </a:lnTo>
                  <a:lnTo>
                    <a:pt x="83559" y="32681"/>
                  </a:lnTo>
                  <a:cubicBezTo>
                    <a:pt x="82920" y="34596"/>
                    <a:pt x="82281" y="36511"/>
                    <a:pt x="83559" y="38426"/>
                  </a:cubicBezTo>
                  <a:lnTo>
                    <a:pt x="87393" y="46725"/>
                  </a:lnTo>
                  <a:cubicBezTo>
                    <a:pt x="88032" y="48641"/>
                    <a:pt x="89310" y="49917"/>
                    <a:pt x="91227" y="50556"/>
                  </a:cubicBezTo>
                  <a:lnTo>
                    <a:pt x="95700" y="51833"/>
                  </a:lnTo>
                  <a:lnTo>
                    <a:pt x="95700" y="55025"/>
                  </a:lnTo>
                  <a:lnTo>
                    <a:pt x="91227" y="56301"/>
                  </a:lnTo>
                  <a:close/>
                </a:path>
              </a:pathLst>
            </a:custGeom>
            <a:grpFill/>
            <a:ln w="6390" cap="flat">
              <a:noFill/>
              <a:prstDash val="solid"/>
              <a:miter/>
            </a:ln>
          </p:spPr>
          <p:txBody>
            <a:bodyPr rtlCol="0" anchor="ctr"/>
            <a:lstStyle/>
            <a:p>
              <a:endParaRPr lang="en-US"/>
            </a:p>
          </p:txBody>
        </p:sp>
        <p:sp>
          <p:nvSpPr>
            <p:cNvPr id="35" name="Graphic 4">
              <a:extLst>
                <a:ext uri="{FF2B5EF4-FFF2-40B4-BE49-F238E27FC236}">
                  <a16:creationId xmlns:a16="http://schemas.microsoft.com/office/drawing/2014/main" id="{9C2F88D5-EF89-D5E2-ECE4-5A563B8EEF38}"/>
                </a:ext>
              </a:extLst>
            </p:cNvPr>
            <p:cNvSpPr/>
            <p:nvPr/>
          </p:nvSpPr>
          <p:spPr>
            <a:xfrm>
              <a:off x="1658805" y="3067006"/>
              <a:ext cx="65221" cy="66414"/>
            </a:xfrm>
            <a:custGeom>
              <a:avLst/>
              <a:gdLst>
                <a:gd name="connsiteX0" fmla="*/ 31333 w 65221"/>
                <a:gd name="connsiteY0" fmla="*/ 21 h 66414"/>
                <a:gd name="connsiteX1" fmla="*/ 22 w 65221"/>
                <a:gd name="connsiteY1" fmla="*/ 35133 h 66414"/>
                <a:gd name="connsiteX2" fmla="*/ 32611 w 65221"/>
                <a:gd name="connsiteY2" fmla="*/ 66414 h 66414"/>
                <a:gd name="connsiteX3" fmla="*/ 33888 w 65221"/>
                <a:gd name="connsiteY3" fmla="*/ 66414 h 66414"/>
                <a:gd name="connsiteX4" fmla="*/ 65199 w 65221"/>
                <a:gd name="connsiteY4" fmla="*/ 31303 h 66414"/>
                <a:gd name="connsiteX5" fmla="*/ 31333 w 65221"/>
                <a:gd name="connsiteY5" fmla="*/ 21 h 66414"/>
                <a:gd name="connsiteX6" fmla="*/ 33249 w 65221"/>
                <a:gd name="connsiteY6" fmla="*/ 53647 h 66414"/>
                <a:gd name="connsiteX7" fmla="*/ 12802 w 65221"/>
                <a:gd name="connsiteY7" fmla="*/ 33218 h 66414"/>
                <a:gd name="connsiteX8" fmla="*/ 31333 w 65221"/>
                <a:gd name="connsiteY8" fmla="*/ 12789 h 66414"/>
                <a:gd name="connsiteX9" fmla="*/ 31972 w 65221"/>
                <a:gd name="connsiteY9" fmla="*/ 12789 h 66414"/>
                <a:gd name="connsiteX10" fmla="*/ 52419 w 65221"/>
                <a:gd name="connsiteY10" fmla="*/ 32579 h 66414"/>
                <a:gd name="connsiteX11" fmla="*/ 33249 w 65221"/>
                <a:gd name="connsiteY11" fmla="*/ 53647 h 66414"/>
                <a:gd name="connsiteX12" fmla="*/ 33249 w 65221"/>
                <a:gd name="connsiteY12" fmla="*/ 53647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5221" h="66414">
                  <a:moveTo>
                    <a:pt x="31333" y="21"/>
                  </a:moveTo>
                  <a:cubicBezTo>
                    <a:pt x="12802" y="1298"/>
                    <a:pt x="-617" y="16619"/>
                    <a:pt x="22" y="35133"/>
                  </a:cubicBezTo>
                  <a:cubicBezTo>
                    <a:pt x="1300" y="52370"/>
                    <a:pt x="15358" y="65776"/>
                    <a:pt x="32611" y="66414"/>
                  </a:cubicBezTo>
                  <a:lnTo>
                    <a:pt x="33888" y="66414"/>
                  </a:lnTo>
                  <a:cubicBezTo>
                    <a:pt x="52419" y="65138"/>
                    <a:pt x="65838" y="49816"/>
                    <a:pt x="65199" y="31303"/>
                  </a:cubicBezTo>
                  <a:cubicBezTo>
                    <a:pt x="64560" y="13427"/>
                    <a:pt x="49224" y="-617"/>
                    <a:pt x="31333" y="21"/>
                  </a:cubicBezTo>
                  <a:close/>
                  <a:moveTo>
                    <a:pt x="33249" y="53647"/>
                  </a:moveTo>
                  <a:cubicBezTo>
                    <a:pt x="21748" y="53647"/>
                    <a:pt x="12802" y="44709"/>
                    <a:pt x="12802" y="33218"/>
                  </a:cubicBezTo>
                  <a:cubicBezTo>
                    <a:pt x="12802" y="22365"/>
                    <a:pt x="21109" y="13427"/>
                    <a:pt x="31333" y="12789"/>
                  </a:cubicBezTo>
                  <a:lnTo>
                    <a:pt x="31972" y="12789"/>
                  </a:lnTo>
                  <a:cubicBezTo>
                    <a:pt x="43473" y="12789"/>
                    <a:pt x="52419" y="21727"/>
                    <a:pt x="52419" y="32579"/>
                  </a:cubicBezTo>
                  <a:cubicBezTo>
                    <a:pt x="52419" y="43432"/>
                    <a:pt x="44751" y="53647"/>
                    <a:pt x="33249" y="53647"/>
                  </a:cubicBezTo>
                  <a:lnTo>
                    <a:pt x="33249" y="53647"/>
                  </a:lnTo>
                  <a:close/>
                </a:path>
              </a:pathLst>
            </a:custGeom>
            <a:grpFill/>
            <a:ln w="6390" cap="flat">
              <a:noFill/>
              <a:prstDash val="solid"/>
              <a:miter/>
            </a:ln>
          </p:spPr>
          <p:txBody>
            <a:bodyPr rtlCol="0" anchor="ctr"/>
            <a:lstStyle/>
            <a:p>
              <a:endParaRPr lang="en-US"/>
            </a:p>
          </p:txBody>
        </p:sp>
        <p:sp>
          <p:nvSpPr>
            <p:cNvPr id="37" name="Graphic 4">
              <a:extLst>
                <a:ext uri="{FF2B5EF4-FFF2-40B4-BE49-F238E27FC236}">
                  <a16:creationId xmlns:a16="http://schemas.microsoft.com/office/drawing/2014/main" id="{23D57A53-1303-B58C-BD80-A230CC484251}"/>
                </a:ext>
              </a:extLst>
            </p:cNvPr>
            <p:cNvSpPr/>
            <p:nvPr/>
          </p:nvSpPr>
          <p:spPr>
            <a:xfrm>
              <a:off x="1573681" y="2918430"/>
              <a:ext cx="135748" cy="135829"/>
            </a:xfrm>
            <a:custGeom>
              <a:avLst/>
              <a:gdLst>
                <a:gd name="connsiteX0" fmla="*/ 83868 w 135748"/>
                <a:gd name="connsiteY0" fmla="*/ 129446 h 135829"/>
                <a:gd name="connsiteX1" fmla="*/ 85785 w 135748"/>
                <a:gd name="connsiteY1" fmla="*/ 122423 h 135829"/>
                <a:gd name="connsiteX2" fmla="*/ 91536 w 135748"/>
                <a:gd name="connsiteY2" fmla="*/ 119870 h 135829"/>
                <a:gd name="connsiteX3" fmla="*/ 97926 w 135748"/>
                <a:gd name="connsiteY3" fmla="*/ 123700 h 135829"/>
                <a:gd name="connsiteX4" fmla="*/ 108150 w 135748"/>
                <a:gd name="connsiteY4" fmla="*/ 122423 h 135829"/>
                <a:gd name="connsiteX5" fmla="*/ 117735 w 135748"/>
                <a:gd name="connsiteY5" fmla="*/ 113486 h 135829"/>
                <a:gd name="connsiteX6" fmla="*/ 119652 w 135748"/>
                <a:gd name="connsiteY6" fmla="*/ 103910 h 135829"/>
                <a:gd name="connsiteX7" fmla="*/ 116457 w 135748"/>
                <a:gd name="connsiteY7" fmla="*/ 96887 h 135829"/>
                <a:gd name="connsiteX8" fmla="*/ 119652 w 135748"/>
                <a:gd name="connsiteY8" fmla="*/ 91780 h 135829"/>
                <a:gd name="connsiteX9" fmla="*/ 126681 w 135748"/>
                <a:gd name="connsiteY9" fmla="*/ 90503 h 135829"/>
                <a:gd name="connsiteX10" fmla="*/ 133710 w 135748"/>
                <a:gd name="connsiteY10" fmla="*/ 83481 h 135829"/>
                <a:gd name="connsiteX11" fmla="*/ 135626 w 135748"/>
                <a:gd name="connsiteY11" fmla="*/ 70713 h 135829"/>
                <a:gd name="connsiteX12" fmla="*/ 131153 w 135748"/>
                <a:gd name="connsiteY12" fmla="*/ 61776 h 135829"/>
                <a:gd name="connsiteX13" fmla="*/ 124763 w 135748"/>
                <a:gd name="connsiteY13" fmla="*/ 58584 h 135829"/>
                <a:gd name="connsiteX14" fmla="*/ 123486 w 135748"/>
                <a:gd name="connsiteY14" fmla="*/ 52838 h 135829"/>
                <a:gd name="connsiteX15" fmla="*/ 127958 w 135748"/>
                <a:gd name="connsiteY15" fmla="*/ 47092 h 135829"/>
                <a:gd name="connsiteX16" fmla="*/ 128597 w 135748"/>
                <a:gd name="connsiteY16" fmla="*/ 36878 h 135829"/>
                <a:gd name="connsiteX17" fmla="*/ 121568 w 135748"/>
                <a:gd name="connsiteY17" fmla="*/ 26025 h 135829"/>
                <a:gd name="connsiteX18" fmla="*/ 111984 w 135748"/>
                <a:gd name="connsiteY18" fmla="*/ 22195 h 135829"/>
                <a:gd name="connsiteX19" fmla="*/ 104955 w 135748"/>
                <a:gd name="connsiteY19" fmla="*/ 24110 h 135829"/>
                <a:gd name="connsiteX20" fmla="*/ 100482 w 135748"/>
                <a:gd name="connsiteY20" fmla="*/ 20280 h 135829"/>
                <a:gd name="connsiteX21" fmla="*/ 100482 w 135748"/>
                <a:gd name="connsiteY21" fmla="*/ 12619 h 135829"/>
                <a:gd name="connsiteX22" fmla="*/ 94731 w 135748"/>
                <a:gd name="connsiteY22" fmla="*/ 4320 h 135829"/>
                <a:gd name="connsiteX23" fmla="*/ 82590 w 135748"/>
                <a:gd name="connsiteY23" fmla="*/ 489 h 135829"/>
                <a:gd name="connsiteX24" fmla="*/ 73005 w 135748"/>
                <a:gd name="connsiteY24" fmla="*/ 3681 h 135829"/>
                <a:gd name="connsiteX25" fmla="*/ 68532 w 135748"/>
                <a:gd name="connsiteY25" fmla="*/ 9427 h 135829"/>
                <a:gd name="connsiteX26" fmla="*/ 62781 w 135748"/>
                <a:gd name="connsiteY26" fmla="*/ 9427 h 135829"/>
                <a:gd name="connsiteX27" fmla="*/ 57669 w 135748"/>
                <a:gd name="connsiteY27" fmla="*/ 3681 h 135829"/>
                <a:gd name="connsiteX28" fmla="*/ 48084 w 135748"/>
                <a:gd name="connsiteY28" fmla="*/ 1128 h 135829"/>
                <a:gd name="connsiteX29" fmla="*/ 35943 w 135748"/>
                <a:gd name="connsiteY29" fmla="*/ 6235 h 135829"/>
                <a:gd name="connsiteX30" fmla="*/ 30831 w 135748"/>
                <a:gd name="connsiteY30" fmla="*/ 14534 h 135829"/>
                <a:gd name="connsiteX31" fmla="*/ 30831 w 135748"/>
                <a:gd name="connsiteY31" fmla="*/ 21556 h 135829"/>
                <a:gd name="connsiteX32" fmla="*/ 26358 w 135748"/>
                <a:gd name="connsiteY32" fmla="*/ 25387 h 135829"/>
                <a:gd name="connsiteX33" fmla="*/ 19330 w 135748"/>
                <a:gd name="connsiteY33" fmla="*/ 24110 h 135829"/>
                <a:gd name="connsiteX34" fmla="*/ 10384 w 135748"/>
                <a:gd name="connsiteY34" fmla="*/ 28579 h 135829"/>
                <a:gd name="connsiteX35" fmla="*/ 4633 w 135748"/>
                <a:gd name="connsiteY35" fmla="*/ 40070 h 135829"/>
                <a:gd name="connsiteX36" fmla="*/ 5911 w 135748"/>
                <a:gd name="connsiteY36" fmla="*/ 50284 h 135829"/>
                <a:gd name="connsiteX37" fmla="*/ 11023 w 135748"/>
                <a:gd name="connsiteY37" fmla="*/ 56030 h 135829"/>
                <a:gd name="connsiteX38" fmla="*/ 10384 w 135748"/>
                <a:gd name="connsiteY38" fmla="*/ 61776 h 135829"/>
                <a:gd name="connsiteX39" fmla="*/ 3994 w 135748"/>
                <a:gd name="connsiteY39" fmla="*/ 65606 h 135829"/>
                <a:gd name="connsiteX40" fmla="*/ 160 w 135748"/>
                <a:gd name="connsiteY40" fmla="*/ 74544 h 135829"/>
                <a:gd name="connsiteX41" fmla="*/ 2716 w 135748"/>
                <a:gd name="connsiteY41" fmla="*/ 87312 h 135829"/>
                <a:gd name="connsiteX42" fmla="*/ 10384 w 135748"/>
                <a:gd name="connsiteY42" fmla="*/ 94334 h 135829"/>
                <a:gd name="connsiteX43" fmla="*/ 18052 w 135748"/>
                <a:gd name="connsiteY43" fmla="*/ 94972 h 135829"/>
                <a:gd name="connsiteX44" fmla="*/ 21247 w 135748"/>
                <a:gd name="connsiteY44" fmla="*/ 100079 h 135829"/>
                <a:gd name="connsiteX45" fmla="*/ 18691 w 135748"/>
                <a:gd name="connsiteY45" fmla="*/ 107102 h 135829"/>
                <a:gd name="connsiteX46" fmla="*/ 21247 w 135748"/>
                <a:gd name="connsiteY46" fmla="*/ 116678 h 135829"/>
                <a:gd name="connsiteX47" fmla="*/ 31470 w 135748"/>
                <a:gd name="connsiteY47" fmla="*/ 124339 h 135829"/>
                <a:gd name="connsiteX48" fmla="*/ 41694 w 135748"/>
                <a:gd name="connsiteY48" fmla="*/ 124977 h 135829"/>
                <a:gd name="connsiteX49" fmla="*/ 48084 w 135748"/>
                <a:gd name="connsiteY49" fmla="*/ 121147 h 135829"/>
                <a:gd name="connsiteX50" fmla="*/ 53835 w 135748"/>
                <a:gd name="connsiteY50" fmla="*/ 123062 h 135829"/>
                <a:gd name="connsiteX51" fmla="*/ 56391 w 135748"/>
                <a:gd name="connsiteY51" fmla="*/ 130084 h 135829"/>
                <a:gd name="connsiteX52" fmla="*/ 64698 w 135748"/>
                <a:gd name="connsiteY52" fmla="*/ 135830 h 135829"/>
                <a:gd name="connsiteX53" fmla="*/ 64698 w 135748"/>
                <a:gd name="connsiteY53" fmla="*/ 135830 h 135829"/>
                <a:gd name="connsiteX54" fmla="*/ 77478 w 135748"/>
                <a:gd name="connsiteY54" fmla="*/ 135191 h 135829"/>
                <a:gd name="connsiteX55" fmla="*/ 83868 w 135748"/>
                <a:gd name="connsiteY55" fmla="*/ 129446 h 135829"/>
                <a:gd name="connsiteX56" fmla="*/ 72366 w 135748"/>
                <a:gd name="connsiteY56" fmla="*/ 123062 h 135829"/>
                <a:gd name="connsiteX57" fmla="*/ 65337 w 135748"/>
                <a:gd name="connsiteY57" fmla="*/ 123062 h 135829"/>
                <a:gd name="connsiteX58" fmla="*/ 62781 w 135748"/>
                <a:gd name="connsiteY58" fmla="*/ 116039 h 135829"/>
                <a:gd name="connsiteX59" fmla="*/ 58947 w 135748"/>
                <a:gd name="connsiteY59" fmla="*/ 112209 h 135829"/>
                <a:gd name="connsiteX60" fmla="*/ 47445 w 135748"/>
                <a:gd name="connsiteY60" fmla="*/ 108379 h 135829"/>
                <a:gd name="connsiteX61" fmla="*/ 45528 w 135748"/>
                <a:gd name="connsiteY61" fmla="*/ 108379 h 135829"/>
                <a:gd name="connsiteX62" fmla="*/ 41694 w 135748"/>
                <a:gd name="connsiteY62" fmla="*/ 109655 h 135829"/>
                <a:gd name="connsiteX63" fmla="*/ 35304 w 135748"/>
                <a:gd name="connsiteY63" fmla="*/ 113486 h 135829"/>
                <a:gd name="connsiteX64" fmla="*/ 29553 w 135748"/>
                <a:gd name="connsiteY64" fmla="*/ 109017 h 135829"/>
                <a:gd name="connsiteX65" fmla="*/ 32109 w 135748"/>
                <a:gd name="connsiteY65" fmla="*/ 101995 h 135829"/>
                <a:gd name="connsiteX66" fmla="*/ 31470 w 135748"/>
                <a:gd name="connsiteY66" fmla="*/ 96249 h 135829"/>
                <a:gd name="connsiteX67" fmla="*/ 25080 w 135748"/>
                <a:gd name="connsiteY67" fmla="*/ 86035 h 135829"/>
                <a:gd name="connsiteX68" fmla="*/ 20608 w 135748"/>
                <a:gd name="connsiteY68" fmla="*/ 82843 h 135829"/>
                <a:gd name="connsiteX69" fmla="*/ 12940 w 135748"/>
                <a:gd name="connsiteY69" fmla="*/ 82204 h 135829"/>
                <a:gd name="connsiteX70" fmla="*/ 11662 w 135748"/>
                <a:gd name="connsiteY70" fmla="*/ 75182 h 135829"/>
                <a:gd name="connsiteX71" fmla="*/ 18052 w 135748"/>
                <a:gd name="connsiteY71" fmla="*/ 71352 h 135829"/>
                <a:gd name="connsiteX72" fmla="*/ 21247 w 135748"/>
                <a:gd name="connsiteY72" fmla="*/ 66883 h 135829"/>
                <a:gd name="connsiteX73" fmla="*/ 23163 w 135748"/>
                <a:gd name="connsiteY73" fmla="*/ 54753 h 135829"/>
                <a:gd name="connsiteX74" fmla="*/ 21247 w 135748"/>
                <a:gd name="connsiteY74" fmla="*/ 49646 h 135829"/>
                <a:gd name="connsiteX75" fmla="*/ 16135 w 135748"/>
                <a:gd name="connsiteY75" fmla="*/ 43900 h 135829"/>
                <a:gd name="connsiteX76" fmla="*/ 19330 w 135748"/>
                <a:gd name="connsiteY76" fmla="*/ 37516 h 135829"/>
                <a:gd name="connsiteX77" fmla="*/ 26997 w 135748"/>
                <a:gd name="connsiteY77" fmla="*/ 38793 h 135829"/>
                <a:gd name="connsiteX78" fmla="*/ 32109 w 135748"/>
                <a:gd name="connsiteY78" fmla="*/ 37516 h 135829"/>
                <a:gd name="connsiteX79" fmla="*/ 41055 w 135748"/>
                <a:gd name="connsiteY79" fmla="*/ 29217 h 135829"/>
                <a:gd name="connsiteX80" fmla="*/ 42972 w 135748"/>
                <a:gd name="connsiteY80" fmla="*/ 24110 h 135829"/>
                <a:gd name="connsiteX81" fmla="*/ 42972 w 135748"/>
                <a:gd name="connsiteY81" fmla="*/ 16449 h 135829"/>
                <a:gd name="connsiteX82" fmla="*/ 49362 w 135748"/>
                <a:gd name="connsiteY82" fmla="*/ 13896 h 135829"/>
                <a:gd name="connsiteX83" fmla="*/ 54474 w 135748"/>
                <a:gd name="connsiteY83" fmla="*/ 19641 h 135829"/>
                <a:gd name="connsiteX84" fmla="*/ 59586 w 135748"/>
                <a:gd name="connsiteY84" fmla="*/ 21556 h 135829"/>
                <a:gd name="connsiteX85" fmla="*/ 71727 w 135748"/>
                <a:gd name="connsiteY85" fmla="*/ 20918 h 135829"/>
                <a:gd name="connsiteX86" fmla="*/ 76839 w 135748"/>
                <a:gd name="connsiteY86" fmla="*/ 18364 h 135829"/>
                <a:gd name="connsiteX87" fmla="*/ 81312 w 135748"/>
                <a:gd name="connsiteY87" fmla="*/ 12619 h 135829"/>
                <a:gd name="connsiteX88" fmla="*/ 87702 w 135748"/>
                <a:gd name="connsiteY88" fmla="*/ 14534 h 135829"/>
                <a:gd name="connsiteX89" fmla="*/ 87702 w 135748"/>
                <a:gd name="connsiteY89" fmla="*/ 22195 h 135829"/>
                <a:gd name="connsiteX90" fmla="*/ 90258 w 135748"/>
                <a:gd name="connsiteY90" fmla="*/ 27302 h 135829"/>
                <a:gd name="connsiteX91" fmla="*/ 99843 w 135748"/>
                <a:gd name="connsiteY91" fmla="*/ 34963 h 135829"/>
                <a:gd name="connsiteX92" fmla="*/ 105594 w 135748"/>
                <a:gd name="connsiteY92" fmla="*/ 36240 h 135829"/>
                <a:gd name="connsiteX93" fmla="*/ 112623 w 135748"/>
                <a:gd name="connsiteY93" fmla="*/ 34324 h 135829"/>
                <a:gd name="connsiteX94" fmla="*/ 116457 w 135748"/>
                <a:gd name="connsiteY94" fmla="*/ 40070 h 135829"/>
                <a:gd name="connsiteX95" fmla="*/ 111345 w 135748"/>
                <a:gd name="connsiteY95" fmla="*/ 45816 h 135829"/>
                <a:gd name="connsiteX96" fmla="*/ 110067 w 135748"/>
                <a:gd name="connsiteY96" fmla="*/ 50923 h 135829"/>
                <a:gd name="connsiteX97" fmla="*/ 112623 w 135748"/>
                <a:gd name="connsiteY97" fmla="*/ 63052 h 135829"/>
                <a:gd name="connsiteX98" fmla="*/ 115818 w 135748"/>
                <a:gd name="connsiteY98" fmla="*/ 67521 h 135829"/>
                <a:gd name="connsiteX99" fmla="*/ 122208 w 135748"/>
                <a:gd name="connsiteY99" fmla="*/ 70713 h 135829"/>
                <a:gd name="connsiteX100" fmla="*/ 121568 w 135748"/>
                <a:gd name="connsiteY100" fmla="*/ 77736 h 135829"/>
                <a:gd name="connsiteX101" fmla="*/ 113901 w 135748"/>
                <a:gd name="connsiteY101" fmla="*/ 79012 h 135829"/>
                <a:gd name="connsiteX102" fmla="*/ 109428 w 135748"/>
                <a:gd name="connsiteY102" fmla="*/ 82204 h 135829"/>
                <a:gd name="connsiteX103" fmla="*/ 103677 w 135748"/>
                <a:gd name="connsiteY103" fmla="*/ 93057 h 135829"/>
                <a:gd name="connsiteX104" fmla="*/ 103677 w 135748"/>
                <a:gd name="connsiteY104" fmla="*/ 98803 h 135829"/>
                <a:gd name="connsiteX105" fmla="*/ 106872 w 135748"/>
                <a:gd name="connsiteY105" fmla="*/ 105825 h 135829"/>
                <a:gd name="connsiteX106" fmla="*/ 101760 w 135748"/>
                <a:gd name="connsiteY106" fmla="*/ 110294 h 135829"/>
                <a:gd name="connsiteX107" fmla="*/ 95370 w 135748"/>
                <a:gd name="connsiteY107" fmla="*/ 106463 h 135829"/>
                <a:gd name="connsiteX108" fmla="*/ 89619 w 135748"/>
                <a:gd name="connsiteY108" fmla="*/ 106463 h 135829"/>
                <a:gd name="connsiteX109" fmla="*/ 78117 w 135748"/>
                <a:gd name="connsiteY109" fmla="*/ 110932 h 135829"/>
                <a:gd name="connsiteX110" fmla="*/ 74283 w 135748"/>
                <a:gd name="connsiteY110" fmla="*/ 114763 h 135829"/>
                <a:gd name="connsiteX111" fmla="*/ 72366 w 135748"/>
                <a:gd name="connsiteY111" fmla="*/ 123062 h 135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Lst>
              <a:rect l="l" t="t" r="r" b="b"/>
              <a:pathLst>
                <a:path w="135748" h="135829">
                  <a:moveTo>
                    <a:pt x="83868" y="129446"/>
                  </a:moveTo>
                  <a:lnTo>
                    <a:pt x="85785" y="122423"/>
                  </a:lnTo>
                  <a:lnTo>
                    <a:pt x="91536" y="119870"/>
                  </a:lnTo>
                  <a:lnTo>
                    <a:pt x="97926" y="123700"/>
                  </a:lnTo>
                  <a:cubicBezTo>
                    <a:pt x="101121" y="125615"/>
                    <a:pt x="104955" y="124977"/>
                    <a:pt x="108150" y="122423"/>
                  </a:cubicBezTo>
                  <a:lnTo>
                    <a:pt x="117735" y="113486"/>
                  </a:lnTo>
                  <a:cubicBezTo>
                    <a:pt x="120291" y="110932"/>
                    <a:pt x="121568" y="107102"/>
                    <a:pt x="119652" y="103910"/>
                  </a:cubicBezTo>
                  <a:lnTo>
                    <a:pt x="116457" y="96887"/>
                  </a:lnTo>
                  <a:lnTo>
                    <a:pt x="119652" y="91780"/>
                  </a:lnTo>
                  <a:lnTo>
                    <a:pt x="126681" y="90503"/>
                  </a:lnTo>
                  <a:cubicBezTo>
                    <a:pt x="130515" y="89865"/>
                    <a:pt x="133070" y="86673"/>
                    <a:pt x="133710" y="83481"/>
                  </a:cubicBezTo>
                  <a:lnTo>
                    <a:pt x="135626" y="70713"/>
                  </a:lnTo>
                  <a:cubicBezTo>
                    <a:pt x="136265" y="66883"/>
                    <a:pt x="134348" y="63691"/>
                    <a:pt x="131153" y="61776"/>
                  </a:cubicBezTo>
                  <a:lnTo>
                    <a:pt x="124763" y="58584"/>
                  </a:lnTo>
                  <a:lnTo>
                    <a:pt x="123486" y="52838"/>
                  </a:lnTo>
                  <a:lnTo>
                    <a:pt x="127958" y="47092"/>
                  </a:lnTo>
                  <a:cubicBezTo>
                    <a:pt x="130515" y="44539"/>
                    <a:pt x="130515" y="40070"/>
                    <a:pt x="128597" y="36878"/>
                  </a:cubicBezTo>
                  <a:lnTo>
                    <a:pt x="121568" y="26025"/>
                  </a:lnTo>
                  <a:cubicBezTo>
                    <a:pt x="119652" y="22833"/>
                    <a:pt x="115818" y="21556"/>
                    <a:pt x="111984" y="22195"/>
                  </a:cubicBezTo>
                  <a:lnTo>
                    <a:pt x="104955" y="24110"/>
                  </a:lnTo>
                  <a:lnTo>
                    <a:pt x="100482" y="20280"/>
                  </a:lnTo>
                  <a:lnTo>
                    <a:pt x="100482" y="12619"/>
                  </a:lnTo>
                  <a:cubicBezTo>
                    <a:pt x="100482" y="8788"/>
                    <a:pt x="97926" y="5596"/>
                    <a:pt x="94731" y="4320"/>
                  </a:cubicBezTo>
                  <a:lnTo>
                    <a:pt x="82590" y="489"/>
                  </a:lnTo>
                  <a:cubicBezTo>
                    <a:pt x="79395" y="-788"/>
                    <a:pt x="74922" y="489"/>
                    <a:pt x="73005" y="3681"/>
                  </a:cubicBezTo>
                  <a:lnTo>
                    <a:pt x="68532" y="9427"/>
                  </a:lnTo>
                  <a:lnTo>
                    <a:pt x="62781" y="9427"/>
                  </a:lnTo>
                  <a:lnTo>
                    <a:pt x="57669" y="3681"/>
                  </a:lnTo>
                  <a:cubicBezTo>
                    <a:pt x="55113" y="1128"/>
                    <a:pt x="51279" y="-149"/>
                    <a:pt x="48084" y="1128"/>
                  </a:cubicBezTo>
                  <a:lnTo>
                    <a:pt x="35943" y="6235"/>
                  </a:lnTo>
                  <a:cubicBezTo>
                    <a:pt x="32748" y="7512"/>
                    <a:pt x="30192" y="11342"/>
                    <a:pt x="30831" y="14534"/>
                  </a:cubicBezTo>
                  <a:lnTo>
                    <a:pt x="30831" y="21556"/>
                  </a:lnTo>
                  <a:lnTo>
                    <a:pt x="26358" y="25387"/>
                  </a:lnTo>
                  <a:lnTo>
                    <a:pt x="19330" y="24110"/>
                  </a:lnTo>
                  <a:cubicBezTo>
                    <a:pt x="15496" y="23472"/>
                    <a:pt x="12301" y="25387"/>
                    <a:pt x="10384" y="28579"/>
                  </a:cubicBezTo>
                  <a:lnTo>
                    <a:pt x="4633" y="40070"/>
                  </a:lnTo>
                  <a:cubicBezTo>
                    <a:pt x="2716" y="43262"/>
                    <a:pt x="3355" y="47092"/>
                    <a:pt x="5911" y="50284"/>
                  </a:cubicBezTo>
                  <a:lnTo>
                    <a:pt x="11023" y="56030"/>
                  </a:lnTo>
                  <a:lnTo>
                    <a:pt x="10384" y="61776"/>
                  </a:lnTo>
                  <a:lnTo>
                    <a:pt x="3994" y="65606"/>
                  </a:lnTo>
                  <a:cubicBezTo>
                    <a:pt x="799" y="67521"/>
                    <a:pt x="-479" y="71352"/>
                    <a:pt x="160" y="74544"/>
                  </a:cubicBezTo>
                  <a:lnTo>
                    <a:pt x="2716" y="87312"/>
                  </a:lnTo>
                  <a:cubicBezTo>
                    <a:pt x="3355" y="91142"/>
                    <a:pt x="6550" y="93695"/>
                    <a:pt x="10384" y="94334"/>
                  </a:cubicBezTo>
                  <a:lnTo>
                    <a:pt x="18052" y="94972"/>
                  </a:lnTo>
                  <a:lnTo>
                    <a:pt x="21247" y="100079"/>
                  </a:lnTo>
                  <a:lnTo>
                    <a:pt x="18691" y="107102"/>
                  </a:lnTo>
                  <a:cubicBezTo>
                    <a:pt x="17413" y="110294"/>
                    <a:pt x="18691" y="114763"/>
                    <a:pt x="21247" y="116678"/>
                  </a:cubicBezTo>
                  <a:lnTo>
                    <a:pt x="31470" y="124339"/>
                  </a:lnTo>
                  <a:cubicBezTo>
                    <a:pt x="34665" y="126892"/>
                    <a:pt x="38499" y="126892"/>
                    <a:pt x="41694" y="124977"/>
                  </a:cubicBezTo>
                  <a:lnTo>
                    <a:pt x="48084" y="121147"/>
                  </a:lnTo>
                  <a:lnTo>
                    <a:pt x="53835" y="123062"/>
                  </a:lnTo>
                  <a:lnTo>
                    <a:pt x="56391" y="130084"/>
                  </a:lnTo>
                  <a:cubicBezTo>
                    <a:pt x="57669" y="133276"/>
                    <a:pt x="60864" y="135830"/>
                    <a:pt x="64698" y="135830"/>
                  </a:cubicBezTo>
                  <a:lnTo>
                    <a:pt x="64698" y="135830"/>
                  </a:lnTo>
                  <a:lnTo>
                    <a:pt x="77478" y="135191"/>
                  </a:lnTo>
                  <a:cubicBezTo>
                    <a:pt x="79395" y="135191"/>
                    <a:pt x="82590" y="133276"/>
                    <a:pt x="83868" y="129446"/>
                  </a:cubicBezTo>
                  <a:close/>
                  <a:moveTo>
                    <a:pt x="72366" y="123062"/>
                  </a:moveTo>
                  <a:lnTo>
                    <a:pt x="65337" y="123062"/>
                  </a:lnTo>
                  <a:lnTo>
                    <a:pt x="62781" y="116039"/>
                  </a:lnTo>
                  <a:cubicBezTo>
                    <a:pt x="62142" y="114124"/>
                    <a:pt x="60864" y="112847"/>
                    <a:pt x="58947" y="112209"/>
                  </a:cubicBezTo>
                  <a:lnTo>
                    <a:pt x="47445" y="108379"/>
                  </a:lnTo>
                  <a:cubicBezTo>
                    <a:pt x="46806" y="108379"/>
                    <a:pt x="46167" y="108379"/>
                    <a:pt x="45528" y="108379"/>
                  </a:cubicBezTo>
                  <a:cubicBezTo>
                    <a:pt x="44250" y="108379"/>
                    <a:pt x="42972" y="109017"/>
                    <a:pt x="41694" y="109655"/>
                  </a:cubicBezTo>
                  <a:lnTo>
                    <a:pt x="35304" y="113486"/>
                  </a:lnTo>
                  <a:lnTo>
                    <a:pt x="29553" y="109017"/>
                  </a:lnTo>
                  <a:lnTo>
                    <a:pt x="32109" y="101995"/>
                  </a:lnTo>
                  <a:cubicBezTo>
                    <a:pt x="32748" y="100079"/>
                    <a:pt x="32748" y="98164"/>
                    <a:pt x="31470" y="96249"/>
                  </a:cubicBezTo>
                  <a:lnTo>
                    <a:pt x="25080" y="86035"/>
                  </a:lnTo>
                  <a:cubicBezTo>
                    <a:pt x="23803" y="84120"/>
                    <a:pt x="22525" y="83481"/>
                    <a:pt x="20608" y="82843"/>
                  </a:cubicBezTo>
                  <a:lnTo>
                    <a:pt x="12940" y="82204"/>
                  </a:lnTo>
                  <a:lnTo>
                    <a:pt x="11662" y="75182"/>
                  </a:lnTo>
                  <a:lnTo>
                    <a:pt x="18052" y="71352"/>
                  </a:lnTo>
                  <a:cubicBezTo>
                    <a:pt x="19969" y="70075"/>
                    <a:pt x="20608" y="68798"/>
                    <a:pt x="21247" y="66883"/>
                  </a:cubicBezTo>
                  <a:lnTo>
                    <a:pt x="23163" y="54753"/>
                  </a:lnTo>
                  <a:cubicBezTo>
                    <a:pt x="23163" y="52838"/>
                    <a:pt x="22525" y="50923"/>
                    <a:pt x="21247" y="49646"/>
                  </a:cubicBezTo>
                  <a:lnTo>
                    <a:pt x="16135" y="43900"/>
                  </a:lnTo>
                  <a:lnTo>
                    <a:pt x="19330" y="37516"/>
                  </a:lnTo>
                  <a:lnTo>
                    <a:pt x="26997" y="38793"/>
                  </a:lnTo>
                  <a:cubicBezTo>
                    <a:pt x="28914" y="38793"/>
                    <a:pt x="30831" y="38793"/>
                    <a:pt x="32109" y="37516"/>
                  </a:cubicBezTo>
                  <a:lnTo>
                    <a:pt x="41055" y="29217"/>
                  </a:lnTo>
                  <a:cubicBezTo>
                    <a:pt x="42333" y="27940"/>
                    <a:pt x="42972" y="26025"/>
                    <a:pt x="42972" y="24110"/>
                  </a:cubicBezTo>
                  <a:lnTo>
                    <a:pt x="42972" y="16449"/>
                  </a:lnTo>
                  <a:lnTo>
                    <a:pt x="49362" y="13896"/>
                  </a:lnTo>
                  <a:lnTo>
                    <a:pt x="54474" y="19641"/>
                  </a:lnTo>
                  <a:cubicBezTo>
                    <a:pt x="55752" y="20918"/>
                    <a:pt x="57669" y="22195"/>
                    <a:pt x="59586" y="21556"/>
                  </a:cubicBezTo>
                  <a:lnTo>
                    <a:pt x="71727" y="20918"/>
                  </a:lnTo>
                  <a:cubicBezTo>
                    <a:pt x="73644" y="20918"/>
                    <a:pt x="75561" y="19641"/>
                    <a:pt x="76839" y="18364"/>
                  </a:cubicBezTo>
                  <a:lnTo>
                    <a:pt x="81312" y="12619"/>
                  </a:lnTo>
                  <a:lnTo>
                    <a:pt x="87702" y="14534"/>
                  </a:lnTo>
                  <a:lnTo>
                    <a:pt x="87702" y="22195"/>
                  </a:lnTo>
                  <a:cubicBezTo>
                    <a:pt x="87702" y="24110"/>
                    <a:pt x="88341" y="26025"/>
                    <a:pt x="90258" y="27302"/>
                  </a:cubicBezTo>
                  <a:lnTo>
                    <a:pt x="99843" y="34963"/>
                  </a:lnTo>
                  <a:cubicBezTo>
                    <a:pt x="101121" y="36240"/>
                    <a:pt x="103677" y="36878"/>
                    <a:pt x="105594" y="36240"/>
                  </a:cubicBezTo>
                  <a:lnTo>
                    <a:pt x="112623" y="34324"/>
                  </a:lnTo>
                  <a:lnTo>
                    <a:pt x="116457" y="40070"/>
                  </a:lnTo>
                  <a:lnTo>
                    <a:pt x="111345" y="45816"/>
                  </a:lnTo>
                  <a:cubicBezTo>
                    <a:pt x="110067" y="47092"/>
                    <a:pt x="109428" y="49008"/>
                    <a:pt x="110067" y="50923"/>
                  </a:cubicBezTo>
                  <a:lnTo>
                    <a:pt x="112623" y="63052"/>
                  </a:lnTo>
                  <a:cubicBezTo>
                    <a:pt x="113262" y="64968"/>
                    <a:pt x="114540" y="66244"/>
                    <a:pt x="115818" y="67521"/>
                  </a:cubicBezTo>
                  <a:lnTo>
                    <a:pt x="122208" y="70713"/>
                  </a:lnTo>
                  <a:lnTo>
                    <a:pt x="121568" y="77736"/>
                  </a:lnTo>
                  <a:lnTo>
                    <a:pt x="113901" y="79012"/>
                  </a:lnTo>
                  <a:cubicBezTo>
                    <a:pt x="111984" y="79651"/>
                    <a:pt x="110067" y="80289"/>
                    <a:pt x="109428" y="82204"/>
                  </a:cubicBezTo>
                  <a:lnTo>
                    <a:pt x="103677" y="93057"/>
                  </a:lnTo>
                  <a:cubicBezTo>
                    <a:pt x="103038" y="94972"/>
                    <a:pt x="103038" y="96887"/>
                    <a:pt x="103677" y="98803"/>
                  </a:cubicBezTo>
                  <a:lnTo>
                    <a:pt x="106872" y="105825"/>
                  </a:lnTo>
                  <a:lnTo>
                    <a:pt x="101760" y="110294"/>
                  </a:lnTo>
                  <a:lnTo>
                    <a:pt x="95370" y="106463"/>
                  </a:lnTo>
                  <a:cubicBezTo>
                    <a:pt x="93453" y="105825"/>
                    <a:pt x="91536" y="105187"/>
                    <a:pt x="89619" y="106463"/>
                  </a:cubicBezTo>
                  <a:lnTo>
                    <a:pt x="78117" y="110932"/>
                  </a:lnTo>
                  <a:cubicBezTo>
                    <a:pt x="76200" y="111571"/>
                    <a:pt x="74922" y="112847"/>
                    <a:pt x="74283" y="114763"/>
                  </a:cubicBezTo>
                  <a:lnTo>
                    <a:pt x="72366" y="123062"/>
                  </a:lnTo>
                  <a:close/>
                </a:path>
              </a:pathLst>
            </a:custGeom>
            <a:grpFill/>
            <a:ln w="6390" cap="flat">
              <a:noFill/>
              <a:prstDash val="solid"/>
              <a:miter/>
            </a:ln>
          </p:spPr>
          <p:txBody>
            <a:bodyPr rtlCol="0" anchor="ctr"/>
            <a:lstStyle/>
            <a:p>
              <a:endParaRPr lang="en-US"/>
            </a:p>
          </p:txBody>
        </p:sp>
        <p:sp>
          <p:nvSpPr>
            <p:cNvPr id="49" name="Graphic 4">
              <a:extLst>
                <a:ext uri="{FF2B5EF4-FFF2-40B4-BE49-F238E27FC236}">
                  <a16:creationId xmlns:a16="http://schemas.microsoft.com/office/drawing/2014/main" id="{B4444D62-17B3-C85E-E859-FED2BE61D20E}"/>
                </a:ext>
              </a:extLst>
            </p:cNvPr>
            <p:cNvSpPr/>
            <p:nvPr/>
          </p:nvSpPr>
          <p:spPr>
            <a:xfrm>
              <a:off x="1596936" y="2942006"/>
              <a:ext cx="87205" cy="86717"/>
            </a:xfrm>
            <a:custGeom>
              <a:avLst/>
              <a:gdLst>
                <a:gd name="connsiteX0" fmla="*/ 86812 w 87205"/>
                <a:gd name="connsiteY0" fmla="*/ 49691 h 86717"/>
                <a:gd name="connsiteX1" fmla="*/ 49750 w 87205"/>
                <a:gd name="connsiteY1" fmla="*/ 534 h 86717"/>
                <a:gd name="connsiteX2" fmla="*/ 548 w 87205"/>
                <a:gd name="connsiteY2" fmla="*/ 37561 h 86717"/>
                <a:gd name="connsiteX3" fmla="*/ 8855 w 87205"/>
                <a:gd name="connsiteY3" fmla="*/ 69481 h 86717"/>
                <a:gd name="connsiteX4" fmla="*/ 37610 w 87205"/>
                <a:gd name="connsiteY4" fmla="*/ 86079 h 86717"/>
                <a:gd name="connsiteX5" fmla="*/ 43999 w 87205"/>
                <a:gd name="connsiteY5" fmla="*/ 86718 h 86717"/>
                <a:gd name="connsiteX6" fmla="*/ 86812 w 87205"/>
                <a:gd name="connsiteY6" fmla="*/ 49691 h 86717"/>
                <a:gd name="connsiteX7" fmla="*/ 86812 w 87205"/>
                <a:gd name="connsiteY7" fmla="*/ 49691 h 86717"/>
                <a:gd name="connsiteX8" fmla="*/ 61891 w 87205"/>
                <a:gd name="connsiteY8" fmla="*/ 68204 h 86717"/>
                <a:gd name="connsiteX9" fmla="*/ 19079 w 87205"/>
                <a:gd name="connsiteY9" fmla="*/ 62459 h 86717"/>
                <a:gd name="connsiteX10" fmla="*/ 24830 w 87205"/>
                <a:gd name="connsiteY10" fmla="*/ 19686 h 86717"/>
                <a:gd name="connsiteX11" fmla="*/ 43361 w 87205"/>
                <a:gd name="connsiteY11" fmla="*/ 13302 h 86717"/>
                <a:gd name="connsiteX12" fmla="*/ 47833 w 87205"/>
                <a:gd name="connsiteY12" fmla="*/ 13302 h 86717"/>
                <a:gd name="connsiteX13" fmla="*/ 74032 w 87205"/>
                <a:gd name="connsiteY13" fmla="*/ 47776 h 86717"/>
                <a:gd name="connsiteX14" fmla="*/ 61891 w 87205"/>
                <a:gd name="connsiteY14" fmla="*/ 68204 h 86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7205" h="86717">
                  <a:moveTo>
                    <a:pt x="86812" y="49691"/>
                  </a:moveTo>
                  <a:cubicBezTo>
                    <a:pt x="90007" y="26070"/>
                    <a:pt x="73393" y="4364"/>
                    <a:pt x="49750" y="534"/>
                  </a:cubicBezTo>
                  <a:cubicBezTo>
                    <a:pt x="26108" y="-3296"/>
                    <a:pt x="4382" y="13940"/>
                    <a:pt x="548" y="37561"/>
                  </a:cubicBezTo>
                  <a:cubicBezTo>
                    <a:pt x="-1369" y="49052"/>
                    <a:pt x="1826" y="60543"/>
                    <a:pt x="8855" y="69481"/>
                  </a:cubicBezTo>
                  <a:cubicBezTo>
                    <a:pt x="15884" y="78419"/>
                    <a:pt x="26108" y="84803"/>
                    <a:pt x="37610" y="86079"/>
                  </a:cubicBezTo>
                  <a:cubicBezTo>
                    <a:pt x="39527" y="86079"/>
                    <a:pt x="42082" y="86718"/>
                    <a:pt x="43999" y="86718"/>
                  </a:cubicBezTo>
                  <a:cubicBezTo>
                    <a:pt x="65086" y="86718"/>
                    <a:pt x="83617" y="71396"/>
                    <a:pt x="86812" y="49691"/>
                  </a:cubicBezTo>
                  <a:lnTo>
                    <a:pt x="86812" y="49691"/>
                  </a:lnTo>
                  <a:close/>
                  <a:moveTo>
                    <a:pt x="61891" y="68204"/>
                  </a:moveTo>
                  <a:cubicBezTo>
                    <a:pt x="48472" y="78419"/>
                    <a:pt x="29303" y="75865"/>
                    <a:pt x="19079" y="62459"/>
                  </a:cubicBezTo>
                  <a:cubicBezTo>
                    <a:pt x="8855" y="49052"/>
                    <a:pt x="11411" y="29900"/>
                    <a:pt x="24830" y="19686"/>
                  </a:cubicBezTo>
                  <a:cubicBezTo>
                    <a:pt x="29942" y="15856"/>
                    <a:pt x="36332" y="13302"/>
                    <a:pt x="43361" y="13302"/>
                  </a:cubicBezTo>
                  <a:cubicBezTo>
                    <a:pt x="44638" y="13302"/>
                    <a:pt x="46556" y="13302"/>
                    <a:pt x="47833" y="13302"/>
                  </a:cubicBezTo>
                  <a:cubicBezTo>
                    <a:pt x="64447" y="15856"/>
                    <a:pt x="75949" y="31177"/>
                    <a:pt x="74032" y="47776"/>
                  </a:cubicBezTo>
                  <a:cubicBezTo>
                    <a:pt x="72754" y="56075"/>
                    <a:pt x="68281" y="63097"/>
                    <a:pt x="61891" y="68204"/>
                  </a:cubicBezTo>
                  <a:close/>
                </a:path>
              </a:pathLst>
            </a:custGeom>
            <a:grpFill/>
            <a:ln w="6390" cap="flat">
              <a:noFill/>
              <a:prstDash val="solid"/>
              <a:miter/>
            </a:ln>
          </p:spPr>
          <p:txBody>
            <a:bodyPr rtlCol="0" anchor="ctr"/>
            <a:lstStyle/>
            <a:p>
              <a:endParaRPr lang="en-US"/>
            </a:p>
          </p:txBody>
        </p:sp>
      </p:grpSp>
    </p:spTree>
    <p:extLst>
      <p:ext uri="{BB962C8B-B14F-4D97-AF65-F5344CB8AC3E}">
        <p14:creationId xmlns:p14="http://schemas.microsoft.com/office/powerpoint/2010/main" val="2285304414"/>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2DBC3EB-1AE8-68E9-DDE4-A48F2238CBE2}"/>
              </a:ext>
            </a:extLst>
          </p:cNvPr>
          <p:cNvSpPr>
            <a:spLocks noGrp="1"/>
          </p:cNvSpPr>
          <p:nvPr>
            <p:ph type="title"/>
          </p:nvPr>
        </p:nvSpPr>
        <p:spPr/>
        <p:txBody>
          <a:bodyPr/>
          <a:lstStyle/>
          <a:p>
            <a:r>
              <a:rPr lang="en-US" b="1" dirty="0"/>
              <a:t>Summary of All Accelerators to be leveraged for Snowflake Migration</a:t>
            </a:r>
          </a:p>
        </p:txBody>
      </p:sp>
      <p:graphicFrame>
        <p:nvGraphicFramePr>
          <p:cNvPr id="4" name="Table 3">
            <a:extLst>
              <a:ext uri="{FF2B5EF4-FFF2-40B4-BE49-F238E27FC236}">
                <a16:creationId xmlns:a16="http://schemas.microsoft.com/office/drawing/2014/main" id="{F28BFC0D-C5E3-4CC2-3BC7-28C48F7CD410}"/>
              </a:ext>
            </a:extLst>
          </p:cNvPr>
          <p:cNvGraphicFramePr>
            <a:graphicFrameLocks noGrp="1"/>
          </p:cNvGraphicFramePr>
          <p:nvPr/>
        </p:nvGraphicFramePr>
        <p:xfrm>
          <a:off x="469900" y="1017588"/>
          <a:ext cx="11263413" cy="5272707"/>
        </p:xfrm>
        <a:graphic>
          <a:graphicData uri="http://schemas.openxmlformats.org/drawingml/2006/table">
            <a:tbl>
              <a:tblPr firstRow="1" firstCol="1" bandRow="1">
                <a:tableStyleId>{F5AB1C69-6EDB-4FF4-983F-18BD219EF322}</a:tableStyleId>
              </a:tblPr>
              <a:tblGrid>
                <a:gridCol w="2039124">
                  <a:extLst>
                    <a:ext uri="{9D8B030D-6E8A-4147-A177-3AD203B41FA5}">
                      <a16:colId xmlns:a16="http://schemas.microsoft.com/office/drawing/2014/main" val="3602972965"/>
                    </a:ext>
                  </a:extLst>
                </a:gridCol>
                <a:gridCol w="5932449">
                  <a:extLst>
                    <a:ext uri="{9D8B030D-6E8A-4147-A177-3AD203B41FA5}">
                      <a16:colId xmlns:a16="http://schemas.microsoft.com/office/drawing/2014/main" val="2725407556"/>
                    </a:ext>
                  </a:extLst>
                </a:gridCol>
                <a:gridCol w="822960">
                  <a:extLst>
                    <a:ext uri="{9D8B030D-6E8A-4147-A177-3AD203B41FA5}">
                      <a16:colId xmlns:a16="http://schemas.microsoft.com/office/drawing/2014/main" val="264805231"/>
                    </a:ext>
                  </a:extLst>
                </a:gridCol>
                <a:gridCol w="822960">
                  <a:extLst>
                    <a:ext uri="{9D8B030D-6E8A-4147-A177-3AD203B41FA5}">
                      <a16:colId xmlns:a16="http://schemas.microsoft.com/office/drawing/2014/main" val="1691110691"/>
                    </a:ext>
                  </a:extLst>
                </a:gridCol>
                <a:gridCol w="822960">
                  <a:extLst>
                    <a:ext uri="{9D8B030D-6E8A-4147-A177-3AD203B41FA5}">
                      <a16:colId xmlns:a16="http://schemas.microsoft.com/office/drawing/2014/main" val="724747999"/>
                    </a:ext>
                  </a:extLst>
                </a:gridCol>
                <a:gridCol w="822960">
                  <a:extLst>
                    <a:ext uri="{9D8B030D-6E8A-4147-A177-3AD203B41FA5}">
                      <a16:colId xmlns:a16="http://schemas.microsoft.com/office/drawing/2014/main" val="2334260711"/>
                    </a:ext>
                  </a:extLst>
                </a:gridCol>
              </a:tblGrid>
              <a:tr h="706707">
                <a:tc>
                  <a:txBody>
                    <a:bodyPr/>
                    <a:lstStyle/>
                    <a:p>
                      <a:pPr marL="0" marR="0">
                        <a:spcAft>
                          <a:spcPts val="0"/>
                        </a:spcAft>
                        <a:buNone/>
                      </a:pPr>
                      <a:r>
                        <a:rPr lang="en-US" sz="1100" b="1" kern="0">
                          <a:solidFill>
                            <a:schemeClr val="bg1"/>
                          </a:solidFill>
                          <a:effectLst/>
                          <a:latin typeface="Open Sans" panose="020B0606030504020204" pitchFamily="34" charset="0"/>
                          <a:ea typeface="Open Sans" panose="020B0606030504020204" pitchFamily="34" charset="0"/>
                          <a:cs typeface="Open Sans" panose="020B0606030504020204" pitchFamily="34" charset="0"/>
                        </a:rPr>
                        <a:t>Accelerator</a:t>
                      </a:r>
                      <a:endParaRPr lang="en-US" sz="1100" kern="100">
                        <a:solidFill>
                          <a:schemeClr val="bg1"/>
                        </a:solidFill>
                        <a:effectLst/>
                        <a:latin typeface="Open Sans" panose="020B0606030504020204" pitchFamily="34" charset="0"/>
                        <a:ea typeface="Open Sans" panose="020B0606030504020204" pitchFamily="34" charset="0"/>
                        <a:cs typeface="Open Sans" panose="020B0606030504020204" pitchFamily="34" charset="0"/>
                      </a:endParaRPr>
                    </a:p>
                  </a:txBody>
                  <a:tcPr marL="54809" marR="54809" marT="54000" marB="54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012169"/>
                    </a:solidFill>
                  </a:tcPr>
                </a:tc>
                <a:tc>
                  <a:txBody>
                    <a:bodyPr/>
                    <a:lstStyle/>
                    <a:p>
                      <a:pPr marL="0" marR="0">
                        <a:spcAft>
                          <a:spcPts val="0"/>
                        </a:spcAft>
                        <a:buNone/>
                      </a:pPr>
                      <a:r>
                        <a:rPr lang="en-US" sz="1100" b="1" kern="0">
                          <a:solidFill>
                            <a:schemeClr val="bg1"/>
                          </a:solidFill>
                          <a:effectLst/>
                          <a:latin typeface="Open Sans" panose="020B0606030504020204" pitchFamily="34" charset="0"/>
                          <a:ea typeface="Open Sans" panose="020B0606030504020204" pitchFamily="34" charset="0"/>
                          <a:cs typeface="Open Sans" panose="020B0606030504020204" pitchFamily="34" charset="0"/>
                        </a:rPr>
                        <a:t>Purpose</a:t>
                      </a:r>
                      <a:endParaRPr lang="en-US" sz="1100" kern="100">
                        <a:solidFill>
                          <a:schemeClr val="bg1"/>
                        </a:solidFill>
                        <a:effectLst/>
                        <a:latin typeface="Open Sans" panose="020B0606030504020204" pitchFamily="34" charset="0"/>
                        <a:ea typeface="Open Sans" panose="020B0606030504020204" pitchFamily="34" charset="0"/>
                        <a:cs typeface="Open Sans" panose="020B0606030504020204" pitchFamily="34" charset="0"/>
                      </a:endParaRPr>
                    </a:p>
                  </a:txBody>
                  <a:tcPr marL="54809" marR="54809" marT="54000" marB="54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012169"/>
                    </a:solidFill>
                  </a:tcPr>
                </a:tc>
                <a:tc>
                  <a:txBody>
                    <a:bodyPr/>
                    <a:lstStyle/>
                    <a:p>
                      <a:pPr marL="0" marR="0" indent="0" algn="ctr">
                        <a:spcAft>
                          <a:spcPts val="0"/>
                        </a:spcAft>
                        <a:buNone/>
                      </a:pPr>
                      <a:r>
                        <a:rPr lang="en-US" sz="1100" b="1" kern="0">
                          <a:solidFill>
                            <a:schemeClr val="bg1"/>
                          </a:solidFill>
                          <a:effectLst/>
                          <a:latin typeface="Open Sans" panose="020B0606030504020204" pitchFamily="34" charset="0"/>
                          <a:ea typeface="Open Sans" panose="020B0606030504020204" pitchFamily="34" charset="0"/>
                          <a:cs typeface="Open Sans" panose="020B0606030504020204" pitchFamily="34" charset="0"/>
                        </a:rPr>
                        <a:t>Migration Design and Plan</a:t>
                      </a:r>
                      <a:endParaRPr lang="en-US" sz="1100" kern="100">
                        <a:solidFill>
                          <a:schemeClr val="bg1"/>
                        </a:solidFill>
                        <a:effectLst/>
                        <a:latin typeface="Open Sans" panose="020B0606030504020204" pitchFamily="34" charset="0"/>
                        <a:ea typeface="Open Sans" panose="020B0606030504020204" pitchFamily="34" charset="0"/>
                        <a:cs typeface="Open Sans" panose="020B0606030504020204" pitchFamily="34" charset="0"/>
                      </a:endParaRPr>
                    </a:p>
                  </a:txBody>
                  <a:tcPr marL="54809" marR="54809" marT="54000" marB="54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012169"/>
                    </a:solidFill>
                  </a:tcPr>
                </a:tc>
                <a:tc>
                  <a:txBody>
                    <a:bodyPr/>
                    <a:lstStyle/>
                    <a:p>
                      <a:pPr marL="0" marR="0" indent="0" algn="ctr">
                        <a:spcAft>
                          <a:spcPts val="0"/>
                        </a:spcAft>
                        <a:buNone/>
                      </a:pPr>
                      <a:r>
                        <a:rPr lang="en-US" sz="1100" b="1" kern="0">
                          <a:solidFill>
                            <a:schemeClr val="bg1"/>
                          </a:solidFill>
                          <a:effectLst/>
                          <a:latin typeface="Open Sans" panose="020B0606030504020204" pitchFamily="34" charset="0"/>
                          <a:ea typeface="Open Sans" panose="020B0606030504020204" pitchFamily="34" charset="0"/>
                          <a:cs typeface="Open Sans" panose="020B0606030504020204" pitchFamily="34" charset="0"/>
                        </a:rPr>
                        <a:t>MVP</a:t>
                      </a:r>
                      <a:endParaRPr lang="en-US" sz="1100" kern="100">
                        <a:solidFill>
                          <a:schemeClr val="bg1"/>
                        </a:solidFill>
                        <a:effectLst/>
                        <a:latin typeface="Open Sans" panose="020B0606030504020204" pitchFamily="34" charset="0"/>
                        <a:ea typeface="Open Sans" panose="020B0606030504020204" pitchFamily="34" charset="0"/>
                        <a:cs typeface="Open Sans" panose="020B0606030504020204" pitchFamily="34" charset="0"/>
                      </a:endParaRPr>
                    </a:p>
                  </a:txBody>
                  <a:tcPr marL="54809" marR="54809" marT="54000" marB="54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012169"/>
                    </a:solidFill>
                  </a:tcPr>
                </a:tc>
                <a:tc>
                  <a:txBody>
                    <a:bodyPr/>
                    <a:lstStyle/>
                    <a:p>
                      <a:pPr marL="0" marR="0" indent="0" algn="ctr">
                        <a:spcAft>
                          <a:spcPts val="0"/>
                        </a:spcAft>
                        <a:buNone/>
                      </a:pPr>
                      <a:r>
                        <a:rPr lang="en-US" sz="1100" b="1" kern="0">
                          <a:solidFill>
                            <a:schemeClr val="bg1"/>
                          </a:solidFill>
                          <a:effectLst/>
                          <a:latin typeface="Open Sans" panose="020B0606030504020204" pitchFamily="34" charset="0"/>
                          <a:ea typeface="Open Sans" panose="020B0606030504020204" pitchFamily="34" charset="0"/>
                          <a:cs typeface="Open Sans" panose="020B0606030504020204" pitchFamily="34" charset="0"/>
                        </a:rPr>
                        <a:t>Re-platform</a:t>
                      </a:r>
                      <a:endParaRPr lang="en-US" sz="1100" kern="100">
                        <a:solidFill>
                          <a:schemeClr val="bg1"/>
                        </a:solidFill>
                        <a:effectLst/>
                        <a:latin typeface="Open Sans" panose="020B0606030504020204" pitchFamily="34" charset="0"/>
                        <a:ea typeface="Open Sans" panose="020B0606030504020204" pitchFamily="34" charset="0"/>
                        <a:cs typeface="Open Sans" panose="020B0606030504020204" pitchFamily="34" charset="0"/>
                      </a:endParaRPr>
                    </a:p>
                  </a:txBody>
                  <a:tcPr marL="54809" marR="54809" marT="54000" marB="54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012169"/>
                    </a:solidFill>
                  </a:tcPr>
                </a:tc>
                <a:tc>
                  <a:txBody>
                    <a:bodyPr/>
                    <a:lstStyle/>
                    <a:p>
                      <a:pPr marL="0" marR="0" indent="0" algn="ctr">
                        <a:spcAft>
                          <a:spcPts val="0"/>
                        </a:spcAft>
                        <a:buNone/>
                      </a:pPr>
                      <a:r>
                        <a:rPr lang="en-US" sz="1100" b="1" kern="0">
                          <a:solidFill>
                            <a:schemeClr val="bg1"/>
                          </a:solidFill>
                          <a:effectLst/>
                          <a:latin typeface="Open Sans" panose="020B0606030504020204" pitchFamily="34" charset="0"/>
                          <a:ea typeface="Open Sans" panose="020B0606030504020204" pitchFamily="34" charset="0"/>
                          <a:cs typeface="Open Sans" panose="020B0606030504020204" pitchFamily="34" charset="0"/>
                        </a:rPr>
                        <a:t>Testing</a:t>
                      </a:r>
                      <a:endParaRPr lang="en-US" sz="1100" kern="100">
                        <a:solidFill>
                          <a:schemeClr val="bg1"/>
                        </a:solidFill>
                        <a:effectLst/>
                        <a:latin typeface="Open Sans" panose="020B0606030504020204" pitchFamily="34" charset="0"/>
                        <a:ea typeface="Open Sans" panose="020B0606030504020204" pitchFamily="34" charset="0"/>
                        <a:cs typeface="Open Sans" panose="020B0606030504020204" pitchFamily="34" charset="0"/>
                      </a:endParaRPr>
                    </a:p>
                  </a:txBody>
                  <a:tcPr marL="54809" marR="54809" marT="54000" marB="54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012169"/>
                    </a:solidFill>
                  </a:tcPr>
                </a:tc>
                <a:extLst>
                  <a:ext uri="{0D108BD9-81ED-4DB2-BD59-A6C34878D82A}">
                    <a16:rowId xmlns:a16="http://schemas.microsoft.com/office/drawing/2014/main" val="167613396"/>
                  </a:ext>
                </a:extLst>
              </a:tr>
              <a:tr h="411480">
                <a:tc>
                  <a:txBody>
                    <a:bodyPr/>
                    <a:lstStyle/>
                    <a:p>
                      <a:pPr marL="0" marR="0">
                        <a:spcAft>
                          <a:spcPts val="200"/>
                        </a:spcAft>
                        <a:buNone/>
                      </a:pPr>
                      <a:r>
                        <a:rPr lang="en-US" sz="1100" b="1" kern="0">
                          <a:solidFill>
                            <a:schemeClr val="tx1"/>
                          </a:solidFill>
                          <a:effectLst/>
                          <a:latin typeface="Open Sans" panose="020B0606030504020204" pitchFamily="34" charset="0"/>
                          <a:ea typeface="Open Sans" panose="020B0606030504020204" pitchFamily="34" charset="0"/>
                          <a:cs typeface="Open Sans" panose="020B0606030504020204" pitchFamily="34" charset="0"/>
                        </a:rPr>
                        <a:t>Deloitte Informatica Parser</a:t>
                      </a:r>
                      <a:endParaRPr lang="en-US" sz="1100" kern="10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468000" marR="54809" marT="54000" marB="54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solidFill>
                      <a:srgbClr val="DEF3FF">
                        <a:alpha val="34756"/>
                      </a:srgbClr>
                    </a:solidFill>
                  </a:tcPr>
                </a:tc>
                <a:tc>
                  <a:txBody>
                    <a:bodyPr/>
                    <a:lstStyle/>
                    <a:p>
                      <a:pPr marL="0" marR="0">
                        <a:spcAft>
                          <a:spcPts val="200"/>
                        </a:spcAft>
                        <a:buNone/>
                      </a:pPr>
                      <a:r>
                        <a:rPr lang="en-US" sz="1100" kern="0">
                          <a:solidFill>
                            <a:schemeClr val="tx1"/>
                          </a:solidFill>
                          <a:effectLst/>
                          <a:latin typeface="Open Sans" panose="020B0606030504020204" pitchFamily="34" charset="0"/>
                          <a:ea typeface="Open Sans" panose="020B0606030504020204" pitchFamily="34" charset="0"/>
                          <a:cs typeface="Open Sans" panose="020B0606030504020204" pitchFamily="34" charset="0"/>
                        </a:rPr>
                        <a:t>Parsing of Informatica Jobs to separate mappings and database native code</a:t>
                      </a:r>
                      <a:endParaRPr lang="en-US" sz="1100" kern="10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54809" marR="54809" marT="54000" marB="54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marL="914400" marR="0" indent="-914400" algn="ctr">
                        <a:spcAft>
                          <a:spcPts val="200"/>
                        </a:spcAft>
                        <a:buNone/>
                      </a:pPr>
                      <a:r>
                        <a:rPr lang="en-US" sz="1800" kern="0">
                          <a:solidFill>
                            <a:srgbClr val="00B0F0"/>
                          </a:solidFill>
                          <a:effectLst/>
                          <a:latin typeface="Open Sans" panose="020B0606030504020204" pitchFamily="34" charset="0"/>
                          <a:ea typeface="Open Sans" panose="020B0606030504020204" pitchFamily="34" charset="0"/>
                          <a:cs typeface="Open Sans" panose="020B0606030504020204" pitchFamily="34" charset="0"/>
                          <a:sym typeface="Wingdings" panose="05000000000000000000" pitchFamily="2" charset="2"/>
                        </a:rPr>
                        <a:t></a:t>
                      </a:r>
                      <a:endParaRPr lang="en-US" sz="1800" kern="100">
                        <a:solidFill>
                          <a:srgbClr val="00B0F0"/>
                        </a:solidFill>
                        <a:effectLst/>
                        <a:latin typeface="Open Sans" panose="020B0606030504020204" pitchFamily="34" charset="0"/>
                        <a:ea typeface="Open Sans" panose="020B0606030504020204" pitchFamily="34" charset="0"/>
                        <a:cs typeface="Open Sans" panose="020B0606030504020204" pitchFamily="34" charset="0"/>
                      </a:endParaRPr>
                    </a:p>
                  </a:txBody>
                  <a:tcPr marL="54809" marR="54809" marT="54000" marB="54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marL="914400" marR="0" indent="-914400" algn="ctr">
                        <a:spcAft>
                          <a:spcPts val="200"/>
                        </a:spcAft>
                        <a:buNone/>
                      </a:pPr>
                      <a:r>
                        <a:rPr lang="en-US" sz="1800" kern="0">
                          <a:solidFill>
                            <a:srgbClr val="00B0F0"/>
                          </a:solidFill>
                          <a:effectLst/>
                          <a:latin typeface="Open Sans" panose="020B0606030504020204" pitchFamily="34" charset="0"/>
                          <a:ea typeface="Open Sans" panose="020B0606030504020204" pitchFamily="34" charset="0"/>
                          <a:cs typeface="Open Sans" panose="020B0606030504020204" pitchFamily="34" charset="0"/>
                          <a:sym typeface="Wingdings" panose="05000000000000000000" pitchFamily="2" charset="2"/>
                        </a:rPr>
                        <a:t></a:t>
                      </a:r>
                      <a:endParaRPr lang="en-US" sz="1800" kern="100">
                        <a:solidFill>
                          <a:srgbClr val="00B0F0"/>
                        </a:solidFill>
                        <a:effectLst/>
                        <a:latin typeface="Open Sans" panose="020B0606030504020204" pitchFamily="34" charset="0"/>
                        <a:ea typeface="Open Sans" panose="020B0606030504020204" pitchFamily="34" charset="0"/>
                        <a:cs typeface="Open Sans" panose="020B0606030504020204" pitchFamily="34" charset="0"/>
                      </a:endParaRPr>
                    </a:p>
                  </a:txBody>
                  <a:tcPr marL="54809" marR="54809" marT="54000" marB="54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marL="914400" marR="0" indent="-914400" algn="ctr">
                        <a:spcAft>
                          <a:spcPts val="200"/>
                        </a:spcAft>
                        <a:buNone/>
                      </a:pPr>
                      <a:endParaRPr lang="en-US" sz="1800" kern="100">
                        <a:solidFill>
                          <a:srgbClr val="00B0F0"/>
                        </a:solidFill>
                        <a:effectLst/>
                        <a:latin typeface="Open Sans" panose="020B0606030504020204" pitchFamily="34" charset="0"/>
                        <a:ea typeface="Open Sans" panose="020B0606030504020204" pitchFamily="34" charset="0"/>
                        <a:cs typeface="Open Sans" panose="020B0606030504020204" pitchFamily="34" charset="0"/>
                      </a:endParaRPr>
                    </a:p>
                  </a:txBody>
                  <a:tcPr marL="54809" marR="54809" marT="54000" marB="54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marL="914400" marR="0" indent="-914400" algn="ctr">
                        <a:spcAft>
                          <a:spcPts val="200"/>
                        </a:spcAft>
                        <a:buNone/>
                      </a:pPr>
                      <a:r>
                        <a:rPr lang="en-US" sz="1800" kern="0">
                          <a:solidFill>
                            <a:srgbClr val="00B0F0"/>
                          </a:solidFill>
                          <a:effectLst/>
                          <a:latin typeface="Open Sans" panose="020B0606030504020204" pitchFamily="34" charset="0"/>
                          <a:ea typeface="Open Sans" panose="020B0606030504020204" pitchFamily="34" charset="0"/>
                          <a:cs typeface="Open Sans" panose="020B0606030504020204" pitchFamily="34" charset="0"/>
                        </a:rPr>
                        <a:t> </a:t>
                      </a:r>
                      <a:endParaRPr lang="en-US" sz="1800" kern="100">
                        <a:solidFill>
                          <a:srgbClr val="00B0F0"/>
                        </a:solidFill>
                        <a:effectLst/>
                        <a:latin typeface="Open Sans" panose="020B0606030504020204" pitchFamily="34" charset="0"/>
                        <a:ea typeface="Open Sans" panose="020B0606030504020204" pitchFamily="34" charset="0"/>
                        <a:cs typeface="Open Sans" panose="020B0606030504020204" pitchFamily="34" charset="0"/>
                      </a:endParaRPr>
                    </a:p>
                  </a:txBody>
                  <a:tcPr marL="54809" marR="54809" marT="54000" marB="54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80051660"/>
                  </a:ext>
                </a:extLst>
              </a:tr>
              <a:tr h="411480">
                <a:tc>
                  <a:txBody>
                    <a:bodyPr/>
                    <a:lstStyle/>
                    <a:p>
                      <a:pPr marL="0" marR="0">
                        <a:spcAft>
                          <a:spcPts val="200"/>
                        </a:spcAft>
                        <a:buNone/>
                      </a:pPr>
                      <a:r>
                        <a:rPr lang="en-US" sz="1100" b="1" kern="0">
                          <a:solidFill>
                            <a:schemeClr val="tx1"/>
                          </a:solidFill>
                          <a:effectLst/>
                          <a:latin typeface="Open Sans" panose="020B0606030504020204" pitchFamily="34" charset="0"/>
                          <a:ea typeface="Open Sans" panose="020B0606030504020204" pitchFamily="34" charset="0"/>
                          <a:cs typeface="Open Sans" panose="020B0606030504020204" pitchFamily="34" charset="0"/>
                        </a:rPr>
                        <a:t>Deloitte ETL Reverse Engineering</a:t>
                      </a:r>
                      <a:endParaRPr lang="en-US" sz="1100" kern="10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468000" marR="54809" marT="54000" marB="54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solidFill>
                      <a:srgbClr val="DEF3FF">
                        <a:alpha val="34756"/>
                      </a:srgbClr>
                    </a:solidFill>
                  </a:tcPr>
                </a:tc>
                <a:tc>
                  <a:txBody>
                    <a:bodyPr/>
                    <a:lstStyle/>
                    <a:p>
                      <a:pPr marL="0" marR="0">
                        <a:spcAft>
                          <a:spcPts val="200"/>
                        </a:spcAft>
                        <a:buNone/>
                      </a:pPr>
                      <a:r>
                        <a:rPr lang="en-US" sz="1100" kern="0">
                          <a:solidFill>
                            <a:schemeClr val="tx1"/>
                          </a:solidFill>
                          <a:effectLst/>
                          <a:latin typeface="Open Sans" panose="020B0606030504020204" pitchFamily="34" charset="0"/>
                          <a:ea typeface="Open Sans" panose="020B0606030504020204" pitchFamily="34" charset="0"/>
                          <a:cs typeface="Open Sans" panose="020B0606030504020204" pitchFamily="34" charset="0"/>
                        </a:rPr>
                        <a:t>Dependency and Complexity Analysis, Scope Confirmation and Source to Target Mapping</a:t>
                      </a:r>
                      <a:endParaRPr lang="en-US" sz="1100" kern="10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54809" marR="54809" marT="54000" marB="54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marL="914400" marR="0" indent="-914400" algn="ctr">
                        <a:spcAft>
                          <a:spcPts val="200"/>
                        </a:spcAft>
                        <a:buNone/>
                      </a:pPr>
                      <a:r>
                        <a:rPr lang="en-US" sz="1800" kern="0">
                          <a:solidFill>
                            <a:srgbClr val="00B0F0"/>
                          </a:solidFill>
                          <a:effectLst/>
                          <a:latin typeface="Open Sans" panose="020B0606030504020204" pitchFamily="34" charset="0"/>
                          <a:ea typeface="Open Sans" panose="020B0606030504020204" pitchFamily="34" charset="0"/>
                          <a:cs typeface="Open Sans" panose="020B0606030504020204" pitchFamily="34" charset="0"/>
                          <a:sym typeface="Wingdings" panose="05000000000000000000" pitchFamily="2" charset="2"/>
                        </a:rPr>
                        <a:t></a:t>
                      </a:r>
                      <a:endParaRPr lang="en-US" sz="1800" kern="100">
                        <a:solidFill>
                          <a:srgbClr val="00B0F0"/>
                        </a:solidFill>
                        <a:effectLst/>
                        <a:latin typeface="Open Sans" panose="020B0606030504020204" pitchFamily="34" charset="0"/>
                        <a:ea typeface="Open Sans" panose="020B0606030504020204" pitchFamily="34" charset="0"/>
                        <a:cs typeface="Open Sans" panose="020B0606030504020204" pitchFamily="34" charset="0"/>
                      </a:endParaRPr>
                    </a:p>
                  </a:txBody>
                  <a:tcPr marL="54809" marR="54809" marT="54000" marB="54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marL="914400" marR="0" indent="-914400" algn="ctr">
                        <a:spcAft>
                          <a:spcPts val="200"/>
                        </a:spcAft>
                        <a:buNone/>
                      </a:pPr>
                      <a:r>
                        <a:rPr lang="en-US" sz="1800" kern="0">
                          <a:solidFill>
                            <a:srgbClr val="00B0F0"/>
                          </a:solidFill>
                          <a:effectLst/>
                          <a:latin typeface="Open Sans" panose="020B0606030504020204" pitchFamily="34" charset="0"/>
                          <a:ea typeface="Open Sans" panose="020B0606030504020204" pitchFamily="34" charset="0"/>
                          <a:cs typeface="Open Sans" panose="020B0606030504020204" pitchFamily="34" charset="0"/>
                        </a:rPr>
                        <a:t> </a:t>
                      </a:r>
                      <a:endParaRPr lang="en-US" sz="1800" kern="100">
                        <a:solidFill>
                          <a:srgbClr val="00B0F0"/>
                        </a:solidFill>
                        <a:effectLst/>
                        <a:latin typeface="Open Sans" panose="020B0606030504020204" pitchFamily="34" charset="0"/>
                        <a:ea typeface="Open Sans" panose="020B0606030504020204" pitchFamily="34" charset="0"/>
                        <a:cs typeface="Open Sans" panose="020B0606030504020204" pitchFamily="34" charset="0"/>
                      </a:endParaRPr>
                    </a:p>
                  </a:txBody>
                  <a:tcPr marL="54809" marR="54809" marT="54000" marB="54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marL="914400" marR="0" indent="-914400" algn="ctr">
                        <a:spcAft>
                          <a:spcPts val="200"/>
                        </a:spcAft>
                        <a:buNone/>
                      </a:pPr>
                      <a:r>
                        <a:rPr lang="en-US" sz="1800" kern="0">
                          <a:solidFill>
                            <a:srgbClr val="00B0F0"/>
                          </a:solidFill>
                          <a:effectLst/>
                          <a:latin typeface="Open Sans" panose="020B0606030504020204" pitchFamily="34" charset="0"/>
                          <a:ea typeface="Open Sans" panose="020B0606030504020204" pitchFamily="34" charset="0"/>
                          <a:cs typeface="Open Sans" panose="020B0606030504020204" pitchFamily="34" charset="0"/>
                        </a:rPr>
                        <a:t> </a:t>
                      </a:r>
                      <a:endParaRPr lang="en-US" sz="1800" kern="100">
                        <a:solidFill>
                          <a:srgbClr val="00B0F0"/>
                        </a:solidFill>
                        <a:effectLst/>
                        <a:latin typeface="Open Sans" panose="020B0606030504020204" pitchFamily="34" charset="0"/>
                        <a:ea typeface="Open Sans" panose="020B0606030504020204" pitchFamily="34" charset="0"/>
                        <a:cs typeface="Open Sans" panose="020B0606030504020204" pitchFamily="34" charset="0"/>
                      </a:endParaRPr>
                    </a:p>
                  </a:txBody>
                  <a:tcPr marL="54809" marR="54809" marT="54000" marB="54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marL="914400" marR="0" indent="-914400" algn="ctr">
                        <a:spcAft>
                          <a:spcPts val="200"/>
                        </a:spcAft>
                        <a:buNone/>
                      </a:pPr>
                      <a:r>
                        <a:rPr lang="en-US" sz="1800" kern="0">
                          <a:solidFill>
                            <a:srgbClr val="00B0F0"/>
                          </a:solidFill>
                          <a:effectLst/>
                          <a:latin typeface="Open Sans" panose="020B0606030504020204" pitchFamily="34" charset="0"/>
                          <a:ea typeface="Open Sans" panose="020B0606030504020204" pitchFamily="34" charset="0"/>
                          <a:cs typeface="Open Sans" panose="020B0606030504020204" pitchFamily="34" charset="0"/>
                        </a:rPr>
                        <a:t> </a:t>
                      </a:r>
                      <a:endParaRPr lang="en-US" sz="1800" kern="100">
                        <a:solidFill>
                          <a:srgbClr val="00B0F0"/>
                        </a:solidFill>
                        <a:effectLst/>
                        <a:latin typeface="Open Sans" panose="020B0606030504020204" pitchFamily="34" charset="0"/>
                        <a:ea typeface="Open Sans" panose="020B0606030504020204" pitchFamily="34" charset="0"/>
                        <a:cs typeface="Open Sans" panose="020B0606030504020204" pitchFamily="34" charset="0"/>
                      </a:endParaRPr>
                    </a:p>
                  </a:txBody>
                  <a:tcPr marL="54809" marR="54809" marT="54000" marB="54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296751105"/>
                  </a:ext>
                </a:extLst>
              </a:tr>
              <a:tr h="640080">
                <a:tc>
                  <a:txBody>
                    <a:bodyPr/>
                    <a:lstStyle/>
                    <a:p>
                      <a:pPr marL="0" marR="0">
                        <a:spcAft>
                          <a:spcPts val="200"/>
                        </a:spcAft>
                        <a:buNone/>
                      </a:pPr>
                      <a:r>
                        <a:rPr lang="en-US" sz="1100" b="1" kern="0">
                          <a:solidFill>
                            <a:schemeClr val="tx1"/>
                          </a:solidFill>
                          <a:effectLst/>
                          <a:latin typeface="Open Sans" panose="020B0606030504020204" pitchFamily="34" charset="0"/>
                          <a:ea typeface="Open Sans" panose="020B0606030504020204" pitchFamily="34" charset="0"/>
                          <a:cs typeface="Open Sans" panose="020B0606030504020204" pitchFamily="34" charset="0"/>
                        </a:rPr>
                        <a:t>Snowflake SnowConvert AI</a:t>
                      </a:r>
                      <a:endParaRPr lang="en-US" sz="1100" kern="10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468000" marR="54809" marT="54000" marB="54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solidFill>
                      <a:srgbClr val="DEF3FF">
                        <a:alpha val="34756"/>
                      </a:srgbClr>
                    </a:solidFill>
                  </a:tcPr>
                </a:tc>
                <a:tc>
                  <a:txBody>
                    <a:bodyPr/>
                    <a:lstStyle/>
                    <a:p>
                      <a:pPr marL="0" marR="0">
                        <a:spcAft>
                          <a:spcPts val="200"/>
                        </a:spcAft>
                        <a:buNone/>
                      </a:pPr>
                      <a:r>
                        <a:rPr lang="en-US" sz="1100" kern="0">
                          <a:solidFill>
                            <a:schemeClr val="tx1"/>
                          </a:solidFill>
                          <a:effectLst/>
                          <a:latin typeface="Open Sans" panose="020B0606030504020204" pitchFamily="34" charset="0"/>
                          <a:ea typeface="Open Sans" panose="020B0606030504020204" pitchFamily="34" charset="0"/>
                          <a:cs typeface="Open Sans" panose="020B0606030504020204" pitchFamily="34" charset="0"/>
                        </a:rPr>
                        <a:t>Teradata Object Conversion Coverage and Efficiency Analysis during Migration Design and Plan and Conversion of Teradata database objects (tables, views, SQLs, BTeQs, Stored Procedures, etc.) to Snowflake objects during MVP and Re-platform</a:t>
                      </a:r>
                      <a:endParaRPr lang="en-US" sz="1100" kern="10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54809" marR="54809" marT="54000" marB="54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marL="914400" marR="0" indent="-914400" algn="ctr">
                        <a:spcAft>
                          <a:spcPts val="200"/>
                        </a:spcAft>
                        <a:buNone/>
                      </a:pPr>
                      <a:r>
                        <a:rPr lang="en-US" sz="1800" kern="0">
                          <a:solidFill>
                            <a:srgbClr val="00B0F0"/>
                          </a:solidFill>
                          <a:effectLst/>
                          <a:latin typeface="Open Sans" panose="020B0606030504020204" pitchFamily="34" charset="0"/>
                          <a:ea typeface="Open Sans" panose="020B0606030504020204" pitchFamily="34" charset="0"/>
                          <a:cs typeface="Open Sans" panose="020B0606030504020204" pitchFamily="34" charset="0"/>
                          <a:sym typeface="Wingdings" panose="05000000000000000000" pitchFamily="2" charset="2"/>
                        </a:rPr>
                        <a:t></a:t>
                      </a:r>
                      <a:endParaRPr lang="en-US" sz="1800" kern="100">
                        <a:solidFill>
                          <a:srgbClr val="00B0F0"/>
                        </a:solidFill>
                        <a:effectLst/>
                        <a:latin typeface="Open Sans" panose="020B0606030504020204" pitchFamily="34" charset="0"/>
                        <a:ea typeface="Open Sans" panose="020B0606030504020204" pitchFamily="34" charset="0"/>
                        <a:cs typeface="Open Sans" panose="020B0606030504020204" pitchFamily="34" charset="0"/>
                      </a:endParaRPr>
                    </a:p>
                  </a:txBody>
                  <a:tcPr marL="54809" marR="54809" marT="54000" marB="54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marL="914400" marR="0" indent="-914400" algn="ctr">
                        <a:spcAft>
                          <a:spcPts val="200"/>
                        </a:spcAft>
                        <a:buNone/>
                      </a:pPr>
                      <a:r>
                        <a:rPr lang="en-US" sz="1800" kern="0">
                          <a:solidFill>
                            <a:srgbClr val="00B0F0"/>
                          </a:solidFill>
                          <a:effectLst/>
                          <a:latin typeface="Open Sans" panose="020B0606030504020204" pitchFamily="34" charset="0"/>
                          <a:ea typeface="Open Sans" panose="020B0606030504020204" pitchFamily="34" charset="0"/>
                          <a:cs typeface="Open Sans" panose="020B0606030504020204" pitchFamily="34" charset="0"/>
                          <a:sym typeface="Wingdings" panose="05000000000000000000" pitchFamily="2" charset="2"/>
                        </a:rPr>
                        <a:t></a:t>
                      </a:r>
                      <a:endParaRPr lang="en-US" sz="1800" kern="100">
                        <a:solidFill>
                          <a:srgbClr val="00B0F0"/>
                        </a:solidFill>
                        <a:effectLst/>
                        <a:latin typeface="Open Sans" panose="020B0606030504020204" pitchFamily="34" charset="0"/>
                        <a:ea typeface="Open Sans" panose="020B0606030504020204" pitchFamily="34" charset="0"/>
                        <a:cs typeface="Open Sans" panose="020B0606030504020204" pitchFamily="34" charset="0"/>
                      </a:endParaRPr>
                    </a:p>
                  </a:txBody>
                  <a:tcPr marL="54809" marR="54809" marT="54000" marB="54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marL="914400" marR="0" indent="-914400" algn="ctr">
                        <a:spcAft>
                          <a:spcPts val="200"/>
                        </a:spcAft>
                        <a:buNone/>
                      </a:pPr>
                      <a:r>
                        <a:rPr lang="en-US" sz="1800" kern="0">
                          <a:solidFill>
                            <a:srgbClr val="00B0F0"/>
                          </a:solidFill>
                          <a:effectLst/>
                          <a:latin typeface="Open Sans" panose="020B0606030504020204" pitchFamily="34" charset="0"/>
                          <a:ea typeface="Open Sans" panose="020B0606030504020204" pitchFamily="34" charset="0"/>
                          <a:cs typeface="Open Sans" panose="020B0606030504020204" pitchFamily="34" charset="0"/>
                          <a:sym typeface="Wingdings" panose="05000000000000000000" pitchFamily="2" charset="2"/>
                        </a:rPr>
                        <a:t></a:t>
                      </a:r>
                      <a:endParaRPr lang="en-US" sz="1800" kern="100">
                        <a:solidFill>
                          <a:srgbClr val="00B0F0"/>
                        </a:solidFill>
                        <a:effectLst/>
                        <a:latin typeface="Open Sans" panose="020B0606030504020204" pitchFamily="34" charset="0"/>
                        <a:ea typeface="Open Sans" panose="020B0606030504020204" pitchFamily="34" charset="0"/>
                        <a:cs typeface="Open Sans" panose="020B0606030504020204" pitchFamily="34" charset="0"/>
                      </a:endParaRPr>
                    </a:p>
                  </a:txBody>
                  <a:tcPr marL="54809" marR="54809" marT="54000" marB="54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marL="914400" marR="0" indent="-914400" algn="ctr">
                        <a:spcAft>
                          <a:spcPts val="200"/>
                        </a:spcAft>
                        <a:buNone/>
                      </a:pPr>
                      <a:r>
                        <a:rPr lang="en-US" sz="1800" kern="0">
                          <a:solidFill>
                            <a:srgbClr val="00B0F0"/>
                          </a:solidFill>
                          <a:effectLst/>
                          <a:latin typeface="Open Sans" panose="020B0606030504020204" pitchFamily="34" charset="0"/>
                          <a:ea typeface="Open Sans" panose="020B0606030504020204" pitchFamily="34" charset="0"/>
                          <a:cs typeface="Open Sans" panose="020B0606030504020204" pitchFamily="34" charset="0"/>
                          <a:sym typeface="Wingdings" panose="05000000000000000000" pitchFamily="2" charset="2"/>
                        </a:rPr>
                        <a:t></a:t>
                      </a:r>
                      <a:endParaRPr lang="en-US" sz="1800" kern="100">
                        <a:solidFill>
                          <a:srgbClr val="00B0F0"/>
                        </a:solidFill>
                        <a:effectLst/>
                        <a:latin typeface="Open Sans" panose="020B0606030504020204" pitchFamily="34" charset="0"/>
                        <a:ea typeface="Open Sans" panose="020B0606030504020204" pitchFamily="34" charset="0"/>
                        <a:cs typeface="Open Sans" panose="020B0606030504020204" pitchFamily="34" charset="0"/>
                      </a:endParaRPr>
                    </a:p>
                  </a:txBody>
                  <a:tcPr marL="54809" marR="54809" marT="54000" marB="54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320635016"/>
                  </a:ext>
                </a:extLst>
              </a:tr>
              <a:tr h="411480">
                <a:tc>
                  <a:txBody>
                    <a:bodyPr/>
                    <a:lstStyle/>
                    <a:p>
                      <a:pPr marL="0" marR="0">
                        <a:spcAft>
                          <a:spcPts val="200"/>
                        </a:spcAft>
                        <a:buNone/>
                      </a:pPr>
                      <a:r>
                        <a:rPr lang="en-US" sz="1100" b="1" kern="0">
                          <a:solidFill>
                            <a:schemeClr val="tx1"/>
                          </a:solidFill>
                          <a:effectLst/>
                          <a:latin typeface="Open Sans" panose="020B0606030504020204" pitchFamily="34" charset="0"/>
                          <a:ea typeface="Open Sans" panose="020B0606030504020204" pitchFamily="34" charset="0"/>
                          <a:cs typeface="Open Sans" panose="020B0606030504020204" pitchFamily="34" charset="0"/>
                        </a:rPr>
                        <a:t>Deloitte ETL Code Converter</a:t>
                      </a:r>
                      <a:endParaRPr lang="en-US" sz="1100" kern="10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468000" marR="54809" marT="54000" marB="54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solidFill>
                      <a:srgbClr val="DEF3FF">
                        <a:alpha val="34756"/>
                      </a:srgbClr>
                    </a:solidFill>
                  </a:tcPr>
                </a:tc>
                <a:tc>
                  <a:txBody>
                    <a:bodyPr/>
                    <a:lstStyle/>
                    <a:p>
                      <a:pPr marL="0" marR="0">
                        <a:spcAft>
                          <a:spcPts val="200"/>
                        </a:spcAft>
                        <a:buNone/>
                      </a:pPr>
                      <a:r>
                        <a:rPr lang="en-US" sz="1100" kern="0">
                          <a:solidFill>
                            <a:schemeClr val="tx1"/>
                          </a:solidFill>
                          <a:effectLst/>
                          <a:latin typeface="Open Sans" panose="020B0606030504020204" pitchFamily="34" charset="0"/>
                          <a:ea typeface="Open Sans" panose="020B0606030504020204" pitchFamily="34" charset="0"/>
                          <a:cs typeface="Open Sans" panose="020B0606030504020204" pitchFamily="34" charset="0"/>
                        </a:rPr>
                        <a:t>Conversion of Informatica mappings to SnowSQL</a:t>
                      </a:r>
                      <a:endParaRPr lang="en-US" sz="1100" kern="10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54809" marR="54809" marT="54000" marB="54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marL="914400" marR="0" indent="-914400" algn="ctr">
                        <a:spcAft>
                          <a:spcPts val="200"/>
                        </a:spcAft>
                        <a:buNone/>
                      </a:pPr>
                      <a:r>
                        <a:rPr lang="en-US" sz="1800" kern="0">
                          <a:solidFill>
                            <a:srgbClr val="00B0F0"/>
                          </a:solidFill>
                          <a:effectLst/>
                          <a:latin typeface="Open Sans" panose="020B0606030504020204" pitchFamily="34" charset="0"/>
                          <a:ea typeface="Open Sans" panose="020B0606030504020204" pitchFamily="34" charset="0"/>
                          <a:cs typeface="Open Sans" panose="020B0606030504020204" pitchFamily="34" charset="0"/>
                        </a:rPr>
                        <a:t> </a:t>
                      </a:r>
                      <a:endParaRPr lang="en-US" sz="1800" kern="100">
                        <a:solidFill>
                          <a:srgbClr val="00B0F0"/>
                        </a:solidFill>
                        <a:effectLst/>
                        <a:latin typeface="Open Sans" panose="020B0606030504020204" pitchFamily="34" charset="0"/>
                        <a:ea typeface="Open Sans" panose="020B0606030504020204" pitchFamily="34" charset="0"/>
                        <a:cs typeface="Open Sans" panose="020B0606030504020204" pitchFamily="34" charset="0"/>
                      </a:endParaRPr>
                    </a:p>
                  </a:txBody>
                  <a:tcPr marL="54809" marR="54809" marT="54000" marB="54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marL="914400" marR="0" indent="-914400" algn="ctr">
                        <a:spcAft>
                          <a:spcPts val="200"/>
                        </a:spcAft>
                        <a:buNone/>
                      </a:pPr>
                      <a:r>
                        <a:rPr lang="en-US" sz="1800" kern="0">
                          <a:solidFill>
                            <a:srgbClr val="00B0F0"/>
                          </a:solidFill>
                          <a:effectLst/>
                          <a:latin typeface="Open Sans" panose="020B0606030504020204" pitchFamily="34" charset="0"/>
                          <a:ea typeface="Open Sans" panose="020B0606030504020204" pitchFamily="34" charset="0"/>
                          <a:cs typeface="Open Sans" panose="020B0606030504020204" pitchFamily="34" charset="0"/>
                          <a:sym typeface="Wingdings" panose="05000000000000000000" pitchFamily="2" charset="2"/>
                        </a:rPr>
                        <a:t></a:t>
                      </a:r>
                      <a:endParaRPr lang="en-US" sz="1800" kern="100">
                        <a:solidFill>
                          <a:srgbClr val="00B0F0"/>
                        </a:solidFill>
                        <a:effectLst/>
                        <a:latin typeface="Open Sans" panose="020B0606030504020204" pitchFamily="34" charset="0"/>
                        <a:ea typeface="Open Sans" panose="020B0606030504020204" pitchFamily="34" charset="0"/>
                        <a:cs typeface="Open Sans" panose="020B0606030504020204" pitchFamily="34" charset="0"/>
                      </a:endParaRPr>
                    </a:p>
                  </a:txBody>
                  <a:tcPr marL="54809" marR="54809" marT="54000" marB="54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marL="914400" marR="0" indent="-914400" algn="ctr">
                        <a:spcAft>
                          <a:spcPts val="200"/>
                        </a:spcAft>
                        <a:buNone/>
                      </a:pPr>
                      <a:r>
                        <a:rPr lang="en-US" sz="1800" kern="0">
                          <a:solidFill>
                            <a:srgbClr val="00B0F0"/>
                          </a:solidFill>
                          <a:effectLst/>
                          <a:latin typeface="Open Sans" panose="020B0606030504020204" pitchFamily="34" charset="0"/>
                          <a:ea typeface="Open Sans" panose="020B0606030504020204" pitchFamily="34" charset="0"/>
                          <a:cs typeface="Open Sans" panose="020B0606030504020204" pitchFamily="34" charset="0"/>
                          <a:sym typeface="Wingdings" panose="05000000000000000000" pitchFamily="2" charset="2"/>
                        </a:rPr>
                        <a:t></a:t>
                      </a:r>
                      <a:endParaRPr lang="en-US" sz="1800" kern="100">
                        <a:solidFill>
                          <a:srgbClr val="00B0F0"/>
                        </a:solidFill>
                        <a:effectLst/>
                        <a:latin typeface="Open Sans" panose="020B0606030504020204" pitchFamily="34" charset="0"/>
                        <a:ea typeface="Open Sans" panose="020B0606030504020204" pitchFamily="34" charset="0"/>
                        <a:cs typeface="Open Sans" panose="020B0606030504020204" pitchFamily="34" charset="0"/>
                      </a:endParaRPr>
                    </a:p>
                  </a:txBody>
                  <a:tcPr marL="54809" marR="54809" marT="54000" marB="54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marL="914400" marR="0" indent="-914400" algn="ctr">
                        <a:spcAft>
                          <a:spcPts val="200"/>
                        </a:spcAft>
                        <a:buNone/>
                      </a:pPr>
                      <a:endParaRPr lang="en-US" sz="1800" kern="100">
                        <a:solidFill>
                          <a:srgbClr val="00B0F0"/>
                        </a:solidFill>
                        <a:effectLst/>
                        <a:latin typeface="Open Sans" panose="020B0606030504020204" pitchFamily="34" charset="0"/>
                        <a:ea typeface="Open Sans" panose="020B0606030504020204" pitchFamily="34" charset="0"/>
                        <a:cs typeface="Open Sans" panose="020B0606030504020204" pitchFamily="34" charset="0"/>
                      </a:endParaRPr>
                    </a:p>
                  </a:txBody>
                  <a:tcPr marL="54809" marR="54809" marT="54000" marB="54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997743771"/>
                  </a:ext>
                </a:extLst>
              </a:tr>
              <a:tr h="411480">
                <a:tc>
                  <a:txBody>
                    <a:bodyPr/>
                    <a:lstStyle/>
                    <a:p>
                      <a:pPr marL="0" marR="0">
                        <a:spcAft>
                          <a:spcPts val="200"/>
                        </a:spcAft>
                        <a:buNone/>
                      </a:pPr>
                      <a:r>
                        <a:rPr lang="en-US" sz="1100" b="1" kern="0">
                          <a:solidFill>
                            <a:schemeClr val="tx1"/>
                          </a:solidFill>
                          <a:effectLst/>
                          <a:latin typeface="Open Sans" panose="020B0606030504020204" pitchFamily="34" charset="0"/>
                          <a:ea typeface="Open Sans" panose="020B0606030504020204" pitchFamily="34" charset="0"/>
                          <a:cs typeface="Open Sans" panose="020B0606030504020204" pitchFamily="34" charset="0"/>
                        </a:rPr>
                        <a:t>Deloitte DBT Code Converter v1</a:t>
                      </a:r>
                      <a:endParaRPr lang="en-US" sz="1100" kern="10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468000" marR="54809" marT="54000" marB="54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solidFill>
                      <a:srgbClr val="DEF3FF">
                        <a:alpha val="34756"/>
                      </a:srgbClr>
                    </a:solidFill>
                  </a:tcPr>
                </a:tc>
                <a:tc>
                  <a:txBody>
                    <a:bodyPr/>
                    <a:lstStyle/>
                    <a:p>
                      <a:pPr marL="0" marR="0">
                        <a:spcAft>
                          <a:spcPts val="200"/>
                        </a:spcAft>
                        <a:buNone/>
                      </a:pPr>
                      <a:r>
                        <a:rPr lang="en-US" sz="1100" kern="0">
                          <a:solidFill>
                            <a:schemeClr val="tx1"/>
                          </a:solidFill>
                          <a:effectLst/>
                          <a:latin typeface="Open Sans" panose="020B0606030504020204" pitchFamily="34" charset="0"/>
                          <a:ea typeface="Open Sans" panose="020B0606030504020204" pitchFamily="34" charset="0"/>
                          <a:cs typeface="Open Sans" panose="020B0606030504020204" pitchFamily="34" charset="0"/>
                        </a:rPr>
                        <a:t>ETL pipelines conversion to DBT (SnowSQL)</a:t>
                      </a:r>
                      <a:endParaRPr lang="en-US" sz="1100" kern="10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54809" marR="54809" marT="54000" marB="54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marL="914400" marR="0" indent="-914400" algn="ctr">
                        <a:spcAft>
                          <a:spcPts val="200"/>
                        </a:spcAft>
                        <a:buNone/>
                      </a:pPr>
                      <a:r>
                        <a:rPr lang="en-US" sz="1800" kern="0">
                          <a:solidFill>
                            <a:srgbClr val="00B0F0"/>
                          </a:solidFill>
                          <a:effectLst/>
                          <a:latin typeface="Open Sans" panose="020B0606030504020204" pitchFamily="34" charset="0"/>
                          <a:ea typeface="Open Sans" panose="020B0606030504020204" pitchFamily="34" charset="0"/>
                          <a:cs typeface="Open Sans" panose="020B0606030504020204" pitchFamily="34" charset="0"/>
                        </a:rPr>
                        <a:t> </a:t>
                      </a:r>
                      <a:endParaRPr lang="en-US" sz="1800" kern="100">
                        <a:solidFill>
                          <a:srgbClr val="00B0F0"/>
                        </a:solidFill>
                        <a:effectLst/>
                        <a:latin typeface="Open Sans" panose="020B0606030504020204" pitchFamily="34" charset="0"/>
                        <a:ea typeface="Open Sans" panose="020B0606030504020204" pitchFamily="34" charset="0"/>
                        <a:cs typeface="Open Sans" panose="020B0606030504020204" pitchFamily="34" charset="0"/>
                      </a:endParaRPr>
                    </a:p>
                  </a:txBody>
                  <a:tcPr marL="54809" marR="54809" marT="54000" marB="54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marL="914400" marR="0" indent="-914400" algn="ctr">
                        <a:spcAft>
                          <a:spcPts val="200"/>
                        </a:spcAft>
                        <a:buNone/>
                      </a:pPr>
                      <a:r>
                        <a:rPr lang="en-US" sz="1800" kern="0">
                          <a:solidFill>
                            <a:srgbClr val="00B0F0"/>
                          </a:solidFill>
                          <a:effectLst/>
                          <a:latin typeface="Open Sans" panose="020B0606030504020204" pitchFamily="34" charset="0"/>
                          <a:ea typeface="Open Sans" panose="020B0606030504020204" pitchFamily="34" charset="0"/>
                          <a:cs typeface="Open Sans" panose="020B0606030504020204" pitchFamily="34" charset="0"/>
                          <a:sym typeface="Wingdings" panose="05000000000000000000" pitchFamily="2" charset="2"/>
                        </a:rPr>
                        <a:t></a:t>
                      </a:r>
                      <a:endParaRPr lang="en-US" sz="1800" kern="100">
                        <a:solidFill>
                          <a:srgbClr val="00B0F0"/>
                        </a:solidFill>
                        <a:effectLst/>
                        <a:latin typeface="Open Sans" panose="020B0606030504020204" pitchFamily="34" charset="0"/>
                        <a:ea typeface="Open Sans" panose="020B0606030504020204" pitchFamily="34" charset="0"/>
                        <a:cs typeface="Open Sans" panose="020B0606030504020204" pitchFamily="34" charset="0"/>
                      </a:endParaRPr>
                    </a:p>
                  </a:txBody>
                  <a:tcPr marL="54809" marR="54809" marT="54000" marB="54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marL="914400" marR="0" indent="-914400" algn="ctr">
                        <a:spcAft>
                          <a:spcPts val="200"/>
                        </a:spcAft>
                        <a:buNone/>
                      </a:pPr>
                      <a:r>
                        <a:rPr lang="en-US" sz="1800" kern="0">
                          <a:solidFill>
                            <a:srgbClr val="00B0F0"/>
                          </a:solidFill>
                          <a:effectLst/>
                          <a:latin typeface="Open Sans" panose="020B0606030504020204" pitchFamily="34" charset="0"/>
                          <a:ea typeface="Open Sans" panose="020B0606030504020204" pitchFamily="34" charset="0"/>
                          <a:cs typeface="Open Sans" panose="020B0606030504020204" pitchFamily="34" charset="0"/>
                          <a:sym typeface="Wingdings" panose="05000000000000000000" pitchFamily="2" charset="2"/>
                        </a:rPr>
                        <a:t></a:t>
                      </a:r>
                      <a:endParaRPr lang="en-US" sz="1800" kern="100">
                        <a:solidFill>
                          <a:srgbClr val="00B0F0"/>
                        </a:solidFill>
                        <a:effectLst/>
                        <a:latin typeface="Open Sans" panose="020B0606030504020204" pitchFamily="34" charset="0"/>
                        <a:ea typeface="Open Sans" panose="020B0606030504020204" pitchFamily="34" charset="0"/>
                        <a:cs typeface="Open Sans" panose="020B0606030504020204" pitchFamily="34" charset="0"/>
                      </a:endParaRPr>
                    </a:p>
                  </a:txBody>
                  <a:tcPr marL="54809" marR="54809" marT="54000" marB="54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marL="914400" marR="0" indent="-914400" algn="ctr">
                        <a:spcAft>
                          <a:spcPts val="200"/>
                        </a:spcAft>
                        <a:buNone/>
                      </a:pPr>
                      <a:r>
                        <a:rPr lang="en-US" sz="1800" kern="0">
                          <a:solidFill>
                            <a:srgbClr val="00B0F0"/>
                          </a:solidFill>
                          <a:effectLst/>
                          <a:latin typeface="Open Sans" panose="020B0606030504020204" pitchFamily="34" charset="0"/>
                          <a:ea typeface="Open Sans" panose="020B0606030504020204" pitchFamily="34" charset="0"/>
                          <a:cs typeface="Open Sans" panose="020B0606030504020204" pitchFamily="34" charset="0"/>
                          <a:sym typeface="Wingdings" panose="05000000000000000000" pitchFamily="2" charset="2"/>
                        </a:rPr>
                        <a:t></a:t>
                      </a:r>
                      <a:endParaRPr lang="en-US" sz="1800" kern="100">
                        <a:solidFill>
                          <a:srgbClr val="00B0F0"/>
                        </a:solidFill>
                        <a:effectLst/>
                        <a:latin typeface="Open Sans" panose="020B0606030504020204" pitchFamily="34" charset="0"/>
                        <a:ea typeface="Open Sans" panose="020B0606030504020204" pitchFamily="34" charset="0"/>
                        <a:cs typeface="Open Sans" panose="020B0606030504020204" pitchFamily="34" charset="0"/>
                      </a:endParaRPr>
                    </a:p>
                  </a:txBody>
                  <a:tcPr marL="54809" marR="54809" marT="54000" marB="54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349141570"/>
                  </a:ext>
                </a:extLst>
              </a:tr>
              <a:tr h="411480">
                <a:tc>
                  <a:txBody>
                    <a:bodyPr/>
                    <a:lstStyle/>
                    <a:p>
                      <a:pPr marL="0" marR="0">
                        <a:spcAft>
                          <a:spcPts val="200"/>
                        </a:spcAft>
                        <a:buNone/>
                      </a:pPr>
                      <a:r>
                        <a:rPr lang="en-US" sz="1100" b="1" kern="0">
                          <a:solidFill>
                            <a:schemeClr val="tx1"/>
                          </a:solidFill>
                          <a:effectLst/>
                          <a:latin typeface="Open Sans" panose="020B0606030504020204" pitchFamily="34" charset="0"/>
                          <a:ea typeface="Open Sans" panose="020B0606030504020204" pitchFamily="34" charset="0"/>
                          <a:cs typeface="Open Sans" panose="020B0606030504020204" pitchFamily="34" charset="0"/>
                        </a:rPr>
                        <a:t>Deloitte DBT Code Converter v2</a:t>
                      </a:r>
                      <a:endParaRPr lang="en-US" sz="1100" kern="10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468000" marR="54809" marT="54000" marB="54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solidFill>
                      <a:srgbClr val="DEF3FF">
                        <a:alpha val="34756"/>
                      </a:srgbClr>
                    </a:solidFill>
                  </a:tcPr>
                </a:tc>
                <a:tc>
                  <a:txBody>
                    <a:bodyPr/>
                    <a:lstStyle/>
                    <a:p>
                      <a:pPr marL="0" marR="0">
                        <a:spcAft>
                          <a:spcPts val="200"/>
                        </a:spcAft>
                        <a:buNone/>
                      </a:pPr>
                      <a:r>
                        <a:rPr lang="en-US" sz="1100" kern="0">
                          <a:solidFill>
                            <a:schemeClr val="tx1"/>
                          </a:solidFill>
                          <a:effectLst/>
                          <a:latin typeface="Open Sans" panose="020B0606030504020204" pitchFamily="34" charset="0"/>
                          <a:ea typeface="Open Sans" panose="020B0606030504020204" pitchFamily="34" charset="0"/>
                          <a:cs typeface="Open Sans" panose="020B0606030504020204" pitchFamily="34" charset="0"/>
                        </a:rPr>
                        <a:t>ETL pipelines conversion to DBT Models</a:t>
                      </a:r>
                      <a:endParaRPr lang="en-US" sz="1100" kern="10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54809" marR="54809" marT="54000" marB="54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marL="914400" marR="0" indent="-914400" algn="ctr">
                        <a:spcAft>
                          <a:spcPts val="200"/>
                        </a:spcAft>
                        <a:buNone/>
                      </a:pPr>
                      <a:r>
                        <a:rPr lang="en-US" sz="1800" kern="0">
                          <a:solidFill>
                            <a:srgbClr val="00B0F0"/>
                          </a:solidFill>
                          <a:effectLst/>
                          <a:latin typeface="Open Sans" panose="020B0606030504020204" pitchFamily="34" charset="0"/>
                          <a:ea typeface="Open Sans" panose="020B0606030504020204" pitchFamily="34" charset="0"/>
                          <a:cs typeface="Open Sans" panose="020B0606030504020204" pitchFamily="34" charset="0"/>
                        </a:rPr>
                        <a:t> </a:t>
                      </a:r>
                      <a:endParaRPr lang="en-US" sz="1800" kern="100">
                        <a:solidFill>
                          <a:srgbClr val="00B0F0"/>
                        </a:solidFill>
                        <a:effectLst/>
                        <a:latin typeface="Open Sans" panose="020B0606030504020204" pitchFamily="34" charset="0"/>
                        <a:ea typeface="Open Sans" panose="020B0606030504020204" pitchFamily="34" charset="0"/>
                        <a:cs typeface="Open Sans" panose="020B0606030504020204" pitchFamily="34" charset="0"/>
                      </a:endParaRPr>
                    </a:p>
                  </a:txBody>
                  <a:tcPr marL="54809" marR="54809" marT="54000" marB="54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marL="914400" marR="0" indent="-914400" algn="ctr">
                        <a:spcAft>
                          <a:spcPts val="200"/>
                        </a:spcAft>
                        <a:buNone/>
                      </a:pPr>
                      <a:r>
                        <a:rPr lang="en-US" sz="1800" kern="0">
                          <a:solidFill>
                            <a:srgbClr val="00B0F0"/>
                          </a:solidFill>
                          <a:effectLst/>
                          <a:latin typeface="Open Sans" panose="020B0606030504020204" pitchFamily="34" charset="0"/>
                          <a:ea typeface="Open Sans" panose="020B0606030504020204" pitchFamily="34" charset="0"/>
                          <a:cs typeface="Open Sans" panose="020B0606030504020204" pitchFamily="34" charset="0"/>
                          <a:sym typeface="Wingdings" panose="05000000000000000000" pitchFamily="2" charset="2"/>
                        </a:rPr>
                        <a:t></a:t>
                      </a:r>
                      <a:endParaRPr lang="en-US" sz="1800" kern="100">
                        <a:solidFill>
                          <a:srgbClr val="00B0F0"/>
                        </a:solidFill>
                        <a:effectLst/>
                        <a:latin typeface="Open Sans" panose="020B0606030504020204" pitchFamily="34" charset="0"/>
                        <a:ea typeface="Open Sans" panose="020B0606030504020204" pitchFamily="34" charset="0"/>
                        <a:cs typeface="Open Sans" panose="020B0606030504020204" pitchFamily="34" charset="0"/>
                      </a:endParaRPr>
                    </a:p>
                  </a:txBody>
                  <a:tcPr marL="54809" marR="54809" marT="54000" marB="54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marL="914400" marR="0" indent="-914400" algn="ctr">
                        <a:spcAft>
                          <a:spcPts val="200"/>
                        </a:spcAft>
                        <a:buNone/>
                      </a:pPr>
                      <a:r>
                        <a:rPr lang="en-US" sz="1800" kern="0">
                          <a:solidFill>
                            <a:srgbClr val="00B0F0"/>
                          </a:solidFill>
                          <a:effectLst/>
                          <a:latin typeface="Open Sans" panose="020B0606030504020204" pitchFamily="34" charset="0"/>
                          <a:ea typeface="Open Sans" panose="020B0606030504020204" pitchFamily="34" charset="0"/>
                          <a:cs typeface="Open Sans" panose="020B0606030504020204" pitchFamily="34" charset="0"/>
                          <a:sym typeface="Wingdings" panose="05000000000000000000" pitchFamily="2" charset="2"/>
                        </a:rPr>
                        <a:t></a:t>
                      </a:r>
                      <a:endParaRPr lang="en-US" sz="1800" kern="100">
                        <a:solidFill>
                          <a:srgbClr val="00B0F0"/>
                        </a:solidFill>
                        <a:effectLst/>
                        <a:latin typeface="Open Sans" panose="020B0606030504020204" pitchFamily="34" charset="0"/>
                        <a:ea typeface="Open Sans" panose="020B0606030504020204" pitchFamily="34" charset="0"/>
                        <a:cs typeface="Open Sans" panose="020B0606030504020204" pitchFamily="34" charset="0"/>
                      </a:endParaRPr>
                    </a:p>
                  </a:txBody>
                  <a:tcPr marL="54809" marR="54809" marT="54000" marB="54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marL="914400" marR="0" indent="-914400" algn="ctr">
                        <a:spcAft>
                          <a:spcPts val="200"/>
                        </a:spcAft>
                        <a:buNone/>
                      </a:pPr>
                      <a:r>
                        <a:rPr lang="en-US" sz="1800" kern="0">
                          <a:solidFill>
                            <a:srgbClr val="00B0F0"/>
                          </a:solidFill>
                          <a:effectLst/>
                          <a:latin typeface="Open Sans" panose="020B0606030504020204" pitchFamily="34" charset="0"/>
                          <a:ea typeface="Open Sans" panose="020B0606030504020204" pitchFamily="34" charset="0"/>
                          <a:cs typeface="Open Sans" panose="020B0606030504020204" pitchFamily="34" charset="0"/>
                          <a:sym typeface="Wingdings" panose="05000000000000000000" pitchFamily="2" charset="2"/>
                        </a:rPr>
                        <a:t></a:t>
                      </a:r>
                      <a:endParaRPr lang="en-US" sz="1800" kern="100">
                        <a:solidFill>
                          <a:srgbClr val="00B0F0"/>
                        </a:solidFill>
                        <a:effectLst/>
                        <a:latin typeface="Open Sans" panose="020B0606030504020204" pitchFamily="34" charset="0"/>
                        <a:ea typeface="Open Sans" panose="020B0606030504020204" pitchFamily="34" charset="0"/>
                        <a:cs typeface="Open Sans" panose="020B0606030504020204" pitchFamily="34" charset="0"/>
                      </a:endParaRPr>
                    </a:p>
                  </a:txBody>
                  <a:tcPr marL="54809" marR="54809" marT="54000" marB="54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873579170"/>
                  </a:ext>
                </a:extLst>
              </a:tr>
              <a:tr h="411480">
                <a:tc>
                  <a:txBody>
                    <a:bodyPr/>
                    <a:lstStyle/>
                    <a:p>
                      <a:pPr marL="0" marR="0">
                        <a:spcAft>
                          <a:spcPts val="200"/>
                        </a:spcAft>
                        <a:buNone/>
                      </a:pPr>
                      <a:r>
                        <a:rPr lang="en-US" sz="1100" b="1" kern="0">
                          <a:solidFill>
                            <a:schemeClr val="tx1"/>
                          </a:solidFill>
                          <a:effectLst/>
                          <a:latin typeface="Open Sans" panose="020B0606030504020204" pitchFamily="34" charset="0"/>
                          <a:ea typeface="Open Sans" panose="020B0606030504020204" pitchFamily="34" charset="0"/>
                          <a:cs typeface="Open Sans" panose="020B0606030504020204" pitchFamily="34" charset="0"/>
                        </a:rPr>
                        <a:t>Deloitte Orchestration Agent</a:t>
                      </a:r>
                      <a:endParaRPr lang="en-US" sz="1100" kern="10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468000" marR="54809" marT="54000" marB="54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solidFill>
                      <a:srgbClr val="DEF3FF">
                        <a:alpha val="34756"/>
                      </a:srgbClr>
                    </a:solidFill>
                  </a:tcPr>
                </a:tc>
                <a:tc>
                  <a:txBody>
                    <a:bodyPr/>
                    <a:lstStyle/>
                    <a:p>
                      <a:pPr marL="0" marR="0">
                        <a:spcAft>
                          <a:spcPts val="200"/>
                        </a:spcAft>
                        <a:buNone/>
                      </a:pPr>
                      <a:r>
                        <a:rPr lang="en-US" sz="1100" kern="0">
                          <a:solidFill>
                            <a:schemeClr val="tx1"/>
                          </a:solidFill>
                          <a:effectLst/>
                          <a:latin typeface="Open Sans" panose="020B0606030504020204" pitchFamily="34" charset="0"/>
                          <a:ea typeface="Open Sans" panose="020B0606030504020204" pitchFamily="34" charset="0"/>
                          <a:cs typeface="Open Sans" panose="020B0606030504020204" pitchFamily="34" charset="0"/>
                        </a:rPr>
                        <a:t>Agent to orchestrate ETL Code Conversion</a:t>
                      </a:r>
                      <a:endParaRPr lang="en-US" sz="1100" kern="10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54809" marR="54809" marT="54000" marB="54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marL="914400" marR="0" indent="-914400" algn="ctr">
                        <a:spcAft>
                          <a:spcPts val="200"/>
                        </a:spcAft>
                        <a:buNone/>
                      </a:pPr>
                      <a:r>
                        <a:rPr lang="en-US" sz="1800" kern="0">
                          <a:solidFill>
                            <a:srgbClr val="00B0F0"/>
                          </a:solidFill>
                          <a:effectLst/>
                          <a:latin typeface="Open Sans" panose="020B0606030504020204" pitchFamily="34" charset="0"/>
                          <a:ea typeface="Open Sans" panose="020B0606030504020204" pitchFamily="34" charset="0"/>
                          <a:cs typeface="Open Sans" panose="020B0606030504020204" pitchFamily="34" charset="0"/>
                        </a:rPr>
                        <a:t> </a:t>
                      </a:r>
                      <a:endParaRPr lang="en-US" sz="1800" kern="100">
                        <a:solidFill>
                          <a:srgbClr val="00B0F0"/>
                        </a:solidFill>
                        <a:effectLst/>
                        <a:latin typeface="Open Sans" panose="020B0606030504020204" pitchFamily="34" charset="0"/>
                        <a:ea typeface="Open Sans" panose="020B0606030504020204" pitchFamily="34" charset="0"/>
                        <a:cs typeface="Open Sans" panose="020B0606030504020204" pitchFamily="34" charset="0"/>
                      </a:endParaRPr>
                    </a:p>
                  </a:txBody>
                  <a:tcPr marL="54809" marR="54809" marT="54000" marB="54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marL="914400" marR="0" indent="-914400" algn="ctr">
                        <a:spcAft>
                          <a:spcPts val="200"/>
                        </a:spcAft>
                        <a:buNone/>
                      </a:pPr>
                      <a:r>
                        <a:rPr lang="en-US" sz="1800" kern="0">
                          <a:solidFill>
                            <a:srgbClr val="00B0F0"/>
                          </a:solidFill>
                          <a:effectLst/>
                          <a:latin typeface="Open Sans" panose="020B0606030504020204" pitchFamily="34" charset="0"/>
                          <a:ea typeface="Open Sans" panose="020B0606030504020204" pitchFamily="34" charset="0"/>
                          <a:cs typeface="Open Sans" panose="020B0606030504020204" pitchFamily="34" charset="0"/>
                          <a:sym typeface="Wingdings" panose="05000000000000000000" pitchFamily="2" charset="2"/>
                        </a:rPr>
                        <a:t></a:t>
                      </a:r>
                      <a:endParaRPr lang="en-US" sz="1800" kern="100">
                        <a:solidFill>
                          <a:srgbClr val="00B0F0"/>
                        </a:solidFill>
                        <a:effectLst/>
                        <a:latin typeface="Open Sans" panose="020B0606030504020204" pitchFamily="34" charset="0"/>
                        <a:ea typeface="Open Sans" panose="020B0606030504020204" pitchFamily="34" charset="0"/>
                        <a:cs typeface="Open Sans" panose="020B0606030504020204" pitchFamily="34" charset="0"/>
                      </a:endParaRPr>
                    </a:p>
                  </a:txBody>
                  <a:tcPr marL="54809" marR="54809" marT="54000" marB="54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marL="914400" marR="0" indent="-914400" algn="ctr">
                        <a:spcAft>
                          <a:spcPts val="200"/>
                        </a:spcAft>
                        <a:buNone/>
                      </a:pPr>
                      <a:r>
                        <a:rPr lang="en-US" sz="1800" kern="0">
                          <a:solidFill>
                            <a:srgbClr val="00B0F0"/>
                          </a:solidFill>
                          <a:effectLst/>
                          <a:latin typeface="Open Sans" panose="020B0606030504020204" pitchFamily="34" charset="0"/>
                          <a:ea typeface="Open Sans" panose="020B0606030504020204" pitchFamily="34" charset="0"/>
                          <a:cs typeface="Open Sans" panose="020B0606030504020204" pitchFamily="34" charset="0"/>
                          <a:sym typeface="Wingdings" panose="05000000000000000000" pitchFamily="2" charset="2"/>
                        </a:rPr>
                        <a:t></a:t>
                      </a:r>
                      <a:endParaRPr lang="en-US" sz="1800" kern="100">
                        <a:solidFill>
                          <a:srgbClr val="00B0F0"/>
                        </a:solidFill>
                        <a:effectLst/>
                        <a:latin typeface="Open Sans" panose="020B0606030504020204" pitchFamily="34" charset="0"/>
                        <a:ea typeface="Open Sans" panose="020B0606030504020204" pitchFamily="34" charset="0"/>
                        <a:cs typeface="Open Sans" panose="020B0606030504020204" pitchFamily="34" charset="0"/>
                      </a:endParaRPr>
                    </a:p>
                  </a:txBody>
                  <a:tcPr marL="54809" marR="54809" marT="54000" marB="54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marL="914400" marR="0" indent="-914400" algn="ctr">
                        <a:spcAft>
                          <a:spcPts val="200"/>
                        </a:spcAft>
                        <a:buNone/>
                      </a:pPr>
                      <a:r>
                        <a:rPr lang="en-US" sz="1800" kern="0">
                          <a:solidFill>
                            <a:srgbClr val="00B0F0"/>
                          </a:solidFill>
                          <a:effectLst/>
                          <a:latin typeface="Open Sans" panose="020B0606030504020204" pitchFamily="34" charset="0"/>
                          <a:ea typeface="Open Sans" panose="020B0606030504020204" pitchFamily="34" charset="0"/>
                          <a:cs typeface="Open Sans" panose="020B0606030504020204" pitchFamily="34" charset="0"/>
                          <a:sym typeface="Wingdings" panose="05000000000000000000" pitchFamily="2" charset="2"/>
                        </a:rPr>
                        <a:t></a:t>
                      </a:r>
                      <a:endParaRPr lang="en-US" sz="1800" kern="100">
                        <a:solidFill>
                          <a:srgbClr val="00B0F0"/>
                        </a:solidFill>
                        <a:effectLst/>
                        <a:latin typeface="Open Sans" panose="020B0606030504020204" pitchFamily="34" charset="0"/>
                        <a:ea typeface="Open Sans" panose="020B0606030504020204" pitchFamily="34" charset="0"/>
                        <a:cs typeface="Open Sans" panose="020B0606030504020204" pitchFamily="34" charset="0"/>
                      </a:endParaRPr>
                    </a:p>
                  </a:txBody>
                  <a:tcPr marL="54809" marR="54809" marT="54000" marB="54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754053998"/>
                  </a:ext>
                </a:extLst>
              </a:tr>
              <a:tr h="411480">
                <a:tc>
                  <a:txBody>
                    <a:bodyPr/>
                    <a:lstStyle/>
                    <a:p>
                      <a:pPr marL="0" marR="0">
                        <a:spcAft>
                          <a:spcPts val="200"/>
                        </a:spcAft>
                        <a:buNone/>
                      </a:pPr>
                      <a:r>
                        <a:rPr lang="en-US" sz="1100" b="1" kern="0">
                          <a:solidFill>
                            <a:schemeClr val="tx1"/>
                          </a:solidFill>
                          <a:effectLst/>
                          <a:latin typeface="Open Sans" panose="020B0606030504020204" pitchFamily="34" charset="0"/>
                          <a:ea typeface="Open Sans" panose="020B0606030504020204" pitchFamily="34" charset="0"/>
                          <a:cs typeface="Open Sans" panose="020B0606030504020204" pitchFamily="34" charset="0"/>
                        </a:rPr>
                        <a:t>Cisco CCI</a:t>
                      </a:r>
                      <a:endParaRPr lang="en-US" sz="1100" kern="10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468000" marR="54809" marT="54000" marB="54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solidFill>
                      <a:srgbClr val="DEF3FF">
                        <a:alpha val="34756"/>
                      </a:srgbClr>
                    </a:solidFill>
                  </a:tcPr>
                </a:tc>
                <a:tc>
                  <a:txBody>
                    <a:bodyPr/>
                    <a:lstStyle/>
                    <a:p>
                      <a:pPr marL="0" marR="0">
                        <a:spcAft>
                          <a:spcPts val="200"/>
                        </a:spcAft>
                        <a:buNone/>
                      </a:pPr>
                      <a:r>
                        <a:rPr lang="en-US" sz="1100" kern="0">
                          <a:solidFill>
                            <a:schemeClr val="tx1"/>
                          </a:solidFill>
                          <a:effectLst/>
                          <a:latin typeface="Open Sans" panose="020B0606030504020204" pitchFamily="34" charset="0"/>
                          <a:ea typeface="Open Sans" panose="020B0606030504020204" pitchFamily="34" charset="0"/>
                          <a:cs typeface="Open Sans" panose="020B0606030504020204" pitchFamily="34" charset="0"/>
                        </a:rPr>
                        <a:t>Data migration from Teradata to Snowflake</a:t>
                      </a:r>
                      <a:endParaRPr lang="en-US" sz="1100" kern="10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54809" marR="54809" marT="54000" marB="54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marL="914400" marR="0" indent="-914400" algn="ctr">
                        <a:spcAft>
                          <a:spcPts val="200"/>
                        </a:spcAft>
                        <a:buNone/>
                      </a:pPr>
                      <a:r>
                        <a:rPr lang="en-US" sz="1800" kern="0">
                          <a:solidFill>
                            <a:srgbClr val="00B0F0"/>
                          </a:solidFill>
                          <a:effectLst/>
                          <a:latin typeface="Open Sans" panose="020B0606030504020204" pitchFamily="34" charset="0"/>
                          <a:ea typeface="Open Sans" panose="020B0606030504020204" pitchFamily="34" charset="0"/>
                          <a:cs typeface="Open Sans" panose="020B0606030504020204" pitchFamily="34" charset="0"/>
                        </a:rPr>
                        <a:t> </a:t>
                      </a:r>
                      <a:endParaRPr lang="en-US" sz="1800" kern="100">
                        <a:solidFill>
                          <a:srgbClr val="00B0F0"/>
                        </a:solidFill>
                        <a:effectLst/>
                        <a:latin typeface="Open Sans" panose="020B0606030504020204" pitchFamily="34" charset="0"/>
                        <a:ea typeface="Open Sans" panose="020B0606030504020204" pitchFamily="34" charset="0"/>
                        <a:cs typeface="Open Sans" panose="020B0606030504020204" pitchFamily="34" charset="0"/>
                      </a:endParaRPr>
                    </a:p>
                  </a:txBody>
                  <a:tcPr marL="54809" marR="54809" marT="54000" marB="54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marL="914400" marR="0" indent="-914400" algn="ctr">
                        <a:spcAft>
                          <a:spcPts val="200"/>
                        </a:spcAft>
                        <a:buNone/>
                      </a:pPr>
                      <a:r>
                        <a:rPr lang="en-US" sz="1800" kern="0">
                          <a:solidFill>
                            <a:srgbClr val="00B0F0"/>
                          </a:solidFill>
                          <a:effectLst/>
                          <a:latin typeface="Open Sans" panose="020B0606030504020204" pitchFamily="34" charset="0"/>
                          <a:ea typeface="Open Sans" panose="020B0606030504020204" pitchFamily="34" charset="0"/>
                          <a:cs typeface="Open Sans" panose="020B0606030504020204" pitchFamily="34" charset="0"/>
                          <a:sym typeface="Wingdings" panose="05000000000000000000" pitchFamily="2" charset="2"/>
                        </a:rPr>
                        <a:t></a:t>
                      </a:r>
                      <a:endParaRPr lang="en-US" sz="1800" kern="100">
                        <a:solidFill>
                          <a:srgbClr val="00B0F0"/>
                        </a:solidFill>
                        <a:effectLst/>
                        <a:latin typeface="Open Sans" panose="020B0606030504020204" pitchFamily="34" charset="0"/>
                        <a:ea typeface="Open Sans" panose="020B0606030504020204" pitchFamily="34" charset="0"/>
                        <a:cs typeface="Open Sans" panose="020B0606030504020204" pitchFamily="34" charset="0"/>
                      </a:endParaRPr>
                    </a:p>
                  </a:txBody>
                  <a:tcPr marL="54809" marR="54809" marT="54000" marB="54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marL="914400" marR="0" indent="-914400" algn="ctr">
                        <a:spcAft>
                          <a:spcPts val="200"/>
                        </a:spcAft>
                        <a:buNone/>
                      </a:pPr>
                      <a:r>
                        <a:rPr lang="en-US" sz="1800" kern="0">
                          <a:solidFill>
                            <a:srgbClr val="00B0F0"/>
                          </a:solidFill>
                          <a:effectLst/>
                          <a:latin typeface="Open Sans" panose="020B0606030504020204" pitchFamily="34" charset="0"/>
                          <a:ea typeface="Open Sans" panose="020B0606030504020204" pitchFamily="34" charset="0"/>
                          <a:cs typeface="Open Sans" panose="020B0606030504020204" pitchFamily="34" charset="0"/>
                          <a:sym typeface="Wingdings" panose="05000000000000000000" pitchFamily="2" charset="2"/>
                        </a:rPr>
                        <a:t></a:t>
                      </a:r>
                      <a:endParaRPr lang="en-US" sz="1800" kern="100">
                        <a:solidFill>
                          <a:srgbClr val="00B0F0"/>
                        </a:solidFill>
                        <a:effectLst/>
                        <a:latin typeface="Open Sans" panose="020B0606030504020204" pitchFamily="34" charset="0"/>
                        <a:ea typeface="Open Sans" panose="020B0606030504020204" pitchFamily="34" charset="0"/>
                        <a:cs typeface="Open Sans" panose="020B0606030504020204" pitchFamily="34" charset="0"/>
                      </a:endParaRPr>
                    </a:p>
                  </a:txBody>
                  <a:tcPr marL="54809" marR="54809" marT="54000" marB="54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marL="914400" marR="0" indent="-914400" algn="ctr">
                        <a:spcAft>
                          <a:spcPts val="200"/>
                        </a:spcAft>
                        <a:buNone/>
                      </a:pPr>
                      <a:r>
                        <a:rPr lang="en-US" sz="1800" kern="0">
                          <a:solidFill>
                            <a:srgbClr val="00B0F0"/>
                          </a:solidFill>
                          <a:effectLst/>
                          <a:latin typeface="Open Sans" panose="020B0606030504020204" pitchFamily="34" charset="0"/>
                          <a:ea typeface="Open Sans" panose="020B0606030504020204" pitchFamily="34" charset="0"/>
                          <a:cs typeface="Open Sans" panose="020B0606030504020204" pitchFamily="34" charset="0"/>
                          <a:sym typeface="Wingdings" panose="05000000000000000000" pitchFamily="2" charset="2"/>
                        </a:rPr>
                        <a:t></a:t>
                      </a:r>
                      <a:endParaRPr lang="en-US" sz="1800" kern="100">
                        <a:solidFill>
                          <a:srgbClr val="00B0F0"/>
                        </a:solidFill>
                        <a:effectLst/>
                        <a:latin typeface="Open Sans" panose="020B0606030504020204" pitchFamily="34" charset="0"/>
                        <a:ea typeface="Open Sans" panose="020B0606030504020204" pitchFamily="34" charset="0"/>
                        <a:cs typeface="Open Sans" panose="020B0606030504020204" pitchFamily="34" charset="0"/>
                      </a:endParaRPr>
                    </a:p>
                  </a:txBody>
                  <a:tcPr marL="54809" marR="54809" marT="54000" marB="54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919705032"/>
                  </a:ext>
                </a:extLst>
              </a:tr>
              <a:tr h="411480">
                <a:tc>
                  <a:txBody>
                    <a:bodyPr/>
                    <a:lstStyle/>
                    <a:p>
                      <a:pPr marL="0" marR="0">
                        <a:spcAft>
                          <a:spcPts val="200"/>
                        </a:spcAft>
                        <a:buNone/>
                      </a:pPr>
                      <a:r>
                        <a:rPr lang="en-US" sz="1100" b="1" kern="0">
                          <a:solidFill>
                            <a:schemeClr val="tx1"/>
                          </a:solidFill>
                          <a:effectLst/>
                          <a:latin typeface="Open Sans" panose="020B0606030504020204" pitchFamily="34" charset="0"/>
                          <a:ea typeface="Open Sans" panose="020B0606030504020204" pitchFamily="34" charset="0"/>
                          <a:cs typeface="Open Sans" panose="020B0606030504020204" pitchFamily="34" charset="0"/>
                        </a:rPr>
                        <a:t>Deloitte ETL Code Tester</a:t>
                      </a:r>
                      <a:endParaRPr lang="en-US" sz="1100" kern="10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468000" marR="54809" marT="54000" marB="54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solidFill>
                      <a:srgbClr val="DEF3FF">
                        <a:alpha val="34756"/>
                      </a:srgbClr>
                    </a:solidFill>
                  </a:tcPr>
                </a:tc>
                <a:tc>
                  <a:txBody>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lang="en-US" sz="1100" kern="0">
                          <a:solidFill>
                            <a:schemeClr val="tx1"/>
                          </a:solidFill>
                          <a:latin typeface="Open Sans" panose="020B0606030504020204" pitchFamily="34" charset="0"/>
                          <a:ea typeface="Open Sans" panose="020B0606030504020204" pitchFamily="34" charset="0"/>
                          <a:cs typeface="Open Sans" panose="020B0606030504020204" pitchFamily="34" charset="0"/>
                        </a:rPr>
                        <a:t>Data testing tool for data parity testing, </a:t>
                      </a:r>
                      <a:r>
                        <a:rPr lang="en-US" sz="1100" kern="0">
                          <a:solidFill>
                            <a:schemeClr val="tx1"/>
                          </a:solidFill>
                          <a:effectLst/>
                          <a:latin typeface="Open Sans" panose="020B0606030504020204" pitchFamily="34" charset="0"/>
                          <a:ea typeface="Open Sans" panose="020B0606030504020204" pitchFamily="34" charset="0"/>
                          <a:cs typeface="Open Sans" panose="020B0606030504020204" pitchFamily="34" charset="0"/>
                        </a:rPr>
                        <a:t>data reconciliation and validation</a:t>
                      </a:r>
                      <a:endParaRPr lang="en-US" sz="1100" kern="10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54809" marR="54809" marT="54000" marB="54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marL="914400" marR="0" indent="-914400" algn="ctr">
                        <a:spcAft>
                          <a:spcPts val="200"/>
                        </a:spcAft>
                        <a:buNone/>
                      </a:pPr>
                      <a:r>
                        <a:rPr lang="en-US" sz="1800" kern="0">
                          <a:solidFill>
                            <a:srgbClr val="00B0F0"/>
                          </a:solidFill>
                          <a:effectLst/>
                          <a:latin typeface="Open Sans" panose="020B0606030504020204" pitchFamily="34" charset="0"/>
                          <a:ea typeface="Open Sans" panose="020B0606030504020204" pitchFamily="34" charset="0"/>
                          <a:cs typeface="Open Sans" panose="020B0606030504020204" pitchFamily="34" charset="0"/>
                        </a:rPr>
                        <a:t> </a:t>
                      </a:r>
                      <a:endParaRPr lang="en-US" sz="1800" kern="100">
                        <a:solidFill>
                          <a:srgbClr val="00B0F0"/>
                        </a:solidFill>
                        <a:effectLst/>
                        <a:latin typeface="Open Sans" panose="020B0606030504020204" pitchFamily="34" charset="0"/>
                        <a:ea typeface="Open Sans" panose="020B0606030504020204" pitchFamily="34" charset="0"/>
                        <a:cs typeface="Open Sans" panose="020B0606030504020204" pitchFamily="34" charset="0"/>
                      </a:endParaRPr>
                    </a:p>
                  </a:txBody>
                  <a:tcPr marL="54809" marR="54809" marT="54000" marB="54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marL="914400" marR="0" indent="-914400" algn="ctr">
                        <a:spcAft>
                          <a:spcPts val="200"/>
                        </a:spcAft>
                        <a:buNone/>
                      </a:pPr>
                      <a:r>
                        <a:rPr lang="en-US" sz="1800" kern="0">
                          <a:solidFill>
                            <a:srgbClr val="00B0F0"/>
                          </a:solidFill>
                          <a:effectLst/>
                          <a:latin typeface="Open Sans" panose="020B0606030504020204" pitchFamily="34" charset="0"/>
                          <a:ea typeface="Open Sans" panose="020B0606030504020204" pitchFamily="34" charset="0"/>
                          <a:cs typeface="Open Sans" panose="020B0606030504020204" pitchFamily="34" charset="0"/>
                        </a:rPr>
                        <a:t> </a:t>
                      </a:r>
                      <a:endParaRPr lang="en-US" sz="1800" kern="100">
                        <a:solidFill>
                          <a:srgbClr val="00B0F0"/>
                        </a:solidFill>
                        <a:effectLst/>
                        <a:latin typeface="Open Sans" panose="020B0606030504020204" pitchFamily="34" charset="0"/>
                        <a:ea typeface="Open Sans" panose="020B0606030504020204" pitchFamily="34" charset="0"/>
                        <a:cs typeface="Open Sans" panose="020B0606030504020204" pitchFamily="34" charset="0"/>
                      </a:endParaRPr>
                    </a:p>
                  </a:txBody>
                  <a:tcPr marL="54809" marR="54809" marT="54000" marB="54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marL="914400" marR="0" indent="-914400" algn="ctr">
                        <a:spcAft>
                          <a:spcPts val="200"/>
                        </a:spcAft>
                        <a:buNone/>
                      </a:pPr>
                      <a:r>
                        <a:rPr lang="en-US" sz="1800" kern="0">
                          <a:solidFill>
                            <a:srgbClr val="00B0F0"/>
                          </a:solidFill>
                          <a:effectLst/>
                          <a:latin typeface="Open Sans" panose="020B0606030504020204" pitchFamily="34" charset="0"/>
                          <a:ea typeface="Open Sans" panose="020B0606030504020204" pitchFamily="34" charset="0"/>
                          <a:cs typeface="Open Sans" panose="020B0606030504020204" pitchFamily="34" charset="0"/>
                          <a:sym typeface="Wingdings" panose="05000000000000000000" pitchFamily="2" charset="2"/>
                        </a:rPr>
                        <a:t></a:t>
                      </a:r>
                      <a:endParaRPr lang="en-US" sz="1800" kern="100">
                        <a:solidFill>
                          <a:srgbClr val="00B0F0"/>
                        </a:solidFill>
                        <a:effectLst/>
                        <a:latin typeface="Open Sans" panose="020B0606030504020204" pitchFamily="34" charset="0"/>
                        <a:ea typeface="Open Sans" panose="020B0606030504020204" pitchFamily="34" charset="0"/>
                        <a:cs typeface="Open Sans" panose="020B0606030504020204" pitchFamily="34" charset="0"/>
                      </a:endParaRPr>
                    </a:p>
                  </a:txBody>
                  <a:tcPr marL="54809" marR="54809" marT="54000" marB="54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marL="914400" marR="0" indent="-914400" algn="ctr">
                        <a:spcAft>
                          <a:spcPts val="200"/>
                        </a:spcAft>
                        <a:buNone/>
                      </a:pPr>
                      <a:r>
                        <a:rPr lang="en-US" sz="1800" kern="0">
                          <a:solidFill>
                            <a:srgbClr val="00B0F0"/>
                          </a:solidFill>
                          <a:effectLst/>
                          <a:latin typeface="Open Sans" panose="020B0606030504020204" pitchFamily="34" charset="0"/>
                          <a:ea typeface="Open Sans" panose="020B0606030504020204" pitchFamily="34" charset="0"/>
                          <a:cs typeface="Open Sans" panose="020B0606030504020204" pitchFamily="34" charset="0"/>
                          <a:sym typeface="Wingdings" panose="05000000000000000000" pitchFamily="2" charset="2"/>
                        </a:rPr>
                        <a:t></a:t>
                      </a:r>
                      <a:endParaRPr lang="en-US" sz="1800" kern="100">
                        <a:solidFill>
                          <a:srgbClr val="00B0F0"/>
                        </a:solidFill>
                        <a:effectLst/>
                        <a:latin typeface="Open Sans" panose="020B0606030504020204" pitchFamily="34" charset="0"/>
                        <a:ea typeface="Open Sans" panose="020B0606030504020204" pitchFamily="34" charset="0"/>
                        <a:cs typeface="Open Sans" panose="020B0606030504020204" pitchFamily="34" charset="0"/>
                      </a:endParaRPr>
                    </a:p>
                  </a:txBody>
                  <a:tcPr marL="54809" marR="54809" marT="54000" marB="54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81292019"/>
                  </a:ext>
                </a:extLst>
              </a:tr>
              <a:tr h="411480">
                <a:tc>
                  <a:txBody>
                    <a:bodyPr/>
                    <a:lstStyle/>
                    <a:p>
                      <a:pPr marL="0" marR="0">
                        <a:spcAft>
                          <a:spcPts val="200"/>
                        </a:spcAft>
                        <a:buNone/>
                      </a:pPr>
                      <a:r>
                        <a:rPr lang="en-US" sz="1100" b="1" kern="0">
                          <a:solidFill>
                            <a:schemeClr val="tx1"/>
                          </a:solidFill>
                          <a:effectLst/>
                          <a:latin typeface="Open Sans" panose="020B0606030504020204" pitchFamily="34" charset="0"/>
                          <a:ea typeface="Open Sans" panose="020B0606030504020204" pitchFamily="34" charset="0"/>
                          <a:cs typeface="Open Sans" panose="020B0606030504020204" pitchFamily="34" charset="0"/>
                        </a:rPr>
                        <a:t>Deloitte DRECT</a:t>
                      </a:r>
                      <a:endParaRPr lang="en-US" sz="1100" kern="10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468000" marR="54809" marT="54000" marB="54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solidFill>
                      <a:srgbClr val="DEF3FF">
                        <a:alpha val="34756"/>
                      </a:srgbClr>
                    </a:solidFill>
                  </a:tcPr>
                </a:tc>
                <a:tc>
                  <a:txBody>
                    <a:bodyPr/>
                    <a:lstStyle/>
                    <a:p>
                      <a:pPr marL="0" marR="0">
                        <a:spcAft>
                          <a:spcPts val="200"/>
                        </a:spcAft>
                        <a:buNone/>
                      </a:pPr>
                      <a:r>
                        <a:rPr lang="en-US" sz="1100" kern="0">
                          <a:solidFill>
                            <a:schemeClr val="tx1"/>
                          </a:solidFill>
                          <a:effectLst/>
                          <a:latin typeface="Open Sans" panose="020B0606030504020204" pitchFamily="34" charset="0"/>
                          <a:ea typeface="Open Sans" panose="020B0606030504020204" pitchFamily="34" charset="0"/>
                          <a:cs typeface="Open Sans" panose="020B0606030504020204" pitchFamily="34" charset="0"/>
                        </a:rPr>
                        <a:t>Report Reconciliation, Validation &amp; Testing</a:t>
                      </a:r>
                      <a:endParaRPr lang="en-US" sz="1100" kern="10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54809" marR="54809" marT="54000" marB="54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marL="914400" marR="0" indent="-914400" algn="ctr">
                        <a:spcAft>
                          <a:spcPts val="200"/>
                        </a:spcAft>
                        <a:buNone/>
                      </a:pPr>
                      <a:r>
                        <a:rPr lang="en-US" sz="1800" kern="0">
                          <a:solidFill>
                            <a:srgbClr val="00B0F0"/>
                          </a:solidFill>
                          <a:effectLst/>
                          <a:latin typeface="Open Sans" panose="020B0606030504020204" pitchFamily="34" charset="0"/>
                          <a:ea typeface="Open Sans" panose="020B0606030504020204" pitchFamily="34" charset="0"/>
                          <a:cs typeface="Open Sans" panose="020B0606030504020204" pitchFamily="34" charset="0"/>
                        </a:rPr>
                        <a:t> </a:t>
                      </a:r>
                      <a:endParaRPr lang="en-US" sz="1800" kern="100">
                        <a:solidFill>
                          <a:srgbClr val="00B0F0"/>
                        </a:solidFill>
                        <a:effectLst/>
                        <a:latin typeface="Open Sans" panose="020B0606030504020204" pitchFamily="34" charset="0"/>
                        <a:ea typeface="Open Sans" panose="020B0606030504020204" pitchFamily="34" charset="0"/>
                        <a:cs typeface="Open Sans" panose="020B0606030504020204" pitchFamily="34" charset="0"/>
                      </a:endParaRPr>
                    </a:p>
                  </a:txBody>
                  <a:tcPr marL="54809" marR="54809" marT="54000" marB="54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marL="914400" marR="0" indent="-914400" algn="ctr">
                        <a:spcAft>
                          <a:spcPts val="200"/>
                        </a:spcAft>
                        <a:buNone/>
                      </a:pPr>
                      <a:r>
                        <a:rPr lang="en-US" sz="1800" kern="0">
                          <a:solidFill>
                            <a:srgbClr val="00B0F0"/>
                          </a:solidFill>
                          <a:effectLst/>
                          <a:latin typeface="Open Sans" panose="020B0606030504020204" pitchFamily="34" charset="0"/>
                          <a:ea typeface="Open Sans" panose="020B0606030504020204" pitchFamily="34" charset="0"/>
                          <a:cs typeface="Open Sans" panose="020B0606030504020204" pitchFamily="34" charset="0"/>
                        </a:rPr>
                        <a:t> </a:t>
                      </a:r>
                      <a:endParaRPr lang="en-US" sz="1800" kern="100">
                        <a:solidFill>
                          <a:srgbClr val="00B0F0"/>
                        </a:solidFill>
                        <a:effectLst/>
                        <a:latin typeface="Open Sans" panose="020B0606030504020204" pitchFamily="34" charset="0"/>
                        <a:ea typeface="Open Sans" panose="020B0606030504020204" pitchFamily="34" charset="0"/>
                        <a:cs typeface="Open Sans" panose="020B0606030504020204" pitchFamily="34" charset="0"/>
                      </a:endParaRPr>
                    </a:p>
                  </a:txBody>
                  <a:tcPr marL="54809" marR="54809" marT="54000" marB="54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marL="914400" marR="0" indent="-914400" algn="ctr">
                        <a:spcAft>
                          <a:spcPts val="200"/>
                        </a:spcAft>
                        <a:buNone/>
                      </a:pPr>
                      <a:r>
                        <a:rPr lang="en-US" sz="1800" kern="0">
                          <a:solidFill>
                            <a:srgbClr val="00B0F0"/>
                          </a:solidFill>
                          <a:effectLst/>
                          <a:latin typeface="Open Sans" panose="020B0606030504020204" pitchFamily="34" charset="0"/>
                          <a:ea typeface="Open Sans" panose="020B0606030504020204" pitchFamily="34" charset="0"/>
                          <a:cs typeface="Open Sans" panose="020B0606030504020204" pitchFamily="34" charset="0"/>
                          <a:sym typeface="Wingdings" panose="05000000000000000000" pitchFamily="2" charset="2"/>
                        </a:rPr>
                        <a:t></a:t>
                      </a:r>
                      <a:endParaRPr lang="en-US" sz="1800" kern="100">
                        <a:solidFill>
                          <a:srgbClr val="00B0F0"/>
                        </a:solidFill>
                        <a:effectLst/>
                        <a:latin typeface="Open Sans" panose="020B0606030504020204" pitchFamily="34" charset="0"/>
                        <a:ea typeface="Open Sans" panose="020B0606030504020204" pitchFamily="34" charset="0"/>
                        <a:cs typeface="Open Sans" panose="020B0606030504020204" pitchFamily="34" charset="0"/>
                      </a:endParaRPr>
                    </a:p>
                  </a:txBody>
                  <a:tcPr marL="54809" marR="54809" marT="54000" marB="54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marL="914400" marR="0" indent="-914400" algn="ctr">
                        <a:spcAft>
                          <a:spcPts val="200"/>
                        </a:spcAft>
                        <a:buNone/>
                      </a:pPr>
                      <a:r>
                        <a:rPr lang="en-US" sz="1800" kern="0">
                          <a:solidFill>
                            <a:srgbClr val="00B0F0"/>
                          </a:solidFill>
                          <a:effectLst/>
                          <a:latin typeface="Open Sans" panose="020B0606030504020204" pitchFamily="34" charset="0"/>
                          <a:ea typeface="Open Sans" panose="020B0606030504020204" pitchFamily="34" charset="0"/>
                          <a:cs typeface="Open Sans" panose="020B0606030504020204" pitchFamily="34" charset="0"/>
                          <a:sym typeface="Wingdings" panose="05000000000000000000" pitchFamily="2" charset="2"/>
                        </a:rPr>
                        <a:t></a:t>
                      </a:r>
                      <a:endParaRPr lang="en-US" sz="1800" kern="100">
                        <a:solidFill>
                          <a:srgbClr val="00B0F0"/>
                        </a:solidFill>
                        <a:effectLst/>
                        <a:latin typeface="Open Sans" panose="020B0606030504020204" pitchFamily="34" charset="0"/>
                        <a:ea typeface="Open Sans" panose="020B0606030504020204" pitchFamily="34" charset="0"/>
                        <a:cs typeface="Open Sans" panose="020B0606030504020204" pitchFamily="34" charset="0"/>
                      </a:endParaRPr>
                    </a:p>
                  </a:txBody>
                  <a:tcPr marL="54809" marR="54809" marT="54000" marB="54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014645797"/>
                  </a:ext>
                </a:extLst>
              </a:tr>
            </a:tbl>
          </a:graphicData>
        </a:graphic>
      </p:graphicFrame>
      <p:grpSp>
        <p:nvGrpSpPr>
          <p:cNvPr id="5" name="Group 499">
            <a:extLst>
              <a:ext uri="{FF2B5EF4-FFF2-40B4-BE49-F238E27FC236}">
                <a16:creationId xmlns:a16="http://schemas.microsoft.com/office/drawing/2014/main" id="{7AF2369A-7741-6A70-C299-1B32CAAB04A3}"/>
              </a:ext>
            </a:extLst>
          </p:cNvPr>
          <p:cNvGrpSpPr>
            <a:grpSpLocks noChangeAspect="1"/>
          </p:cNvGrpSpPr>
          <p:nvPr/>
        </p:nvGrpSpPr>
        <p:grpSpPr bwMode="auto">
          <a:xfrm>
            <a:off x="551434" y="1799165"/>
            <a:ext cx="288846" cy="288000"/>
            <a:chOff x="5800" y="1938"/>
            <a:chExt cx="341" cy="340"/>
          </a:xfrm>
          <a:solidFill>
            <a:srgbClr val="012169"/>
          </a:solidFill>
        </p:grpSpPr>
        <p:sp>
          <p:nvSpPr>
            <p:cNvPr id="6" name="Freeform 500">
              <a:extLst>
                <a:ext uri="{FF2B5EF4-FFF2-40B4-BE49-F238E27FC236}">
                  <a16:creationId xmlns:a16="http://schemas.microsoft.com/office/drawing/2014/main" id="{2036BF00-0D68-CCCC-9F6A-09B25D7E5E48}"/>
                </a:ext>
              </a:extLst>
            </p:cNvPr>
            <p:cNvSpPr>
              <a:spLocks noEditPoints="1"/>
            </p:cNvSpPr>
            <p:nvPr/>
          </p:nvSpPr>
          <p:spPr bwMode="auto">
            <a:xfrm>
              <a:off x="5800" y="1938"/>
              <a:ext cx="341"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7" name="Freeform 501">
              <a:extLst>
                <a:ext uri="{FF2B5EF4-FFF2-40B4-BE49-F238E27FC236}">
                  <a16:creationId xmlns:a16="http://schemas.microsoft.com/office/drawing/2014/main" id="{D8B81140-6C95-82C2-FE06-BED4CDFBF450}"/>
                </a:ext>
              </a:extLst>
            </p:cNvPr>
            <p:cNvSpPr>
              <a:spLocks noEditPoints="1"/>
            </p:cNvSpPr>
            <p:nvPr/>
          </p:nvSpPr>
          <p:spPr bwMode="auto">
            <a:xfrm>
              <a:off x="5879" y="2016"/>
              <a:ext cx="183" cy="184"/>
            </a:xfrm>
            <a:custGeom>
              <a:avLst/>
              <a:gdLst>
                <a:gd name="T0" fmla="*/ 10 w 275"/>
                <a:gd name="T1" fmla="*/ 0 h 278"/>
                <a:gd name="T2" fmla="*/ 0 w 275"/>
                <a:gd name="T3" fmla="*/ 267 h 278"/>
                <a:gd name="T4" fmla="*/ 264 w 275"/>
                <a:gd name="T5" fmla="*/ 278 h 278"/>
                <a:gd name="T6" fmla="*/ 275 w 275"/>
                <a:gd name="T7" fmla="*/ 11 h 278"/>
                <a:gd name="T8" fmla="*/ 254 w 275"/>
                <a:gd name="T9" fmla="*/ 256 h 278"/>
                <a:gd name="T10" fmla="*/ 21 w 275"/>
                <a:gd name="T11" fmla="*/ 21 h 278"/>
                <a:gd name="T12" fmla="*/ 254 w 275"/>
                <a:gd name="T13" fmla="*/ 256 h 278"/>
                <a:gd name="T14" fmla="*/ 116 w 275"/>
                <a:gd name="T15" fmla="*/ 128 h 278"/>
                <a:gd name="T16" fmla="*/ 127 w 275"/>
                <a:gd name="T17" fmla="*/ 53 h 278"/>
                <a:gd name="T18" fmla="*/ 52 w 275"/>
                <a:gd name="T19" fmla="*/ 43 h 278"/>
                <a:gd name="T20" fmla="*/ 42 w 275"/>
                <a:gd name="T21" fmla="*/ 117 h 278"/>
                <a:gd name="T22" fmla="*/ 63 w 275"/>
                <a:gd name="T23" fmla="*/ 64 h 278"/>
                <a:gd name="T24" fmla="*/ 106 w 275"/>
                <a:gd name="T25" fmla="*/ 107 h 278"/>
                <a:gd name="T26" fmla="*/ 63 w 275"/>
                <a:gd name="T27" fmla="*/ 64 h 278"/>
                <a:gd name="T28" fmla="*/ 116 w 275"/>
                <a:gd name="T29" fmla="*/ 235 h 278"/>
                <a:gd name="T30" fmla="*/ 127 w 275"/>
                <a:gd name="T31" fmla="*/ 160 h 278"/>
                <a:gd name="T32" fmla="*/ 52 w 275"/>
                <a:gd name="T33" fmla="*/ 149 h 278"/>
                <a:gd name="T34" fmla="*/ 42 w 275"/>
                <a:gd name="T35" fmla="*/ 224 h 278"/>
                <a:gd name="T36" fmla="*/ 63 w 275"/>
                <a:gd name="T37" fmla="*/ 171 h 278"/>
                <a:gd name="T38" fmla="*/ 106 w 275"/>
                <a:gd name="T39" fmla="*/ 213 h 278"/>
                <a:gd name="T40" fmla="*/ 63 w 275"/>
                <a:gd name="T41" fmla="*/ 171 h 278"/>
                <a:gd name="T42" fmla="*/ 223 w 275"/>
                <a:gd name="T43" fmla="*/ 128 h 278"/>
                <a:gd name="T44" fmla="*/ 234 w 275"/>
                <a:gd name="T45" fmla="*/ 53 h 278"/>
                <a:gd name="T46" fmla="*/ 159 w 275"/>
                <a:gd name="T47" fmla="*/ 43 h 278"/>
                <a:gd name="T48" fmla="*/ 148 w 275"/>
                <a:gd name="T49" fmla="*/ 117 h 278"/>
                <a:gd name="T50" fmla="*/ 170 w 275"/>
                <a:gd name="T51" fmla="*/ 64 h 278"/>
                <a:gd name="T52" fmla="*/ 212 w 275"/>
                <a:gd name="T53" fmla="*/ 107 h 278"/>
                <a:gd name="T54" fmla="*/ 170 w 275"/>
                <a:gd name="T55" fmla="*/ 64 h 278"/>
                <a:gd name="T56" fmla="*/ 148 w 275"/>
                <a:gd name="T57" fmla="*/ 160 h 278"/>
                <a:gd name="T58" fmla="*/ 223 w 275"/>
                <a:gd name="T59" fmla="*/ 149 h 278"/>
                <a:gd name="T60" fmla="*/ 223 w 275"/>
                <a:gd name="T61" fmla="*/ 171 h 278"/>
                <a:gd name="T62" fmla="*/ 170 w 275"/>
                <a:gd name="T63" fmla="*/ 224 h 278"/>
                <a:gd name="T64" fmla="*/ 148 w 275"/>
                <a:gd name="T65" fmla="*/ 224 h 278"/>
                <a:gd name="T66" fmla="*/ 234 w 275"/>
                <a:gd name="T67" fmla="*/ 224 h 278"/>
                <a:gd name="T68" fmla="*/ 191 w 275"/>
                <a:gd name="T69" fmla="*/ 235 h 278"/>
                <a:gd name="T70" fmla="*/ 191 w 275"/>
                <a:gd name="T71" fmla="*/ 213 h 278"/>
                <a:gd name="T72" fmla="*/ 212 w 275"/>
                <a:gd name="T73" fmla="*/ 192 h 278"/>
                <a:gd name="T74" fmla="*/ 234 w 275"/>
                <a:gd name="T75" fmla="*/ 192 h 278"/>
                <a:gd name="T76" fmla="*/ 84 w 275"/>
                <a:gd name="T77" fmla="*/ 96 h 278"/>
                <a:gd name="T78" fmla="*/ 84 w 275"/>
                <a:gd name="T79" fmla="*/ 75 h 278"/>
                <a:gd name="T80" fmla="*/ 95 w 275"/>
                <a:gd name="T81" fmla="*/ 192 h 278"/>
                <a:gd name="T82" fmla="*/ 74 w 275"/>
                <a:gd name="T83" fmla="*/ 192 h 278"/>
                <a:gd name="T84" fmla="*/ 95 w 275"/>
                <a:gd name="T85" fmla="*/ 192 h 278"/>
                <a:gd name="T86" fmla="*/ 191 w 275"/>
                <a:gd name="T87" fmla="*/ 96 h 278"/>
                <a:gd name="T88" fmla="*/ 191 w 275"/>
                <a:gd name="T89" fmla="*/ 75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75" h="278">
                  <a:moveTo>
                    <a:pt x="264" y="0"/>
                  </a:moveTo>
                  <a:cubicBezTo>
                    <a:pt x="10" y="0"/>
                    <a:pt x="10" y="0"/>
                    <a:pt x="10" y="0"/>
                  </a:cubicBezTo>
                  <a:cubicBezTo>
                    <a:pt x="4" y="0"/>
                    <a:pt x="0" y="5"/>
                    <a:pt x="0" y="11"/>
                  </a:cubicBezTo>
                  <a:cubicBezTo>
                    <a:pt x="0" y="267"/>
                    <a:pt x="0" y="267"/>
                    <a:pt x="0" y="267"/>
                  </a:cubicBezTo>
                  <a:cubicBezTo>
                    <a:pt x="0" y="273"/>
                    <a:pt x="4" y="278"/>
                    <a:pt x="10" y="278"/>
                  </a:cubicBezTo>
                  <a:cubicBezTo>
                    <a:pt x="264" y="278"/>
                    <a:pt x="264" y="278"/>
                    <a:pt x="264" y="278"/>
                  </a:cubicBezTo>
                  <a:cubicBezTo>
                    <a:pt x="270" y="278"/>
                    <a:pt x="275" y="273"/>
                    <a:pt x="275" y="267"/>
                  </a:cubicBezTo>
                  <a:cubicBezTo>
                    <a:pt x="275" y="11"/>
                    <a:pt x="275" y="11"/>
                    <a:pt x="275" y="11"/>
                  </a:cubicBezTo>
                  <a:cubicBezTo>
                    <a:pt x="275" y="5"/>
                    <a:pt x="270" y="0"/>
                    <a:pt x="264" y="0"/>
                  </a:cubicBezTo>
                  <a:close/>
                  <a:moveTo>
                    <a:pt x="254" y="256"/>
                  </a:moveTo>
                  <a:cubicBezTo>
                    <a:pt x="21" y="256"/>
                    <a:pt x="21" y="256"/>
                    <a:pt x="21" y="256"/>
                  </a:cubicBezTo>
                  <a:cubicBezTo>
                    <a:pt x="21" y="21"/>
                    <a:pt x="21" y="21"/>
                    <a:pt x="21" y="21"/>
                  </a:cubicBezTo>
                  <a:cubicBezTo>
                    <a:pt x="254" y="21"/>
                    <a:pt x="254" y="21"/>
                    <a:pt x="254" y="21"/>
                  </a:cubicBezTo>
                  <a:lnTo>
                    <a:pt x="254" y="256"/>
                  </a:lnTo>
                  <a:close/>
                  <a:moveTo>
                    <a:pt x="52" y="128"/>
                  </a:moveTo>
                  <a:cubicBezTo>
                    <a:pt x="116" y="128"/>
                    <a:pt x="116" y="128"/>
                    <a:pt x="116" y="128"/>
                  </a:cubicBezTo>
                  <a:cubicBezTo>
                    <a:pt x="122" y="128"/>
                    <a:pt x="127" y="123"/>
                    <a:pt x="127" y="117"/>
                  </a:cubicBezTo>
                  <a:cubicBezTo>
                    <a:pt x="127" y="53"/>
                    <a:pt x="127" y="53"/>
                    <a:pt x="127" y="53"/>
                  </a:cubicBezTo>
                  <a:cubicBezTo>
                    <a:pt x="127" y="47"/>
                    <a:pt x="122" y="43"/>
                    <a:pt x="116" y="43"/>
                  </a:cubicBezTo>
                  <a:cubicBezTo>
                    <a:pt x="52" y="43"/>
                    <a:pt x="52" y="43"/>
                    <a:pt x="52" y="43"/>
                  </a:cubicBezTo>
                  <a:cubicBezTo>
                    <a:pt x="46" y="43"/>
                    <a:pt x="42" y="47"/>
                    <a:pt x="42" y="53"/>
                  </a:cubicBezTo>
                  <a:cubicBezTo>
                    <a:pt x="42" y="117"/>
                    <a:pt x="42" y="117"/>
                    <a:pt x="42" y="117"/>
                  </a:cubicBezTo>
                  <a:cubicBezTo>
                    <a:pt x="42" y="123"/>
                    <a:pt x="46" y="128"/>
                    <a:pt x="52" y="128"/>
                  </a:cubicBezTo>
                  <a:close/>
                  <a:moveTo>
                    <a:pt x="63" y="64"/>
                  </a:moveTo>
                  <a:cubicBezTo>
                    <a:pt x="106" y="64"/>
                    <a:pt x="106" y="64"/>
                    <a:pt x="106" y="64"/>
                  </a:cubicBezTo>
                  <a:cubicBezTo>
                    <a:pt x="106" y="107"/>
                    <a:pt x="106" y="107"/>
                    <a:pt x="106" y="107"/>
                  </a:cubicBezTo>
                  <a:cubicBezTo>
                    <a:pt x="63" y="107"/>
                    <a:pt x="63" y="107"/>
                    <a:pt x="63" y="107"/>
                  </a:cubicBezTo>
                  <a:lnTo>
                    <a:pt x="63" y="64"/>
                  </a:lnTo>
                  <a:close/>
                  <a:moveTo>
                    <a:pt x="52" y="235"/>
                  </a:moveTo>
                  <a:cubicBezTo>
                    <a:pt x="116" y="235"/>
                    <a:pt x="116" y="235"/>
                    <a:pt x="116" y="235"/>
                  </a:cubicBezTo>
                  <a:cubicBezTo>
                    <a:pt x="122" y="235"/>
                    <a:pt x="127" y="230"/>
                    <a:pt x="127" y="224"/>
                  </a:cubicBezTo>
                  <a:cubicBezTo>
                    <a:pt x="127" y="160"/>
                    <a:pt x="127" y="160"/>
                    <a:pt x="127" y="160"/>
                  </a:cubicBezTo>
                  <a:cubicBezTo>
                    <a:pt x="127" y="154"/>
                    <a:pt x="122" y="149"/>
                    <a:pt x="116" y="149"/>
                  </a:cubicBezTo>
                  <a:cubicBezTo>
                    <a:pt x="52" y="149"/>
                    <a:pt x="52" y="149"/>
                    <a:pt x="52" y="149"/>
                  </a:cubicBezTo>
                  <a:cubicBezTo>
                    <a:pt x="46" y="149"/>
                    <a:pt x="42" y="154"/>
                    <a:pt x="42" y="160"/>
                  </a:cubicBezTo>
                  <a:cubicBezTo>
                    <a:pt x="42" y="224"/>
                    <a:pt x="42" y="224"/>
                    <a:pt x="42" y="224"/>
                  </a:cubicBezTo>
                  <a:cubicBezTo>
                    <a:pt x="42" y="230"/>
                    <a:pt x="46" y="235"/>
                    <a:pt x="52" y="235"/>
                  </a:cubicBezTo>
                  <a:close/>
                  <a:moveTo>
                    <a:pt x="63" y="171"/>
                  </a:moveTo>
                  <a:cubicBezTo>
                    <a:pt x="106" y="171"/>
                    <a:pt x="106" y="171"/>
                    <a:pt x="106" y="171"/>
                  </a:cubicBezTo>
                  <a:cubicBezTo>
                    <a:pt x="106" y="213"/>
                    <a:pt x="106" y="213"/>
                    <a:pt x="106" y="213"/>
                  </a:cubicBezTo>
                  <a:cubicBezTo>
                    <a:pt x="63" y="213"/>
                    <a:pt x="63" y="213"/>
                    <a:pt x="63" y="213"/>
                  </a:cubicBezTo>
                  <a:lnTo>
                    <a:pt x="63" y="171"/>
                  </a:lnTo>
                  <a:close/>
                  <a:moveTo>
                    <a:pt x="159" y="128"/>
                  </a:moveTo>
                  <a:cubicBezTo>
                    <a:pt x="223" y="128"/>
                    <a:pt x="223" y="128"/>
                    <a:pt x="223" y="128"/>
                  </a:cubicBezTo>
                  <a:cubicBezTo>
                    <a:pt x="229" y="128"/>
                    <a:pt x="234" y="123"/>
                    <a:pt x="234" y="117"/>
                  </a:cubicBezTo>
                  <a:cubicBezTo>
                    <a:pt x="234" y="53"/>
                    <a:pt x="234" y="53"/>
                    <a:pt x="234" y="53"/>
                  </a:cubicBezTo>
                  <a:cubicBezTo>
                    <a:pt x="234" y="47"/>
                    <a:pt x="229" y="43"/>
                    <a:pt x="223" y="43"/>
                  </a:cubicBezTo>
                  <a:cubicBezTo>
                    <a:pt x="159" y="43"/>
                    <a:pt x="159" y="43"/>
                    <a:pt x="159" y="43"/>
                  </a:cubicBezTo>
                  <a:cubicBezTo>
                    <a:pt x="153" y="43"/>
                    <a:pt x="148" y="47"/>
                    <a:pt x="148" y="53"/>
                  </a:cubicBezTo>
                  <a:cubicBezTo>
                    <a:pt x="148" y="117"/>
                    <a:pt x="148" y="117"/>
                    <a:pt x="148" y="117"/>
                  </a:cubicBezTo>
                  <a:cubicBezTo>
                    <a:pt x="148" y="123"/>
                    <a:pt x="153" y="128"/>
                    <a:pt x="159" y="128"/>
                  </a:cubicBezTo>
                  <a:close/>
                  <a:moveTo>
                    <a:pt x="170" y="64"/>
                  </a:moveTo>
                  <a:cubicBezTo>
                    <a:pt x="212" y="64"/>
                    <a:pt x="212" y="64"/>
                    <a:pt x="212" y="64"/>
                  </a:cubicBezTo>
                  <a:cubicBezTo>
                    <a:pt x="212" y="107"/>
                    <a:pt x="212" y="107"/>
                    <a:pt x="212" y="107"/>
                  </a:cubicBezTo>
                  <a:cubicBezTo>
                    <a:pt x="170" y="107"/>
                    <a:pt x="170" y="107"/>
                    <a:pt x="170" y="107"/>
                  </a:cubicBezTo>
                  <a:lnTo>
                    <a:pt x="170" y="64"/>
                  </a:lnTo>
                  <a:close/>
                  <a:moveTo>
                    <a:pt x="148" y="224"/>
                  </a:moveTo>
                  <a:cubicBezTo>
                    <a:pt x="148" y="160"/>
                    <a:pt x="148" y="160"/>
                    <a:pt x="148" y="160"/>
                  </a:cubicBezTo>
                  <a:cubicBezTo>
                    <a:pt x="148" y="154"/>
                    <a:pt x="153" y="149"/>
                    <a:pt x="159" y="149"/>
                  </a:cubicBezTo>
                  <a:cubicBezTo>
                    <a:pt x="223" y="149"/>
                    <a:pt x="223" y="149"/>
                    <a:pt x="223" y="149"/>
                  </a:cubicBezTo>
                  <a:cubicBezTo>
                    <a:pt x="229" y="149"/>
                    <a:pt x="234" y="154"/>
                    <a:pt x="234" y="160"/>
                  </a:cubicBezTo>
                  <a:cubicBezTo>
                    <a:pt x="234" y="166"/>
                    <a:pt x="229" y="171"/>
                    <a:pt x="223" y="171"/>
                  </a:cubicBezTo>
                  <a:cubicBezTo>
                    <a:pt x="170" y="171"/>
                    <a:pt x="170" y="171"/>
                    <a:pt x="170" y="171"/>
                  </a:cubicBezTo>
                  <a:cubicBezTo>
                    <a:pt x="170" y="224"/>
                    <a:pt x="170" y="224"/>
                    <a:pt x="170" y="224"/>
                  </a:cubicBezTo>
                  <a:cubicBezTo>
                    <a:pt x="170" y="230"/>
                    <a:pt x="165" y="235"/>
                    <a:pt x="159" y="235"/>
                  </a:cubicBezTo>
                  <a:cubicBezTo>
                    <a:pt x="153" y="235"/>
                    <a:pt x="148" y="230"/>
                    <a:pt x="148" y="224"/>
                  </a:cubicBezTo>
                  <a:close/>
                  <a:moveTo>
                    <a:pt x="234" y="192"/>
                  </a:moveTo>
                  <a:cubicBezTo>
                    <a:pt x="234" y="224"/>
                    <a:pt x="234" y="224"/>
                    <a:pt x="234" y="224"/>
                  </a:cubicBezTo>
                  <a:cubicBezTo>
                    <a:pt x="234" y="230"/>
                    <a:pt x="229" y="235"/>
                    <a:pt x="223" y="235"/>
                  </a:cubicBezTo>
                  <a:cubicBezTo>
                    <a:pt x="191" y="235"/>
                    <a:pt x="191" y="235"/>
                    <a:pt x="191" y="235"/>
                  </a:cubicBezTo>
                  <a:cubicBezTo>
                    <a:pt x="185" y="235"/>
                    <a:pt x="180" y="230"/>
                    <a:pt x="180" y="224"/>
                  </a:cubicBezTo>
                  <a:cubicBezTo>
                    <a:pt x="180" y="218"/>
                    <a:pt x="185" y="213"/>
                    <a:pt x="191" y="213"/>
                  </a:cubicBezTo>
                  <a:cubicBezTo>
                    <a:pt x="212" y="213"/>
                    <a:pt x="212" y="213"/>
                    <a:pt x="212" y="213"/>
                  </a:cubicBezTo>
                  <a:cubicBezTo>
                    <a:pt x="212" y="192"/>
                    <a:pt x="212" y="192"/>
                    <a:pt x="212" y="192"/>
                  </a:cubicBezTo>
                  <a:cubicBezTo>
                    <a:pt x="212" y="186"/>
                    <a:pt x="217" y="181"/>
                    <a:pt x="223" y="181"/>
                  </a:cubicBezTo>
                  <a:cubicBezTo>
                    <a:pt x="229" y="181"/>
                    <a:pt x="234" y="186"/>
                    <a:pt x="234" y="192"/>
                  </a:cubicBezTo>
                  <a:close/>
                  <a:moveTo>
                    <a:pt x="95" y="85"/>
                  </a:moveTo>
                  <a:cubicBezTo>
                    <a:pt x="95" y="91"/>
                    <a:pt x="90" y="96"/>
                    <a:pt x="84" y="96"/>
                  </a:cubicBezTo>
                  <a:cubicBezTo>
                    <a:pt x="78" y="96"/>
                    <a:pt x="74" y="91"/>
                    <a:pt x="74" y="85"/>
                  </a:cubicBezTo>
                  <a:cubicBezTo>
                    <a:pt x="74" y="79"/>
                    <a:pt x="78" y="75"/>
                    <a:pt x="84" y="75"/>
                  </a:cubicBezTo>
                  <a:cubicBezTo>
                    <a:pt x="90" y="75"/>
                    <a:pt x="95" y="79"/>
                    <a:pt x="95" y="85"/>
                  </a:cubicBezTo>
                  <a:close/>
                  <a:moveTo>
                    <a:pt x="95" y="192"/>
                  </a:moveTo>
                  <a:cubicBezTo>
                    <a:pt x="95" y="198"/>
                    <a:pt x="90" y="203"/>
                    <a:pt x="84" y="203"/>
                  </a:cubicBezTo>
                  <a:cubicBezTo>
                    <a:pt x="78" y="203"/>
                    <a:pt x="74" y="198"/>
                    <a:pt x="74" y="192"/>
                  </a:cubicBezTo>
                  <a:cubicBezTo>
                    <a:pt x="74" y="186"/>
                    <a:pt x="78" y="181"/>
                    <a:pt x="84" y="181"/>
                  </a:cubicBezTo>
                  <a:cubicBezTo>
                    <a:pt x="90" y="181"/>
                    <a:pt x="95" y="186"/>
                    <a:pt x="95" y="192"/>
                  </a:cubicBezTo>
                  <a:close/>
                  <a:moveTo>
                    <a:pt x="202" y="85"/>
                  </a:moveTo>
                  <a:cubicBezTo>
                    <a:pt x="202" y="91"/>
                    <a:pt x="197" y="96"/>
                    <a:pt x="191" y="96"/>
                  </a:cubicBezTo>
                  <a:cubicBezTo>
                    <a:pt x="185" y="96"/>
                    <a:pt x="180" y="91"/>
                    <a:pt x="180" y="85"/>
                  </a:cubicBezTo>
                  <a:cubicBezTo>
                    <a:pt x="180" y="79"/>
                    <a:pt x="185" y="75"/>
                    <a:pt x="191" y="75"/>
                  </a:cubicBezTo>
                  <a:cubicBezTo>
                    <a:pt x="197" y="75"/>
                    <a:pt x="202" y="79"/>
                    <a:pt x="202" y="85"/>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grpSp>
        <p:nvGrpSpPr>
          <p:cNvPr id="8" name="Group 666">
            <a:extLst>
              <a:ext uri="{FF2B5EF4-FFF2-40B4-BE49-F238E27FC236}">
                <a16:creationId xmlns:a16="http://schemas.microsoft.com/office/drawing/2014/main" id="{FB00B220-C63C-56FB-5252-7EC6BEAF4217}"/>
              </a:ext>
            </a:extLst>
          </p:cNvPr>
          <p:cNvGrpSpPr>
            <a:grpSpLocks noChangeAspect="1"/>
          </p:cNvGrpSpPr>
          <p:nvPr/>
        </p:nvGrpSpPr>
        <p:grpSpPr bwMode="auto">
          <a:xfrm>
            <a:off x="551412" y="3316170"/>
            <a:ext cx="287999" cy="288000"/>
            <a:chOff x="7340" y="2694"/>
            <a:chExt cx="340" cy="340"/>
          </a:xfrm>
          <a:solidFill>
            <a:srgbClr val="012169"/>
          </a:solidFill>
        </p:grpSpPr>
        <p:sp>
          <p:nvSpPr>
            <p:cNvPr id="11" name="Freeform 667">
              <a:extLst>
                <a:ext uri="{FF2B5EF4-FFF2-40B4-BE49-F238E27FC236}">
                  <a16:creationId xmlns:a16="http://schemas.microsoft.com/office/drawing/2014/main" id="{70B8BEF0-9A6F-1720-EDA7-E0D85B4601FC}"/>
                </a:ext>
              </a:extLst>
            </p:cNvPr>
            <p:cNvSpPr>
              <a:spLocks/>
            </p:cNvSpPr>
            <p:nvPr/>
          </p:nvSpPr>
          <p:spPr bwMode="auto">
            <a:xfrm>
              <a:off x="7418" y="2779"/>
              <a:ext cx="177" cy="170"/>
            </a:xfrm>
            <a:custGeom>
              <a:avLst/>
              <a:gdLst>
                <a:gd name="T0" fmla="*/ 267 w 267"/>
                <a:gd name="T1" fmla="*/ 128 h 256"/>
                <a:gd name="T2" fmla="*/ 139 w 267"/>
                <a:gd name="T3" fmla="*/ 256 h 256"/>
                <a:gd name="T4" fmla="*/ 11 w 267"/>
                <a:gd name="T5" fmla="*/ 128 h 256"/>
                <a:gd name="T6" fmla="*/ 35 w 267"/>
                <a:gd name="T7" fmla="*/ 53 h 256"/>
                <a:gd name="T8" fmla="*/ 11 w 267"/>
                <a:gd name="T9" fmla="*/ 53 h 256"/>
                <a:gd name="T10" fmla="*/ 0 w 267"/>
                <a:gd name="T11" fmla="*/ 42 h 256"/>
                <a:gd name="T12" fmla="*/ 11 w 267"/>
                <a:gd name="T13" fmla="*/ 32 h 256"/>
                <a:gd name="T14" fmla="*/ 64 w 267"/>
                <a:gd name="T15" fmla="*/ 32 h 256"/>
                <a:gd name="T16" fmla="*/ 75 w 267"/>
                <a:gd name="T17" fmla="*/ 42 h 256"/>
                <a:gd name="T18" fmla="*/ 75 w 267"/>
                <a:gd name="T19" fmla="*/ 96 h 256"/>
                <a:gd name="T20" fmla="*/ 64 w 267"/>
                <a:gd name="T21" fmla="*/ 106 h 256"/>
                <a:gd name="T22" fmla="*/ 53 w 267"/>
                <a:gd name="T23" fmla="*/ 96 h 256"/>
                <a:gd name="T24" fmla="*/ 53 w 267"/>
                <a:gd name="T25" fmla="*/ 64 h 256"/>
                <a:gd name="T26" fmla="*/ 32 w 267"/>
                <a:gd name="T27" fmla="*/ 128 h 256"/>
                <a:gd name="T28" fmla="*/ 139 w 267"/>
                <a:gd name="T29" fmla="*/ 234 h 256"/>
                <a:gd name="T30" fmla="*/ 245 w 267"/>
                <a:gd name="T31" fmla="*/ 128 h 256"/>
                <a:gd name="T32" fmla="*/ 139 w 267"/>
                <a:gd name="T33" fmla="*/ 21 h 256"/>
                <a:gd name="T34" fmla="*/ 128 w 267"/>
                <a:gd name="T35" fmla="*/ 10 h 256"/>
                <a:gd name="T36" fmla="*/ 139 w 267"/>
                <a:gd name="T37" fmla="*/ 0 h 256"/>
                <a:gd name="T38" fmla="*/ 267 w 267"/>
                <a:gd name="T39" fmla="*/ 128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67" h="256">
                  <a:moveTo>
                    <a:pt x="267" y="128"/>
                  </a:moveTo>
                  <a:cubicBezTo>
                    <a:pt x="267" y="198"/>
                    <a:pt x="209" y="256"/>
                    <a:pt x="139" y="256"/>
                  </a:cubicBezTo>
                  <a:cubicBezTo>
                    <a:pt x="68" y="256"/>
                    <a:pt x="11" y="198"/>
                    <a:pt x="11" y="128"/>
                  </a:cubicBezTo>
                  <a:cubicBezTo>
                    <a:pt x="11" y="101"/>
                    <a:pt x="19" y="75"/>
                    <a:pt x="35" y="53"/>
                  </a:cubicBezTo>
                  <a:cubicBezTo>
                    <a:pt x="11" y="53"/>
                    <a:pt x="11" y="53"/>
                    <a:pt x="11" y="53"/>
                  </a:cubicBezTo>
                  <a:cubicBezTo>
                    <a:pt x="5" y="53"/>
                    <a:pt x="0" y="48"/>
                    <a:pt x="0" y="42"/>
                  </a:cubicBezTo>
                  <a:cubicBezTo>
                    <a:pt x="0" y="36"/>
                    <a:pt x="5" y="32"/>
                    <a:pt x="11" y="32"/>
                  </a:cubicBezTo>
                  <a:cubicBezTo>
                    <a:pt x="64" y="32"/>
                    <a:pt x="64" y="32"/>
                    <a:pt x="64" y="32"/>
                  </a:cubicBezTo>
                  <a:cubicBezTo>
                    <a:pt x="70" y="32"/>
                    <a:pt x="75" y="36"/>
                    <a:pt x="75" y="42"/>
                  </a:cubicBezTo>
                  <a:cubicBezTo>
                    <a:pt x="75" y="96"/>
                    <a:pt x="75" y="96"/>
                    <a:pt x="75" y="96"/>
                  </a:cubicBezTo>
                  <a:cubicBezTo>
                    <a:pt x="75" y="102"/>
                    <a:pt x="70" y="106"/>
                    <a:pt x="64" y="106"/>
                  </a:cubicBezTo>
                  <a:cubicBezTo>
                    <a:pt x="58" y="106"/>
                    <a:pt x="53" y="102"/>
                    <a:pt x="53" y="96"/>
                  </a:cubicBezTo>
                  <a:cubicBezTo>
                    <a:pt x="53" y="64"/>
                    <a:pt x="53" y="64"/>
                    <a:pt x="53" y="64"/>
                  </a:cubicBezTo>
                  <a:cubicBezTo>
                    <a:pt x="40" y="82"/>
                    <a:pt x="32" y="104"/>
                    <a:pt x="32" y="128"/>
                  </a:cubicBezTo>
                  <a:cubicBezTo>
                    <a:pt x="32" y="186"/>
                    <a:pt x="80" y="234"/>
                    <a:pt x="139" y="234"/>
                  </a:cubicBezTo>
                  <a:cubicBezTo>
                    <a:pt x="197" y="234"/>
                    <a:pt x="245" y="186"/>
                    <a:pt x="245" y="128"/>
                  </a:cubicBezTo>
                  <a:cubicBezTo>
                    <a:pt x="245" y="69"/>
                    <a:pt x="197" y="21"/>
                    <a:pt x="139" y="21"/>
                  </a:cubicBezTo>
                  <a:cubicBezTo>
                    <a:pt x="133" y="21"/>
                    <a:pt x="128" y="16"/>
                    <a:pt x="128" y="10"/>
                  </a:cubicBezTo>
                  <a:cubicBezTo>
                    <a:pt x="128" y="4"/>
                    <a:pt x="133" y="0"/>
                    <a:pt x="139" y="0"/>
                  </a:cubicBezTo>
                  <a:cubicBezTo>
                    <a:pt x="209" y="0"/>
                    <a:pt x="267" y="57"/>
                    <a:pt x="267" y="128"/>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2" name="Freeform 668">
              <a:extLst>
                <a:ext uri="{FF2B5EF4-FFF2-40B4-BE49-F238E27FC236}">
                  <a16:creationId xmlns:a16="http://schemas.microsoft.com/office/drawing/2014/main" id="{97A41FDC-5ADA-FBE0-2262-16172E63C40B}"/>
                </a:ext>
              </a:extLst>
            </p:cNvPr>
            <p:cNvSpPr>
              <a:spLocks noEditPoints="1"/>
            </p:cNvSpPr>
            <p:nvPr/>
          </p:nvSpPr>
          <p:spPr bwMode="auto">
            <a:xfrm>
              <a:off x="7340" y="2694"/>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grpSp>
        <p:nvGrpSpPr>
          <p:cNvPr id="13" name="Group 280">
            <a:extLst>
              <a:ext uri="{FF2B5EF4-FFF2-40B4-BE49-F238E27FC236}">
                <a16:creationId xmlns:a16="http://schemas.microsoft.com/office/drawing/2014/main" id="{715AF527-03AA-3444-F585-8D708083EF5B}"/>
              </a:ext>
            </a:extLst>
          </p:cNvPr>
          <p:cNvGrpSpPr>
            <a:grpSpLocks noChangeAspect="1"/>
          </p:cNvGrpSpPr>
          <p:nvPr/>
        </p:nvGrpSpPr>
        <p:grpSpPr bwMode="auto">
          <a:xfrm>
            <a:off x="551456" y="2767015"/>
            <a:ext cx="288001" cy="287999"/>
            <a:chOff x="7350" y="739"/>
            <a:chExt cx="340" cy="340"/>
          </a:xfrm>
          <a:solidFill>
            <a:srgbClr val="012169"/>
          </a:solidFill>
        </p:grpSpPr>
        <p:sp>
          <p:nvSpPr>
            <p:cNvPr id="14" name="Freeform 281">
              <a:extLst>
                <a:ext uri="{FF2B5EF4-FFF2-40B4-BE49-F238E27FC236}">
                  <a16:creationId xmlns:a16="http://schemas.microsoft.com/office/drawing/2014/main" id="{33D03E0F-DDD0-90C9-D619-DFA53F5CAC6C}"/>
                </a:ext>
              </a:extLst>
            </p:cNvPr>
            <p:cNvSpPr>
              <a:spLocks noEditPoints="1"/>
            </p:cNvSpPr>
            <p:nvPr/>
          </p:nvSpPr>
          <p:spPr bwMode="auto">
            <a:xfrm>
              <a:off x="7413" y="830"/>
              <a:ext cx="213" cy="157"/>
            </a:xfrm>
            <a:custGeom>
              <a:avLst/>
              <a:gdLst>
                <a:gd name="T0" fmla="*/ 1 w 321"/>
                <a:gd name="T1" fmla="*/ 55 h 236"/>
                <a:gd name="T2" fmla="*/ 11 w 321"/>
                <a:gd name="T3" fmla="*/ 44 h 236"/>
                <a:gd name="T4" fmla="*/ 284 w 321"/>
                <a:gd name="T5" fmla="*/ 44 h 236"/>
                <a:gd name="T6" fmla="*/ 260 w 321"/>
                <a:gd name="T7" fmla="*/ 20 h 236"/>
                <a:gd name="T8" fmla="*/ 260 w 321"/>
                <a:gd name="T9" fmla="*/ 4 h 236"/>
                <a:gd name="T10" fmla="*/ 275 w 321"/>
                <a:gd name="T11" fmla="*/ 4 h 236"/>
                <a:gd name="T12" fmla="*/ 318 w 321"/>
                <a:gd name="T13" fmla="*/ 47 h 236"/>
                <a:gd name="T14" fmla="*/ 320 w 321"/>
                <a:gd name="T15" fmla="*/ 51 h 236"/>
                <a:gd name="T16" fmla="*/ 320 w 321"/>
                <a:gd name="T17" fmla="*/ 59 h 236"/>
                <a:gd name="T18" fmla="*/ 318 w 321"/>
                <a:gd name="T19" fmla="*/ 62 h 236"/>
                <a:gd name="T20" fmla="*/ 275 w 321"/>
                <a:gd name="T21" fmla="*/ 105 h 236"/>
                <a:gd name="T22" fmla="*/ 267 w 321"/>
                <a:gd name="T23" fmla="*/ 108 h 236"/>
                <a:gd name="T24" fmla="*/ 260 w 321"/>
                <a:gd name="T25" fmla="*/ 105 h 236"/>
                <a:gd name="T26" fmla="*/ 260 w 321"/>
                <a:gd name="T27" fmla="*/ 90 h 236"/>
                <a:gd name="T28" fmla="*/ 284 w 321"/>
                <a:gd name="T29" fmla="*/ 65 h 236"/>
                <a:gd name="T30" fmla="*/ 11 w 321"/>
                <a:gd name="T31" fmla="*/ 65 h 236"/>
                <a:gd name="T32" fmla="*/ 1 w 321"/>
                <a:gd name="T33" fmla="*/ 55 h 236"/>
                <a:gd name="T34" fmla="*/ 310 w 321"/>
                <a:gd name="T35" fmla="*/ 172 h 236"/>
                <a:gd name="T36" fmla="*/ 37 w 321"/>
                <a:gd name="T37" fmla="*/ 172 h 236"/>
                <a:gd name="T38" fmla="*/ 62 w 321"/>
                <a:gd name="T39" fmla="*/ 148 h 236"/>
                <a:gd name="T40" fmla="*/ 62 w 321"/>
                <a:gd name="T41" fmla="*/ 132 h 236"/>
                <a:gd name="T42" fmla="*/ 46 w 321"/>
                <a:gd name="T43" fmla="*/ 132 h 236"/>
                <a:gd name="T44" fmla="*/ 4 w 321"/>
                <a:gd name="T45" fmla="*/ 175 h 236"/>
                <a:gd name="T46" fmla="*/ 1 w 321"/>
                <a:gd name="T47" fmla="*/ 179 h 236"/>
                <a:gd name="T48" fmla="*/ 1 w 321"/>
                <a:gd name="T49" fmla="*/ 187 h 236"/>
                <a:gd name="T50" fmla="*/ 4 w 321"/>
                <a:gd name="T51" fmla="*/ 190 h 236"/>
                <a:gd name="T52" fmla="*/ 46 w 321"/>
                <a:gd name="T53" fmla="*/ 233 h 236"/>
                <a:gd name="T54" fmla="*/ 54 w 321"/>
                <a:gd name="T55" fmla="*/ 236 h 236"/>
                <a:gd name="T56" fmla="*/ 62 w 321"/>
                <a:gd name="T57" fmla="*/ 233 h 236"/>
                <a:gd name="T58" fmla="*/ 62 w 321"/>
                <a:gd name="T59" fmla="*/ 218 h 236"/>
                <a:gd name="T60" fmla="*/ 37 w 321"/>
                <a:gd name="T61" fmla="*/ 193 h 236"/>
                <a:gd name="T62" fmla="*/ 310 w 321"/>
                <a:gd name="T63" fmla="*/ 193 h 236"/>
                <a:gd name="T64" fmla="*/ 321 w 321"/>
                <a:gd name="T65" fmla="*/ 183 h 236"/>
                <a:gd name="T66" fmla="*/ 310 w 321"/>
                <a:gd name="T67" fmla="*/ 172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21" h="236">
                  <a:moveTo>
                    <a:pt x="1" y="55"/>
                  </a:moveTo>
                  <a:cubicBezTo>
                    <a:pt x="1" y="49"/>
                    <a:pt x="5" y="44"/>
                    <a:pt x="11" y="44"/>
                  </a:cubicBezTo>
                  <a:cubicBezTo>
                    <a:pt x="284" y="44"/>
                    <a:pt x="284" y="44"/>
                    <a:pt x="284" y="44"/>
                  </a:cubicBezTo>
                  <a:cubicBezTo>
                    <a:pt x="260" y="20"/>
                    <a:pt x="260" y="20"/>
                    <a:pt x="260" y="20"/>
                  </a:cubicBezTo>
                  <a:cubicBezTo>
                    <a:pt x="256" y="15"/>
                    <a:pt x="256" y="9"/>
                    <a:pt x="260" y="4"/>
                  </a:cubicBezTo>
                  <a:cubicBezTo>
                    <a:pt x="264" y="0"/>
                    <a:pt x="271" y="0"/>
                    <a:pt x="275" y="4"/>
                  </a:cubicBezTo>
                  <a:cubicBezTo>
                    <a:pt x="318" y="47"/>
                    <a:pt x="318" y="47"/>
                    <a:pt x="318" y="47"/>
                  </a:cubicBezTo>
                  <a:cubicBezTo>
                    <a:pt x="319" y="48"/>
                    <a:pt x="319" y="49"/>
                    <a:pt x="320" y="51"/>
                  </a:cubicBezTo>
                  <a:cubicBezTo>
                    <a:pt x="321" y="53"/>
                    <a:pt x="321" y="56"/>
                    <a:pt x="320" y="59"/>
                  </a:cubicBezTo>
                  <a:cubicBezTo>
                    <a:pt x="319" y="60"/>
                    <a:pt x="319" y="61"/>
                    <a:pt x="318" y="62"/>
                  </a:cubicBezTo>
                  <a:cubicBezTo>
                    <a:pt x="275" y="105"/>
                    <a:pt x="275" y="105"/>
                    <a:pt x="275" y="105"/>
                  </a:cubicBezTo>
                  <a:cubicBezTo>
                    <a:pt x="273" y="107"/>
                    <a:pt x="270" y="108"/>
                    <a:pt x="267" y="108"/>
                  </a:cubicBezTo>
                  <a:cubicBezTo>
                    <a:pt x="265" y="108"/>
                    <a:pt x="262" y="107"/>
                    <a:pt x="260" y="105"/>
                  </a:cubicBezTo>
                  <a:cubicBezTo>
                    <a:pt x="256" y="101"/>
                    <a:pt x="256" y="94"/>
                    <a:pt x="260" y="90"/>
                  </a:cubicBezTo>
                  <a:cubicBezTo>
                    <a:pt x="284" y="65"/>
                    <a:pt x="284" y="65"/>
                    <a:pt x="284" y="65"/>
                  </a:cubicBezTo>
                  <a:cubicBezTo>
                    <a:pt x="11" y="65"/>
                    <a:pt x="11" y="65"/>
                    <a:pt x="11" y="65"/>
                  </a:cubicBezTo>
                  <a:cubicBezTo>
                    <a:pt x="5" y="65"/>
                    <a:pt x="1" y="61"/>
                    <a:pt x="1" y="55"/>
                  </a:cubicBezTo>
                  <a:close/>
                  <a:moveTo>
                    <a:pt x="310" y="172"/>
                  </a:moveTo>
                  <a:cubicBezTo>
                    <a:pt x="37" y="172"/>
                    <a:pt x="37" y="172"/>
                    <a:pt x="37" y="172"/>
                  </a:cubicBezTo>
                  <a:cubicBezTo>
                    <a:pt x="62" y="148"/>
                    <a:pt x="62" y="148"/>
                    <a:pt x="62" y="148"/>
                  </a:cubicBezTo>
                  <a:cubicBezTo>
                    <a:pt x="66" y="143"/>
                    <a:pt x="66" y="137"/>
                    <a:pt x="62" y="132"/>
                  </a:cubicBezTo>
                  <a:cubicBezTo>
                    <a:pt x="57" y="128"/>
                    <a:pt x="51" y="128"/>
                    <a:pt x="46" y="132"/>
                  </a:cubicBezTo>
                  <a:cubicBezTo>
                    <a:pt x="4" y="175"/>
                    <a:pt x="4" y="175"/>
                    <a:pt x="4" y="175"/>
                  </a:cubicBezTo>
                  <a:cubicBezTo>
                    <a:pt x="3" y="176"/>
                    <a:pt x="2" y="177"/>
                    <a:pt x="1" y="179"/>
                  </a:cubicBezTo>
                  <a:cubicBezTo>
                    <a:pt x="0" y="181"/>
                    <a:pt x="0" y="184"/>
                    <a:pt x="1" y="187"/>
                  </a:cubicBezTo>
                  <a:cubicBezTo>
                    <a:pt x="2" y="188"/>
                    <a:pt x="3" y="189"/>
                    <a:pt x="4" y="190"/>
                  </a:cubicBezTo>
                  <a:cubicBezTo>
                    <a:pt x="46" y="233"/>
                    <a:pt x="46" y="233"/>
                    <a:pt x="46" y="233"/>
                  </a:cubicBezTo>
                  <a:cubicBezTo>
                    <a:pt x="49" y="235"/>
                    <a:pt x="51" y="236"/>
                    <a:pt x="54" y="236"/>
                  </a:cubicBezTo>
                  <a:cubicBezTo>
                    <a:pt x="57" y="236"/>
                    <a:pt x="59" y="235"/>
                    <a:pt x="62" y="233"/>
                  </a:cubicBezTo>
                  <a:cubicBezTo>
                    <a:pt x="66" y="229"/>
                    <a:pt x="66" y="222"/>
                    <a:pt x="62" y="218"/>
                  </a:cubicBezTo>
                  <a:cubicBezTo>
                    <a:pt x="37" y="193"/>
                    <a:pt x="37" y="193"/>
                    <a:pt x="37" y="193"/>
                  </a:cubicBezTo>
                  <a:cubicBezTo>
                    <a:pt x="310" y="193"/>
                    <a:pt x="310" y="193"/>
                    <a:pt x="310" y="193"/>
                  </a:cubicBezTo>
                  <a:cubicBezTo>
                    <a:pt x="316" y="193"/>
                    <a:pt x="321" y="189"/>
                    <a:pt x="321" y="183"/>
                  </a:cubicBezTo>
                  <a:cubicBezTo>
                    <a:pt x="321" y="177"/>
                    <a:pt x="316" y="172"/>
                    <a:pt x="310" y="172"/>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5" name="Freeform 282">
              <a:extLst>
                <a:ext uri="{FF2B5EF4-FFF2-40B4-BE49-F238E27FC236}">
                  <a16:creationId xmlns:a16="http://schemas.microsoft.com/office/drawing/2014/main" id="{423FBB94-8AF9-E75B-A497-E0388ECFECF5}"/>
                </a:ext>
              </a:extLst>
            </p:cNvPr>
            <p:cNvSpPr>
              <a:spLocks noEditPoints="1"/>
            </p:cNvSpPr>
            <p:nvPr/>
          </p:nvSpPr>
          <p:spPr bwMode="auto">
            <a:xfrm>
              <a:off x="7350" y="739"/>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grpSp>
        <p:nvGrpSpPr>
          <p:cNvPr id="16" name="Group 724">
            <a:extLst>
              <a:ext uri="{FF2B5EF4-FFF2-40B4-BE49-F238E27FC236}">
                <a16:creationId xmlns:a16="http://schemas.microsoft.com/office/drawing/2014/main" id="{CA7EB63B-B7F8-0161-AD49-4AA2593B3EF9}"/>
              </a:ext>
            </a:extLst>
          </p:cNvPr>
          <p:cNvGrpSpPr>
            <a:grpSpLocks noChangeAspect="1"/>
          </p:cNvGrpSpPr>
          <p:nvPr/>
        </p:nvGrpSpPr>
        <p:grpSpPr bwMode="auto">
          <a:xfrm>
            <a:off x="551434" y="2242275"/>
            <a:ext cx="287156" cy="288000"/>
            <a:chOff x="2637" y="2702"/>
            <a:chExt cx="340" cy="341"/>
          </a:xfrm>
          <a:solidFill>
            <a:srgbClr val="012169"/>
          </a:solidFill>
        </p:grpSpPr>
        <p:sp>
          <p:nvSpPr>
            <p:cNvPr id="17" name="Freeform 725">
              <a:extLst>
                <a:ext uri="{FF2B5EF4-FFF2-40B4-BE49-F238E27FC236}">
                  <a16:creationId xmlns:a16="http://schemas.microsoft.com/office/drawing/2014/main" id="{A62CDF69-415C-BD6B-B8DB-9C6F99B41C20}"/>
                </a:ext>
              </a:extLst>
            </p:cNvPr>
            <p:cNvSpPr>
              <a:spLocks noEditPoints="1"/>
            </p:cNvSpPr>
            <p:nvPr/>
          </p:nvSpPr>
          <p:spPr bwMode="auto">
            <a:xfrm>
              <a:off x="2637" y="2702"/>
              <a:ext cx="340" cy="341"/>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8" name="Freeform 726">
              <a:extLst>
                <a:ext uri="{FF2B5EF4-FFF2-40B4-BE49-F238E27FC236}">
                  <a16:creationId xmlns:a16="http://schemas.microsoft.com/office/drawing/2014/main" id="{00766CCC-375E-0383-EC27-29E5EBB71CB1}"/>
                </a:ext>
              </a:extLst>
            </p:cNvPr>
            <p:cNvSpPr>
              <a:spLocks/>
            </p:cNvSpPr>
            <p:nvPr/>
          </p:nvSpPr>
          <p:spPr bwMode="auto">
            <a:xfrm>
              <a:off x="2700" y="2793"/>
              <a:ext cx="213" cy="129"/>
            </a:xfrm>
            <a:custGeom>
              <a:avLst/>
              <a:gdLst>
                <a:gd name="T0" fmla="*/ 246 w 321"/>
                <a:gd name="T1" fmla="*/ 44 h 193"/>
                <a:gd name="T2" fmla="*/ 37 w 321"/>
                <a:gd name="T3" fmla="*/ 44 h 193"/>
                <a:gd name="T4" fmla="*/ 62 w 321"/>
                <a:gd name="T5" fmla="*/ 20 h 193"/>
                <a:gd name="T6" fmla="*/ 62 w 321"/>
                <a:gd name="T7" fmla="*/ 4 h 193"/>
                <a:gd name="T8" fmla="*/ 46 w 321"/>
                <a:gd name="T9" fmla="*/ 4 h 193"/>
                <a:gd name="T10" fmla="*/ 4 w 321"/>
                <a:gd name="T11" fmla="*/ 47 h 193"/>
                <a:gd name="T12" fmla="*/ 4 w 321"/>
                <a:gd name="T13" fmla="*/ 62 h 193"/>
                <a:gd name="T14" fmla="*/ 46 w 321"/>
                <a:gd name="T15" fmla="*/ 105 h 193"/>
                <a:gd name="T16" fmla="*/ 54 w 321"/>
                <a:gd name="T17" fmla="*/ 108 h 193"/>
                <a:gd name="T18" fmla="*/ 62 w 321"/>
                <a:gd name="T19" fmla="*/ 105 h 193"/>
                <a:gd name="T20" fmla="*/ 62 w 321"/>
                <a:gd name="T21" fmla="*/ 90 h 193"/>
                <a:gd name="T22" fmla="*/ 37 w 321"/>
                <a:gd name="T23" fmla="*/ 65 h 193"/>
                <a:gd name="T24" fmla="*/ 246 w 321"/>
                <a:gd name="T25" fmla="*/ 65 h 193"/>
                <a:gd name="T26" fmla="*/ 299 w 321"/>
                <a:gd name="T27" fmla="*/ 119 h 193"/>
                <a:gd name="T28" fmla="*/ 246 w 321"/>
                <a:gd name="T29" fmla="*/ 172 h 193"/>
                <a:gd name="T30" fmla="*/ 33 w 321"/>
                <a:gd name="T31" fmla="*/ 172 h 193"/>
                <a:gd name="T32" fmla="*/ 22 w 321"/>
                <a:gd name="T33" fmla="*/ 183 h 193"/>
                <a:gd name="T34" fmla="*/ 33 w 321"/>
                <a:gd name="T35" fmla="*/ 193 h 193"/>
                <a:gd name="T36" fmla="*/ 246 w 321"/>
                <a:gd name="T37" fmla="*/ 193 h 193"/>
                <a:gd name="T38" fmla="*/ 321 w 321"/>
                <a:gd name="T39" fmla="*/ 119 h 193"/>
                <a:gd name="T40" fmla="*/ 246 w 321"/>
                <a:gd name="T41" fmla="*/ 44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21" h="193">
                  <a:moveTo>
                    <a:pt x="246" y="44"/>
                  </a:moveTo>
                  <a:cubicBezTo>
                    <a:pt x="37" y="44"/>
                    <a:pt x="37" y="44"/>
                    <a:pt x="37" y="44"/>
                  </a:cubicBezTo>
                  <a:cubicBezTo>
                    <a:pt x="62" y="20"/>
                    <a:pt x="62" y="20"/>
                    <a:pt x="62" y="20"/>
                  </a:cubicBezTo>
                  <a:cubicBezTo>
                    <a:pt x="66" y="15"/>
                    <a:pt x="66" y="9"/>
                    <a:pt x="62" y="4"/>
                  </a:cubicBezTo>
                  <a:cubicBezTo>
                    <a:pt x="57" y="0"/>
                    <a:pt x="51" y="0"/>
                    <a:pt x="46" y="4"/>
                  </a:cubicBezTo>
                  <a:cubicBezTo>
                    <a:pt x="4" y="47"/>
                    <a:pt x="4" y="47"/>
                    <a:pt x="4" y="47"/>
                  </a:cubicBezTo>
                  <a:cubicBezTo>
                    <a:pt x="0" y="51"/>
                    <a:pt x="0" y="58"/>
                    <a:pt x="4" y="62"/>
                  </a:cubicBezTo>
                  <a:cubicBezTo>
                    <a:pt x="46" y="105"/>
                    <a:pt x="46" y="105"/>
                    <a:pt x="46" y="105"/>
                  </a:cubicBezTo>
                  <a:cubicBezTo>
                    <a:pt x="49" y="107"/>
                    <a:pt x="51" y="108"/>
                    <a:pt x="54" y="108"/>
                  </a:cubicBezTo>
                  <a:cubicBezTo>
                    <a:pt x="57" y="108"/>
                    <a:pt x="59" y="107"/>
                    <a:pt x="62" y="105"/>
                  </a:cubicBezTo>
                  <a:cubicBezTo>
                    <a:pt x="66" y="101"/>
                    <a:pt x="66" y="94"/>
                    <a:pt x="62" y="90"/>
                  </a:cubicBezTo>
                  <a:cubicBezTo>
                    <a:pt x="37" y="65"/>
                    <a:pt x="37" y="65"/>
                    <a:pt x="37" y="65"/>
                  </a:cubicBezTo>
                  <a:cubicBezTo>
                    <a:pt x="246" y="65"/>
                    <a:pt x="246" y="65"/>
                    <a:pt x="246" y="65"/>
                  </a:cubicBezTo>
                  <a:cubicBezTo>
                    <a:pt x="275" y="65"/>
                    <a:pt x="299" y="89"/>
                    <a:pt x="299" y="119"/>
                  </a:cubicBezTo>
                  <a:cubicBezTo>
                    <a:pt x="299" y="148"/>
                    <a:pt x="275" y="172"/>
                    <a:pt x="246" y="172"/>
                  </a:cubicBezTo>
                  <a:cubicBezTo>
                    <a:pt x="33" y="172"/>
                    <a:pt x="33" y="172"/>
                    <a:pt x="33" y="172"/>
                  </a:cubicBezTo>
                  <a:cubicBezTo>
                    <a:pt x="27" y="172"/>
                    <a:pt x="22" y="177"/>
                    <a:pt x="22" y="183"/>
                  </a:cubicBezTo>
                  <a:cubicBezTo>
                    <a:pt x="22" y="189"/>
                    <a:pt x="27" y="193"/>
                    <a:pt x="33" y="193"/>
                  </a:cubicBezTo>
                  <a:cubicBezTo>
                    <a:pt x="246" y="193"/>
                    <a:pt x="246" y="193"/>
                    <a:pt x="246" y="193"/>
                  </a:cubicBezTo>
                  <a:cubicBezTo>
                    <a:pt x="287" y="193"/>
                    <a:pt x="321" y="160"/>
                    <a:pt x="321" y="119"/>
                  </a:cubicBezTo>
                  <a:cubicBezTo>
                    <a:pt x="321" y="77"/>
                    <a:pt x="287" y="44"/>
                    <a:pt x="246" y="4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grpSp>
        <p:nvGrpSpPr>
          <p:cNvPr id="19" name="Group 213">
            <a:extLst>
              <a:ext uri="{FF2B5EF4-FFF2-40B4-BE49-F238E27FC236}">
                <a16:creationId xmlns:a16="http://schemas.microsoft.com/office/drawing/2014/main" id="{4B23A7B8-646C-C88F-5EB6-B0060247EF79}"/>
              </a:ext>
            </a:extLst>
          </p:cNvPr>
          <p:cNvGrpSpPr>
            <a:grpSpLocks noChangeAspect="1"/>
          </p:cNvGrpSpPr>
          <p:nvPr/>
        </p:nvGrpSpPr>
        <p:grpSpPr bwMode="auto">
          <a:xfrm>
            <a:off x="551434" y="3777811"/>
            <a:ext cx="288000" cy="287999"/>
            <a:chOff x="1157" y="771"/>
            <a:chExt cx="340" cy="340"/>
          </a:xfrm>
          <a:solidFill>
            <a:srgbClr val="012169"/>
          </a:solidFill>
        </p:grpSpPr>
        <p:sp>
          <p:nvSpPr>
            <p:cNvPr id="20" name="Freeform 214">
              <a:extLst>
                <a:ext uri="{FF2B5EF4-FFF2-40B4-BE49-F238E27FC236}">
                  <a16:creationId xmlns:a16="http://schemas.microsoft.com/office/drawing/2014/main" id="{C4665F81-EB53-BC5F-4E48-3FE5930C0E9C}"/>
                </a:ext>
              </a:extLst>
            </p:cNvPr>
            <p:cNvSpPr>
              <a:spLocks noEditPoints="1"/>
            </p:cNvSpPr>
            <p:nvPr/>
          </p:nvSpPr>
          <p:spPr bwMode="auto">
            <a:xfrm>
              <a:off x="1249" y="835"/>
              <a:ext cx="156" cy="212"/>
            </a:xfrm>
            <a:custGeom>
              <a:avLst/>
              <a:gdLst>
                <a:gd name="T0" fmla="*/ 224 w 235"/>
                <a:gd name="T1" fmla="*/ 106 h 320"/>
                <a:gd name="T2" fmla="*/ 214 w 235"/>
                <a:gd name="T3" fmla="*/ 106 h 320"/>
                <a:gd name="T4" fmla="*/ 214 w 235"/>
                <a:gd name="T5" fmla="*/ 32 h 320"/>
                <a:gd name="T6" fmla="*/ 203 w 235"/>
                <a:gd name="T7" fmla="*/ 21 h 320"/>
                <a:gd name="T8" fmla="*/ 171 w 235"/>
                <a:gd name="T9" fmla="*/ 21 h 320"/>
                <a:gd name="T10" fmla="*/ 171 w 235"/>
                <a:gd name="T11" fmla="*/ 10 h 320"/>
                <a:gd name="T12" fmla="*/ 160 w 235"/>
                <a:gd name="T13" fmla="*/ 0 h 320"/>
                <a:gd name="T14" fmla="*/ 54 w 235"/>
                <a:gd name="T15" fmla="*/ 0 h 320"/>
                <a:gd name="T16" fmla="*/ 43 w 235"/>
                <a:gd name="T17" fmla="*/ 10 h 320"/>
                <a:gd name="T18" fmla="*/ 43 w 235"/>
                <a:gd name="T19" fmla="*/ 21 h 320"/>
                <a:gd name="T20" fmla="*/ 11 w 235"/>
                <a:gd name="T21" fmla="*/ 21 h 320"/>
                <a:gd name="T22" fmla="*/ 0 w 235"/>
                <a:gd name="T23" fmla="*/ 32 h 320"/>
                <a:gd name="T24" fmla="*/ 0 w 235"/>
                <a:gd name="T25" fmla="*/ 309 h 320"/>
                <a:gd name="T26" fmla="*/ 11 w 235"/>
                <a:gd name="T27" fmla="*/ 320 h 320"/>
                <a:gd name="T28" fmla="*/ 224 w 235"/>
                <a:gd name="T29" fmla="*/ 320 h 320"/>
                <a:gd name="T30" fmla="*/ 235 w 235"/>
                <a:gd name="T31" fmla="*/ 309 h 320"/>
                <a:gd name="T32" fmla="*/ 235 w 235"/>
                <a:gd name="T33" fmla="*/ 117 h 320"/>
                <a:gd name="T34" fmla="*/ 224 w 235"/>
                <a:gd name="T35" fmla="*/ 106 h 320"/>
                <a:gd name="T36" fmla="*/ 150 w 235"/>
                <a:gd name="T37" fmla="*/ 21 h 320"/>
                <a:gd name="T38" fmla="*/ 150 w 235"/>
                <a:gd name="T39" fmla="*/ 42 h 320"/>
                <a:gd name="T40" fmla="*/ 64 w 235"/>
                <a:gd name="T41" fmla="*/ 42 h 320"/>
                <a:gd name="T42" fmla="*/ 64 w 235"/>
                <a:gd name="T43" fmla="*/ 32 h 320"/>
                <a:gd name="T44" fmla="*/ 64 w 235"/>
                <a:gd name="T45" fmla="*/ 32 h 320"/>
                <a:gd name="T46" fmla="*/ 64 w 235"/>
                <a:gd name="T47" fmla="*/ 32 h 320"/>
                <a:gd name="T48" fmla="*/ 64 w 235"/>
                <a:gd name="T49" fmla="*/ 21 h 320"/>
                <a:gd name="T50" fmla="*/ 150 w 235"/>
                <a:gd name="T51" fmla="*/ 21 h 320"/>
                <a:gd name="T52" fmla="*/ 22 w 235"/>
                <a:gd name="T53" fmla="*/ 42 h 320"/>
                <a:gd name="T54" fmla="*/ 43 w 235"/>
                <a:gd name="T55" fmla="*/ 42 h 320"/>
                <a:gd name="T56" fmla="*/ 43 w 235"/>
                <a:gd name="T57" fmla="*/ 53 h 320"/>
                <a:gd name="T58" fmla="*/ 54 w 235"/>
                <a:gd name="T59" fmla="*/ 64 h 320"/>
                <a:gd name="T60" fmla="*/ 160 w 235"/>
                <a:gd name="T61" fmla="*/ 64 h 320"/>
                <a:gd name="T62" fmla="*/ 171 w 235"/>
                <a:gd name="T63" fmla="*/ 53 h 320"/>
                <a:gd name="T64" fmla="*/ 171 w 235"/>
                <a:gd name="T65" fmla="*/ 42 h 320"/>
                <a:gd name="T66" fmla="*/ 192 w 235"/>
                <a:gd name="T67" fmla="*/ 42 h 320"/>
                <a:gd name="T68" fmla="*/ 192 w 235"/>
                <a:gd name="T69" fmla="*/ 106 h 320"/>
                <a:gd name="T70" fmla="*/ 75 w 235"/>
                <a:gd name="T71" fmla="*/ 106 h 320"/>
                <a:gd name="T72" fmla="*/ 64 w 235"/>
                <a:gd name="T73" fmla="*/ 117 h 320"/>
                <a:gd name="T74" fmla="*/ 64 w 235"/>
                <a:gd name="T75" fmla="*/ 298 h 320"/>
                <a:gd name="T76" fmla="*/ 22 w 235"/>
                <a:gd name="T77" fmla="*/ 298 h 320"/>
                <a:gd name="T78" fmla="*/ 22 w 235"/>
                <a:gd name="T79" fmla="*/ 42 h 320"/>
                <a:gd name="T80" fmla="*/ 214 w 235"/>
                <a:gd name="T81" fmla="*/ 298 h 320"/>
                <a:gd name="T82" fmla="*/ 86 w 235"/>
                <a:gd name="T83" fmla="*/ 298 h 320"/>
                <a:gd name="T84" fmla="*/ 86 w 235"/>
                <a:gd name="T85" fmla="*/ 128 h 320"/>
                <a:gd name="T86" fmla="*/ 214 w 235"/>
                <a:gd name="T87" fmla="*/ 128 h 320"/>
                <a:gd name="T88" fmla="*/ 214 w 235"/>
                <a:gd name="T89" fmla="*/ 298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35" h="320">
                  <a:moveTo>
                    <a:pt x="224" y="106"/>
                  </a:moveTo>
                  <a:cubicBezTo>
                    <a:pt x="214" y="106"/>
                    <a:pt x="214" y="106"/>
                    <a:pt x="214" y="106"/>
                  </a:cubicBezTo>
                  <a:cubicBezTo>
                    <a:pt x="214" y="32"/>
                    <a:pt x="214" y="32"/>
                    <a:pt x="214" y="32"/>
                  </a:cubicBezTo>
                  <a:cubicBezTo>
                    <a:pt x="214" y="26"/>
                    <a:pt x="209" y="21"/>
                    <a:pt x="203" y="21"/>
                  </a:cubicBezTo>
                  <a:cubicBezTo>
                    <a:pt x="171" y="21"/>
                    <a:pt x="171" y="21"/>
                    <a:pt x="171" y="21"/>
                  </a:cubicBezTo>
                  <a:cubicBezTo>
                    <a:pt x="171" y="10"/>
                    <a:pt x="171" y="10"/>
                    <a:pt x="171" y="10"/>
                  </a:cubicBezTo>
                  <a:cubicBezTo>
                    <a:pt x="171" y="4"/>
                    <a:pt x="166" y="0"/>
                    <a:pt x="160" y="0"/>
                  </a:cubicBezTo>
                  <a:cubicBezTo>
                    <a:pt x="54" y="0"/>
                    <a:pt x="54" y="0"/>
                    <a:pt x="54" y="0"/>
                  </a:cubicBezTo>
                  <a:cubicBezTo>
                    <a:pt x="48" y="0"/>
                    <a:pt x="43" y="4"/>
                    <a:pt x="43" y="10"/>
                  </a:cubicBezTo>
                  <a:cubicBezTo>
                    <a:pt x="43" y="21"/>
                    <a:pt x="43" y="21"/>
                    <a:pt x="43" y="21"/>
                  </a:cubicBezTo>
                  <a:cubicBezTo>
                    <a:pt x="11" y="21"/>
                    <a:pt x="11" y="21"/>
                    <a:pt x="11" y="21"/>
                  </a:cubicBezTo>
                  <a:cubicBezTo>
                    <a:pt x="5" y="21"/>
                    <a:pt x="0" y="26"/>
                    <a:pt x="0" y="32"/>
                  </a:cubicBezTo>
                  <a:cubicBezTo>
                    <a:pt x="0" y="309"/>
                    <a:pt x="0" y="309"/>
                    <a:pt x="0" y="309"/>
                  </a:cubicBezTo>
                  <a:cubicBezTo>
                    <a:pt x="0" y="315"/>
                    <a:pt x="5" y="320"/>
                    <a:pt x="11" y="320"/>
                  </a:cubicBezTo>
                  <a:cubicBezTo>
                    <a:pt x="224" y="320"/>
                    <a:pt x="224" y="320"/>
                    <a:pt x="224" y="320"/>
                  </a:cubicBezTo>
                  <a:cubicBezTo>
                    <a:pt x="230" y="320"/>
                    <a:pt x="235" y="315"/>
                    <a:pt x="235" y="309"/>
                  </a:cubicBezTo>
                  <a:cubicBezTo>
                    <a:pt x="235" y="117"/>
                    <a:pt x="235" y="117"/>
                    <a:pt x="235" y="117"/>
                  </a:cubicBezTo>
                  <a:cubicBezTo>
                    <a:pt x="235" y="111"/>
                    <a:pt x="230" y="106"/>
                    <a:pt x="224" y="106"/>
                  </a:cubicBezTo>
                  <a:close/>
                  <a:moveTo>
                    <a:pt x="150" y="21"/>
                  </a:moveTo>
                  <a:cubicBezTo>
                    <a:pt x="150" y="42"/>
                    <a:pt x="150" y="42"/>
                    <a:pt x="150" y="42"/>
                  </a:cubicBezTo>
                  <a:cubicBezTo>
                    <a:pt x="64" y="42"/>
                    <a:pt x="64" y="42"/>
                    <a:pt x="64" y="42"/>
                  </a:cubicBezTo>
                  <a:cubicBezTo>
                    <a:pt x="64" y="32"/>
                    <a:pt x="64" y="32"/>
                    <a:pt x="64" y="32"/>
                  </a:cubicBezTo>
                  <a:cubicBezTo>
                    <a:pt x="64" y="32"/>
                    <a:pt x="64" y="32"/>
                    <a:pt x="64" y="32"/>
                  </a:cubicBezTo>
                  <a:cubicBezTo>
                    <a:pt x="64" y="32"/>
                    <a:pt x="64" y="32"/>
                    <a:pt x="64" y="32"/>
                  </a:cubicBezTo>
                  <a:cubicBezTo>
                    <a:pt x="64" y="21"/>
                    <a:pt x="64" y="21"/>
                    <a:pt x="64" y="21"/>
                  </a:cubicBezTo>
                  <a:lnTo>
                    <a:pt x="150" y="21"/>
                  </a:lnTo>
                  <a:close/>
                  <a:moveTo>
                    <a:pt x="22" y="42"/>
                  </a:moveTo>
                  <a:cubicBezTo>
                    <a:pt x="43" y="42"/>
                    <a:pt x="43" y="42"/>
                    <a:pt x="43" y="42"/>
                  </a:cubicBezTo>
                  <a:cubicBezTo>
                    <a:pt x="43" y="53"/>
                    <a:pt x="43" y="53"/>
                    <a:pt x="43" y="53"/>
                  </a:cubicBezTo>
                  <a:cubicBezTo>
                    <a:pt x="43" y="59"/>
                    <a:pt x="48" y="64"/>
                    <a:pt x="54" y="64"/>
                  </a:cubicBezTo>
                  <a:cubicBezTo>
                    <a:pt x="160" y="64"/>
                    <a:pt x="160" y="64"/>
                    <a:pt x="160" y="64"/>
                  </a:cubicBezTo>
                  <a:cubicBezTo>
                    <a:pt x="166" y="64"/>
                    <a:pt x="171" y="59"/>
                    <a:pt x="171" y="53"/>
                  </a:cubicBezTo>
                  <a:cubicBezTo>
                    <a:pt x="171" y="42"/>
                    <a:pt x="171" y="42"/>
                    <a:pt x="171" y="42"/>
                  </a:cubicBezTo>
                  <a:cubicBezTo>
                    <a:pt x="192" y="42"/>
                    <a:pt x="192" y="42"/>
                    <a:pt x="192" y="42"/>
                  </a:cubicBezTo>
                  <a:cubicBezTo>
                    <a:pt x="192" y="106"/>
                    <a:pt x="192" y="106"/>
                    <a:pt x="192" y="106"/>
                  </a:cubicBezTo>
                  <a:cubicBezTo>
                    <a:pt x="75" y="106"/>
                    <a:pt x="75" y="106"/>
                    <a:pt x="75" y="106"/>
                  </a:cubicBezTo>
                  <a:cubicBezTo>
                    <a:pt x="69" y="106"/>
                    <a:pt x="64" y="111"/>
                    <a:pt x="64" y="117"/>
                  </a:cubicBezTo>
                  <a:cubicBezTo>
                    <a:pt x="64" y="298"/>
                    <a:pt x="64" y="298"/>
                    <a:pt x="64" y="298"/>
                  </a:cubicBezTo>
                  <a:cubicBezTo>
                    <a:pt x="22" y="298"/>
                    <a:pt x="22" y="298"/>
                    <a:pt x="22" y="298"/>
                  </a:cubicBezTo>
                  <a:lnTo>
                    <a:pt x="22" y="42"/>
                  </a:lnTo>
                  <a:close/>
                  <a:moveTo>
                    <a:pt x="214" y="298"/>
                  </a:moveTo>
                  <a:cubicBezTo>
                    <a:pt x="86" y="298"/>
                    <a:pt x="86" y="298"/>
                    <a:pt x="86" y="298"/>
                  </a:cubicBezTo>
                  <a:cubicBezTo>
                    <a:pt x="86" y="128"/>
                    <a:pt x="86" y="128"/>
                    <a:pt x="86" y="128"/>
                  </a:cubicBezTo>
                  <a:cubicBezTo>
                    <a:pt x="214" y="128"/>
                    <a:pt x="214" y="128"/>
                    <a:pt x="214" y="128"/>
                  </a:cubicBezTo>
                  <a:lnTo>
                    <a:pt x="214" y="2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1" name="Freeform 215">
              <a:extLst>
                <a:ext uri="{FF2B5EF4-FFF2-40B4-BE49-F238E27FC236}">
                  <a16:creationId xmlns:a16="http://schemas.microsoft.com/office/drawing/2014/main" id="{5922D77F-4C75-960A-ACA5-2133F535E1D8}"/>
                </a:ext>
              </a:extLst>
            </p:cNvPr>
            <p:cNvSpPr>
              <a:spLocks/>
            </p:cNvSpPr>
            <p:nvPr/>
          </p:nvSpPr>
          <p:spPr bwMode="auto">
            <a:xfrm>
              <a:off x="1320" y="941"/>
              <a:ext cx="56" cy="14"/>
            </a:xfrm>
            <a:custGeom>
              <a:avLst/>
              <a:gdLst>
                <a:gd name="T0" fmla="*/ 75 w 85"/>
                <a:gd name="T1" fmla="*/ 0 h 21"/>
                <a:gd name="T2" fmla="*/ 11 w 85"/>
                <a:gd name="T3" fmla="*/ 0 h 21"/>
                <a:gd name="T4" fmla="*/ 0 w 85"/>
                <a:gd name="T5" fmla="*/ 10 h 21"/>
                <a:gd name="T6" fmla="*/ 11 w 85"/>
                <a:gd name="T7" fmla="*/ 21 h 21"/>
                <a:gd name="T8" fmla="*/ 75 w 85"/>
                <a:gd name="T9" fmla="*/ 21 h 21"/>
                <a:gd name="T10" fmla="*/ 85 w 85"/>
                <a:gd name="T11" fmla="*/ 10 h 21"/>
                <a:gd name="T12" fmla="*/ 75 w 85"/>
                <a:gd name="T13" fmla="*/ 0 h 21"/>
              </a:gdLst>
              <a:ahLst/>
              <a:cxnLst>
                <a:cxn ang="0">
                  <a:pos x="T0" y="T1"/>
                </a:cxn>
                <a:cxn ang="0">
                  <a:pos x="T2" y="T3"/>
                </a:cxn>
                <a:cxn ang="0">
                  <a:pos x="T4" y="T5"/>
                </a:cxn>
                <a:cxn ang="0">
                  <a:pos x="T6" y="T7"/>
                </a:cxn>
                <a:cxn ang="0">
                  <a:pos x="T8" y="T9"/>
                </a:cxn>
                <a:cxn ang="0">
                  <a:pos x="T10" y="T11"/>
                </a:cxn>
                <a:cxn ang="0">
                  <a:pos x="T12" y="T13"/>
                </a:cxn>
              </a:cxnLst>
              <a:rect l="0" t="0" r="r" b="b"/>
              <a:pathLst>
                <a:path w="85" h="21">
                  <a:moveTo>
                    <a:pt x="75" y="0"/>
                  </a:moveTo>
                  <a:cubicBezTo>
                    <a:pt x="11" y="0"/>
                    <a:pt x="11" y="0"/>
                    <a:pt x="11" y="0"/>
                  </a:cubicBezTo>
                  <a:cubicBezTo>
                    <a:pt x="5" y="0"/>
                    <a:pt x="0" y="4"/>
                    <a:pt x="0" y="10"/>
                  </a:cubicBezTo>
                  <a:cubicBezTo>
                    <a:pt x="0" y="16"/>
                    <a:pt x="5" y="21"/>
                    <a:pt x="11" y="21"/>
                  </a:cubicBezTo>
                  <a:cubicBezTo>
                    <a:pt x="75" y="21"/>
                    <a:pt x="75" y="21"/>
                    <a:pt x="75" y="21"/>
                  </a:cubicBezTo>
                  <a:cubicBezTo>
                    <a:pt x="81" y="21"/>
                    <a:pt x="85" y="16"/>
                    <a:pt x="85" y="10"/>
                  </a:cubicBezTo>
                  <a:cubicBezTo>
                    <a:pt x="85" y="4"/>
                    <a:pt x="81" y="0"/>
                    <a:pt x="75"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2" name="Freeform 216">
              <a:extLst>
                <a:ext uri="{FF2B5EF4-FFF2-40B4-BE49-F238E27FC236}">
                  <a16:creationId xmlns:a16="http://schemas.microsoft.com/office/drawing/2014/main" id="{9F7573CB-7D2A-CC1B-8811-4F05C21431DF}"/>
                </a:ext>
              </a:extLst>
            </p:cNvPr>
            <p:cNvSpPr>
              <a:spLocks/>
            </p:cNvSpPr>
            <p:nvPr/>
          </p:nvSpPr>
          <p:spPr bwMode="auto">
            <a:xfrm>
              <a:off x="1320" y="969"/>
              <a:ext cx="56" cy="14"/>
            </a:xfrm>
            <a:custGeom>
              <a:avLst/>
              <a:gdLst>
                <a:gd name="T0" fmla="*/ 75 w 85"/>
                <a:gd name="T1" fmla="*/ 0 h 22"/>
                <a:gd name="T2" fmla="*/ 11 w 85"/>
                <a:gd name="T3" fmla="*/ 0 h 22"/>
                <a:gd name="T4" fmla="*/ 0 w 85"/>
                <a:gd name="T5" fmla="*/ 11 h 22"/>
                <a:gd name="T6" fmla="*/ 11 w 85"/>
                <a:gd name="T7" fmla="*/ 22 h 22"/>
                <a:gd name="T8" fmla="*/ 75 w 85"/>
                <a:gd name="T9" fmla="*/ 22 h 22"/>
                <a:gd name="T10" fmla="*/ 85 w 85"/>
                <a:gd name="T11" fmla="*/ 11 h 22"/>
                <a:gd name="T12" fmla="*/ 75 w 85"/>
                <a:gd name="T13" fmla="*/ 0 h 22"/>
              </a:gdLst>
              <a:ahLst/>
              <a:cxnLst>
                <a:cxn ang="0">
                  <a:pos x="T0" y="T1"/>
                </a:cxn>
                <a:cxn ang="0">
                  <a:pos x="T2" y="T3"/>
                </a:cxn>
                <a:cxn ang="0">
                  <a:pos x="T4" y="T5"/>
                </a:cxn>
                <a:cxn ang="0">
                  <a:pos x="T6" y="T7"/>
                </a:cxn>
                <a:cxn ang="0">
                  <a:pos x="T8" y="T9"/>
                </a:cxn>
                <a:cxn ang="0">
                  <a:pos x="T10" y="T11"/>
                </a:cxn>
                <a:cxn ang="0">
                  <a:pos x="T12" y="T13"/>
                </a:cxn>
              </a:cxnLst>
              <a:rect l="0" t="0" r="r" b="b"/>
              <a:pathLst>
                <a:path w="85" h="22">
                  <a:moveTo>
                    <a:pt x="75" y="0"/>
                  </a:moveTo>
                  <a:cubicBezTo>
                    <a:pt x="11" y="0"/>
                    <a:pt x="11" y="0"/>
                    <a:pt x="11" y="0"/>
                  </a:cubicBezTo>
                  <a:cubicBezTo>
                    <a:pt x="5" y="0"/>
                    <a:pt x="0" y="5"/>
                    <a:pt x="0" y="11"/>
                  </a:cubicBezTo>
                  <a:cubicBezTo>
                    <a:pt x="0" y="17"/>
                    <a:pt x="5" y="22"/>
                    <a:pt x="11" y="22"/>
                  </a:cubicBezTo>
                  <a:cubicBezTo>
                    <a:pt x="75" y="22"/>
                    <a:pt x="75" y="22"/>
                    <a:pt x="75" y="22"/>
                  </a:cubicBezTo>
                  <a:cubicBezTo>
                    <a:pt x="81" y="22"/>
                    <a:pt x="85" y="17"/>
                    <a:pt x="85" y="11"/>
                  </a:cubicBezTo>
                  <a:cubicBezTo>
                    <a:pt x="85" y="5"/>
                    <a:pt x="81" y="0"/>
                    <a:pt x="75"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3" name="Freeform 217">
              <a:extLst>
                <a:ext uri="{FF2B5EF4-FFF2-40B4-BE49-F238E27FC236}">
                  <a16:creationId xmlns:a16="http://schemas.microsoft.com/office/drawing/2014/main" id="{F676E273-7FEC-EB44-8447-512EA0122550}"/>
                </a:ext>
              </a:extLst>
            </p:cNvPr>
            <p:cNvSpPr>
              <a:spLocks/>
            </p:cNvSpPr>
            <p:nvPr/>
          </p:nvSpPr>
          <p:spPr bwMode="auto">
            <a:xfrm>
              <a:off x="1320" y="997"/>
              <a:ext cx="56" cy="14"/>
            </a:xfrm>
            <a:custGeom>
              <a:avLst/>
              <a:gdLst>
                <a:gd name="T0" fmla="*/ 75 w 85"/>
                <a:gd name="T1" fmla="*/ 0 h 21"/>
                <a:gd name="T2" fmla="*/ 11 w 85"/>
                <a:gd name="T3" fmla="*/ 0 h 21"/>
                <a:gd name="T4" fmla="*/ 0 w 85"/>
                <a:gd name="T5" fmla="*/ 11 h 21"/>
                <a:gd name="T6" fmla="*/ 11 w 85"/>
                <a:gd name="T7" fmla="*/ 21 h 21"/>
                <a:gd name="T8" fmla="*/ 75 w 85"/>
                <a:gd name="T9" fmla="*/ 21 h 21"/>
                <a:gd name="T10" fmla="*/ 85 w 85"/>
                <a:gd name="T11" fmla="*/ 11 h 21"/>
                <a:gd name="T12" fmla="*/ 75 w 85"/>
                <a:gd name="T13" fmla="*/ 0 h 21"/>
              </a:gdLst>
              <a:ahLst/>
              <a:cxnLst>
                <a:cxn ang="0">
                  <a:pos x="T0" y="T1"/>
                </a:cxn>
                <a:cxn ang="0">
                  <a:pos x="T2" y="T3"/>
                </a:cxn>
                <a:cxn ang="0">
                  <a:pos x="T4" y="T5"/>
                </a:cxn>
                <a:cxn ang="0">
                  <a:pos x="T6" y="T7"/>
                </a:cxn>
                <a:cxn ang="0">
                  <a:pos x="T8" y="T9"/>
                </a:cxn>
                <a:cxn ang="0">
                  <a:pos x="T10" y="T11"/>
                </a:cxn>
                <a:cxn ang="0">
                  <a:pos x="T12" y="T13"/>
                </a:cxn>
              </a:cxnLst>
              <a:rect l="0" t="0" r="r" b="b"/>
              <a:pathLst>
                <a:path w="85" h="21">
                  <a:moveTo>
                    <a:pt x="75" y="0"/>
                  </a:moveTo>
                  <a:cubicBezTo>
                    <a:pt x="11" y="0"/>
                    <a:pt x="11" y="0"/>
                    <a:pt x="11" y="0"/>
                  </a:cubicBezTo>
                  <a:cubicBezTo>
                    <a:pt x="5" y="0"/>
                    <a:pt x="0" y="5"/>
                    <a:pt x="0" y="11"/>
                  </a:cubicBezTo>
                  <a:cubicBezTo>
                    <a:pt x="0" y="17"/>
                    <a:pt x="5" y="21"/>
                    <a:pt x="11" y="21"/>
                  </a:cubicBezTo>
                  <a:cubicBezTo>
                    <a:pt x="75" y="21"/>
                    <a:pt x="75" y="21"/>
                    <a:pt x="75" y="21"/>
                  </a:cubicBezTo>
                  <a:cubicBezTo>
                    <a:pt x="81" y="21"/>
                    <a:pt x="85" y="17"/>
                    <a:pt x="85" y="11"/>
                  </a:cubicBezTo>
                  <a:cubicBezTo>
                    <a:pt x="85" y="5"/>
                    <a:pt x="81" y="0"/>
                    <a:pt x="75"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4" name="Freeform 218">
              <a:extLst>
                <a:ext uri="{FF2B5EF4-FFF2-40B4-BE49-F238E27FC236}">
                  <a16:creationId xmlns:a16="http://schemas.microsoft.com/office/drawing/2014/main" id="{6A78B348-1BCC-F0EA-CDD4-02218C1C6E7E}"/>
                </a:ext>
              </a:extLst>
            </p:cNvPr>
            <p:cNvSpPr>
              <a:spLocks noEditPoints="1"/>
            </p:cNvSpPr>
            <p:nvPr/>
          </p:nvSpPr>
          <p:spPr bwMode="auto">
            <a:xfrm>
              <a:off x="1157" y="771"/>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grpSp>
        <p:nvGrpSpPr>
          <p:cNvPr id="25" name="Group 64">
            <a:extLst>
              <a:ext uri="{FF2B5EF4-FFF2-40B4-BE49-F238E27FC236}">
                <a16:creationId xmlns:a16="http://schemas.microsoft.com/office/drawing/2014/main" id="{199E9DF3-62AD-9BDE-9D28-FDF324AAE780}"/>
              </a:ext>
            </a:extLst>
          </p:cNvPr>
          <p:cNvGrpSpPr>
            <a:grpSpLocks noChangeAspect="1"/>
          </p:cNvGrpSpPr>
          <p:nvPr/>
        </p:nvGrpSpPr>
        <p:grpSpPr bwMode="auto">
          <a:xfrm>
            <a:off x="551434" y="4205051"/>
            <a:ext cx="288000" cy="288000"/>
            <a:chOff x="5009" y="6"/>
            <a:chExt cx="340" cy="340"/>
          </a:xfrm>
          <a:solidFill>
            <a:srgbClr val="012169"/>
          </a:solidFill>
        </p:grpSpPr>
        <p:sp>
          <p:nvSpPr>
            <p:cNvPr id="26" name="Freeform 65">
              <a:extLst>
                <a:ext uri="{FF2B5EF4-FFF2-40B4-BE49-F238E27FC236}">
                  <a16:creationId xmlns:a16="http://schemas.microsoft.com/office/drawing/2014/main" id="{2529E2C7-3517-69C9-6D86-18CE059FFEBA}"/>
                </a:ext>
              </a:extLst>
            </p:cNvPr>
            <p:cNvSpPr>
              <a:spLocks noEditPoints="1"/>
            </p:cNvSpPr>
            <p:nvPr/>
          </p:nvSpPr>
          <p:spPr bwMode="auto">
            <a:xfrm>
              <a:off x="5009" y="6"/>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7" name="Freeform 66">
              <a:extLst>
                <a:ext uri="{FF2B5EF4-FFF2-40B4-BE49-F238E27FC236}">
                  <a16:creationId xmlns:a16="http://schemas.microsoft.com/office/drawing/2014/main" id="{493E0635-591D-38C9-DCAC-ED5CE649B5B5}"/>
                </a:ext>
              </a:extLst>
            </p:cNvPr>
            <p:cNvSpPr>
              <a:spLocks noEditPoints="1"/>
            </p:cNvSpPr>
            <p:nvPr/>
          </p:nvSpPr>
          <p:spPr bwMode="auto">
            <a:xfrm>
              <a:off x="5073" y="98"/>
              <a:ext cx="212" cy="156"/>
            </a:xfrm>
            <a:custGeom>
              <a:avLst/>
              <a:gdLst>
                <a:gd name="T0" fmla="*/ 10 w 320"/>
                <a:gd name="T1" fmla="*/ 235 h 235"/>
                <a:gd name="T2" fmla="*/ 10 w 320"/>
                <a:gd name="T3" fmla="*/ 235 h 235"/>
                <a:gd name="T4" fmla="*/ 4 w 320"/>
                <a:gd name="T5" fmla="*/ 233 h 235"/>
                <a:gd name="T6" fmla="*/ 2 w 320"/>
                <a:gd name="T7" fmla="*/ 231 h 235"/>
                <a:gd name="T8" fmla="*/ 2 w 320"/>
                <a:gd name="T9" fmla="*/ 231 h 235"/>
                <a:gd name="T10" fmla="*/ 2 w 320"/>
                <a:gd name="T11" fmla="*/ 231 h 235"/>
                <a:gd name="T12" fmla="*/ 0 w 320"/>
                <a:gd name="T13" fmla="*/ 224 h 235"/>
                <a:gd name="T14" fmla="*/ 0 w 320"/>
                <a:gd name="T15" fmla="*/ 224 h 235"/>
                <a:gd name="T16" fmla="*/ 0 w 320"/>
                <a:gd name="T17" fmla="*/ 224 h 235"/>
                <a:gd name="T18" fmla="*/ 0 w 320"/>
                <a:gd name="T19" fmla="*/ 224 h 235"/>
                <a:gd name="T20" fmla="*/ 0 w 320"/>
                <a:gd name="T21" fmla="*/ 224 h 235"/>
                <a:gd name="T22" fmla="*/ 0 w 320"/>
                <a:gd name="T23" fmla="*/ 11 h 235"/>
                <a:gd name="T24" fmla="*/ 10 w 320"/>
                <a:gd name="T25" fmla="*/ 0 h 235"/>
                <a:gd name="T26" fmla="*/ 74 w 320"/>
                <a:gd name="T27" fmla="*/ 0 h 235"/>
                <a:gd name="T28" fmla="*/ 82 w 320"/>
                <a:gd name="T29" fmla="*/ 3 h 235"/>
                <a:gd name="T30" fmla="*/ 100 w 320"/>
                <a:gd name="T31" fmla="*/ 22 h 235"/>
                <a:gd name="T32" fmla="*/ 266 w 320"/>
                <a:gd name="T33" fmla="*/ 22 h 235"/>
                <a:gd name="T34" fmla="*/ 277 w 320"/>
                <a:gd name="T35" fmla="*/ 32 h 235"/>
                <a:gd name="T36" fmla="*/ 277 w 320"/>
                <a:gd name="T37" fmla="*/ 64 h 235"/>
                <a:gd name="T38" fmla="*/ 309 w 320"/>
                <a:gd name="T39" fmla="*/ 64 h 235"/>
                <a:gd name="T40" fmla="*/ 318 w 320"/>
                <a:gd name="T41" fmla="*/ 69 h 235"/>
                <a:gd name="T42" fmla="*/ 319 w 320"/>
                <a:gd name="T43" fmla="*/ 78 h 235"/>
                <a:gd name="T44" fmla="*/ 277 w 320"/>
                <a:gd name="T45" fmla="*/ 227 h 235"/>
                <a:gd name="T46" fmla="*/ 266 w 320"/>
                <a:gd name="T47" fmla="*/ 235 h 235"/>
                <a:gd name="T48" fmla="*/ 10 w 320"/>
                <a:gd name="T49" fmla="*/ 235 h 235"/>
                <a:gd name="T50" fmla="*/ 10 w 320"/>
                <a:gd name="T51" fmla="*/ 235 h 235"/>
                <a:gd name="T52" fmla="*/ 25 w 320"/>
                <a:gd name="T53" fmla="*/ 214 h 235"/>
                <a:gd name="T54" fmla="*/ 258 w 320"/>
                <a:gd name="T55" fmla="*/ 214 h 235"/>
                <a:gd name="T56" fmla="*/ 295 w 320"/>
                <a:gd name="T57" fmla="*/ 86 h 235"/>
                <a:gd name="T58" fmla="*/ 71 w 320"/>
                <a:gd name="T59" fmla="*/ 86 h 235"/>
                <a:gd name="T60" fmla="*/ 25 w 320"/>
                <a:gd name="T61" fmla="*/ 214 h 235"/>
                <a:gd name="T62" fmla="*/ 21 w 320"/>
                <a:gd name="T63" fmla="*/ 22 h 235"/>
                <a:gd name="T64" fmla="*/ 21 w 320"/>
                <a:gd name="T65" fmla="*/ 163 h 235"/>
                <a:gd name="T66" fmla="*/ 54 w 320"/>
                <a:gd name="T67" fmla="*/ 71 h 235"/>
                <a:gd name="T68" fmla="*/ 64 w 320"/>
                <a:gd name="T69" fmla="*/ 64 h 235"/>
                <a:gd name="T70" fmla="*/ 256 w 320"/>
                <a:gd name="T71" fmla="*/ 64 h 235"/>
                <a:gd name="T72" fmla="*/ 256 w 320"/>
                <a:gd name="T73" fmla="*/ 43 h 235"/>
                <a:gd name="T74" fmla="*/ 96 w 320"/>
                <a:gd name="T75" fmla="*/ 43 h 235"/>
                <a:gd name="T76" fmla="*/ 88 w 320"/>
                <a:gd name="T77" fmla="*/ 40 h 235"/>
                <a:gd name="T78" fmla="*/ 70 w 320"/>
                <a:gd name="T79" fmla="*/ 22 h 235"/>
                <a:gd name="T80" fmla="*/ 21 w 320"/>
                <a:gd name="T81" fmla="*/ 22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20" h="235">
                  <a:moveTo>
                    <a:pt x="10" y="235"/>
                  </a:moveTo>
                  <a:cubicBezTo>
                    <a:pt x="10" y="235"/>
                    <a:pt x="10" y="235"/>
                    <a:pt x="10" y="235"/>
                  </a:cubicBezTo>
                  <a:cubicBezTo>
                    <a:pt x="8" y="235"/>
                    <a:pt x="6" y="234"/>
                    <a:pt x="4" y="233"/>
                  </a:cubicBezTo>
                  <a:cubicBezTo>
                    <a:pt x="4" y="232"/>
                    <a:pt x="3" y="232"/>
                    <a:pt x="2" y="231"/>
                  </a:cubicBezTo>
                  <a:cubicBezTo>
                    <a:pt x="2" y="231"/>
                    <a:pt x="2" y="231"/>
                    <a:pt x="2" y="231"/>
                  </a:cubicBezTo>
                  <a:cubicBezTo>
                    <a:pt x="2" y="231"/>
                    <a:pt x="2" y="231"/>
                    <a:pt x="2" y="231"/>
                  </a:cubicBezTo>
                  <a:cubicBezTo>
                    <a:pt x="1" y="229"/>
                    <a:pt x="0" y="227"/>
                    <a:pt x="0" y="224"/>
                  </a:cubicBezTo>
                  <a:cubicBezTo>
                    <a:pt x="0" y="224"/>
                    <a:pt x="0" y="224"/>
                    <a:pt x="0" y="224"/>
                  </a:cubicBezTo>
                  <a:cubicBezTo>
                    <a:pt x="0" y="224"/>
                    <a:pt x="0" y="224"/>
                    <a:pt x="0" y="224"/>
                  </a:cubicBezTo>
                  <a:cubicBezTo>
                    <a:pt x="0" y="224"/>
                    <a:pt x="0" y="224"/>
                    <a:pt x="0" y="224"/>
                  </a:cubicBezTo>
                  <a:cubicBezTo>
                    <a:pt x="0" y="224"/>
                    <a:pt x="0" y="224"/>
                    <a:pt x="0" y="224"/>
                  </a:cubicBezTo>
                  <a:cubicBezTo>
                    <a:pt x="0" y="11"/>
                    <a:pt x="0" y="11"/>
                    <a:pt x="0" y="11"/>
                  </a:cubicBezTo>
                  <a:cubicBezTo>
                    <a:pt x="0" y="5"/>
                    <a:pt x="4" y="0"/>
                    <a:pt x="10" y="0"/>
                  </a:cubicBezTo>
                  <a:cubicBezTo>
                    <a:pt x="74" y="0"/>
                    <a:pt x="74" y="0"/>
                    <a:pt x="74" y="0"/>
                  </a:cubicBezTo>
                  <a:cubicBezTo>
                    <a:pt x="77" y="0"/>
                    <a:pt x="80" y="1"/>
                    <a:pt x="82" y="3"/>
                  </a:cubicBezTo>
                  <a:cubicBezTo>
                    <a:pt x="100" y="22"/>
                    <a:pt x="100" y="22"/>
                    <a:pt x="100" y="22"/>
                  </a:cubicBezTo>
                  <a:cubicBezTo>
                    <a:pt x="266" y="22"/>
                    <a:pt x="266" y="22"/>
                    <a:pt x="266" y="22"/>
                  </a:cubicBezTo>
                  <a:cubicBezTo>
                    <a:pt x="272" y="22"/>
                    <a:pt x="277" y="26"/>
                    <a:pt x="277" y="32"/>
                  </a:cubicBezTo>
                  <a:cubicBezTo>
                    <a:pt x="277" y="64"/>
                    <a:pt x="277" y="64"/>
                    <a:pt x="277" y="64"/>
                  </a:cubicBezTo>
                  <a:cubicBezTo>
                    <a:pt x="309" y="64"/>
                    <a:pt x="309" y="64"/>
                    <a:pt x="309" y="64"/>
                  </a:cubicBezTo>
                  <a:cubicBezTo>
                    <a:pt x="312" y="64"/>
                    <a:pt x="316" y="66"/>
                    <a:pt x="318" y="69"/>
                  </a:cubicBezTo>
                  <a:cubicBezTo>
                    <a:pt x="320" y="71"/>
                    <a:pt x="320" y="75"/>
                    <a:pt x="319" y="78"/>
                  </a:cubicBezTo>
                  <a:cubicBezTo>
                    <a:pt x="277" y="227"/>
                    <a:pt x="277" y="227"/>
                    <a:pt x="277" y="227"/>
                  </a:cubicBezTo>
                  <a:cubicBezTo>
                    <a:pt x="275" y="232"/>
                    <a:pt x="271" y="235"/>
                    <a:pt x="266" y="235"/>
                  </a:cubicBezTo>
                  <a:cubicBezTo>
                    <a:pt x="10" y="235"/>
                    <a:pt x="10" y="235"/>
                    <a:pt x="10" y="235"/>
                  </a:cubicBezTo>
                  <a:cubicBezTo>
                    <a:pt x="10" y="235"/>
                    <a:pt x="10" y="235"/>
                    <a:pt x="10" y="235"/>
                  </a:cubicBezTo>
                  <a:close/>
                  <a:moveTo>
                    <a:pt x="25" y="214"/>
                  </a:moveTo>
                  <a:cubicBezTo>
                    <a:pt x="258" y="214"/>
                    <a:pt x="258" y="214"/>
                    <a:pt x="258" y="214"/>
                  </a:cubicBezTo>
                  <a:cubicBezTo>
                    <a:pt x="295" y="86"/>
                    <a:pt x="295" y="86"/>
                    <a:pt x="295" y="86"/>
                  </a:cubicBezTo>
                  <a:cubicBezTo>
                    <a:pt x="71" y="86"/>
                    <a:pt x="71" y="86"/>
                    <a:pt x="71" y="86"/>
                  </a:cubicBezTo>
                  <a:lnTo>
                    <a:pt x="25" y="214"/>
                  </a:lnTo>
                  <a:close/>
                  <a:moveTo>
                    <a:pt x="21" y="22"/>
                  </a:moveTo>
                  <a:cubicBezTo>
                    <a:pt x="21" y="163"/>
                    <a:pt x="21" y="163"/>
                    <a:pt x="21" y="163"/>
                  </a:cubicBezTo>
                  <a:cubicBezTo>
                    <a:pt x="54" y="71"/>
                    <a:pt x="54" y="71"/>
                    <a:pt x="54" y="71"/>
                  </a:cubicBezTo>
                  <a:cubicBezTo>
                    <a:pt x="55" y="67"/>
                    <a:pt x="59" y="64"/>
                    <a:pt x="64" y="64"/>
                  </a:cubicBezTo>
                  <a:cubicBezTo>
                    <a:pt x="256" y="64"/>
                    <a:pt x="256" y="64"/>
                    <a:pt x="256" y="64"/>
                  </a:cubicBezTo>
                  <a:cubicBezTo>
                    <a:pt x="256" y="43"/>
                    <a:pt x="256" y="43"/>
                    <a:pt x="256" y="43"/>
                  </a:cubicBezTo>
                  <a:cubicBezTo>
                    <a:pt x="96" y="43"/>
                    <a:pt x="96" y="43"/>
                    <a:pt x="96" y="43"/>
                  </a:cubicBezTo>
                  <a:cubicBezTo>
                    <a:pt x="93" y="43"/>
                    <a:pt x="90" y="42"/>
                    <a:pt x="88" y="40"/>
                  </a:cubicBezTo>
                  <a:cubicBezTo>
                    <a:pt x="70" y="22"/>
                    <a:pt x="70" y="22"/>
                    <a:pt x="70" y="22"/>
                  </a:cubicBezTo>
                  <a:lnTo>
                    <a:pt x="21" y="2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grpSp>
        <p:nvGrpSpPr>
          <p:cNvPr id="28" name="Group 750">
            <a:extLst>
              <a:ext uri="{FF2B5EF4-FFF2-40B4-BE49-F238E27FC236}">
                <a16:creationId xmlns:a16="http://schemas.microsoft.com/office/drawing/2014/main" id="{38C553FB-9055-3910-9E32-23CA09650D86}"/>
              </a:ext>
            </a:extLst>
          </p:cNvPr>
          <p:cNvGrpSpPr>
            <a:grpSpLocks noChangeAspect="1"/>
          </p:cNvGrpSpPr>
          <p:nvPr/>
        </p:nvGrpSpPr>
        <p:grpSpPr bwMode="auto">
          <a:xfrm>
            <a:off x="551434" y="4661624"/>
            <a:ext cx="288000" cy="288000"/>
            <a:chOff x="6961" y="3142"/>
            <a:chExt cx="340" cy="340"/>
          </a:xfrm>
          <a:solidFill>
            <a:srgbClr val="012169"/>
          </a:solidFill>
        </p:grpSpPr>
        <p:sp>
          <p:nvSpPr>
            <p:cNvPr id="29" name="Freeform 751">
              <a:extLst>
                <a:ext uri="{FF2B5EF4-FFF2-40B4-BE49-F238E27FC236}">
                  <a16:creationId xmlns:a16="http://schemas.microsoft.com/office/drawing/2014/main" id="{65EC528D-8430-A205-758E-043948562877}"/>
                </a:ext>
              </a:extLst>
            </p:cNvPr>
            <p:cNvSpPr>
              <a:spLocks noEditPoints="1"/>
            </p:cNvSpPr>
            <p:nvPr/>
          </p:nvSpPr>
          <p:spPr bwMode="auto">
            <a:xfrm>
              <a:off x="6961" y="3142"/>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0" name="Freeform 752">
              <a:extLst>
                <a:ext uri="{FF2B5EF4-FFF2-40B4-BE49-F238E27FC236}">
                  <a16:creationId xmlns:a16="http://schemas.microsoft.com/office/drawing/2014/main" id="{FFCE037D-8CD1-F802-826A-EC094123B663}"/>
                </a:ext>
              </a:extLst>
            </p:cNvPr>
            <p:cNvSpPr>
              <a:spLocks noEditPoints="1"/>
            </p:cNvSpPr>
            <p:nvPr/>
          </p:nvSpPr>
          <p:spPr bwMode="auto">
            <a:xfrm>
              <a:off x="7037" y="3206"/>
              <a:ext cx="187" cy="185"/>
            </a:xfrm>
            <a:custGeom>
              <a:avLst/>
              <a:gdLst>
                <a:gd name="T0" fmla="*/ 274 w 281"/>
                <a:gd name="T1" fmla="*/ 257 h 279"/>
                <a:gd name="T2" fmla="*/ 228 w 281"/>
                <a:gd name="T3" fmla="*/ 246 h 279"/>
                <a:gd name="T4" fmla="*/ 204 w 281"/>
                <a:gd name="T5" fmla="*/ 242 h 279"/>
                <a:gd name="T6" fmla="*/ 187 w 281"/>
                <a:gd name="T7" fmla="*/ 194 h 279"/>
                <a:gd name="T8" fmla="*/ 217 w 281"/>
                <a:gd name="T9" fmla="*/ 126 h 279"/>
                <a:gd name="T10" fmla="*/ 209 w 281"/>
                <a:gd name="T11" fmla="*/ 28 h 279"/>
                <a:gd name="T12" fmla="*/ 141 w 281"/>
                <a:gd name="T13" fmla="*/ 0 h 279"/>
                <a:gd name="T14" fmla="*/ 72 w 281"/>
                <a:gd name="T15" fmla="*/ 28 h 279"/>
                <a:gd name="T16" fmla="*/ 65 w 281"/>
                <a:gd name="T17" fmla="*/ 126 h 279"/>
                <a:gd name="T18" fmla="*/ 94 w 281"/>
                <a:gd name="T19" fmla="*/ 193 h 279"/>
                <a:gd name="T20" fmla="*/ 77 w 281"/>
                <a:gd name="T21" fmla="*/ 242 h 279"/>
                <a:gd name="T22" fmla="*/ 53 w 281"/>
                <a:gd name="T23" fmla="*/ 246 h 279"/>
                <a:gd name="T24" fmla="*/ 7 w 281"/>
                <a:gd name="T25" fmla="*/ 257 h 279"/>
                <a:gd name="T26" fmla="*/ 3 w 281"/>
                <a:gd name="T27" fmla="*/ 272 h 279"/>
                <a:gd name="T28" fmla="*/ 18 w 281"/>
                <a:gd name="T29" fmla="*/ 276 h 279"/>
                <a:gd name="T30" fmla="*/ 56 w 281"/>
                <a:gd name="T31" fmla="*/ 267 h 279"/>
                <a:gd name="T32" fmla="*/ 87 w 281"/>
                <a:gd name="T33" fmla="*/ 261 h 279"/>
                <a:gd name="T34" fmla="*/ 113 w 281"/>
                <a:gd name="T35" fmla="*/ 219 h 279"/>
                <a:gd name="T36" fmla="*/ 112 w 281"/>
                <a:gd name="T37" fmla="*/ 182 h 279"/>
                <a:gd name="T38" fmla="*/ 85 w 281"/>
                <a:gd name="T39" fmla="*/ 120 h 279"/>
                <a:gd name="T40" fmla="*/ 80 w 281"/>
                <a:gd name="T41" fmla="*/ 63 h 279"/>
                <a:gd name="T42" fmla="*/ 125 w 281"/>
                <a:gd name="T43" fmla="*/ 79 h 279"/>
                <a:gd name="T44" fmla="*/ 155 w 281"/>
                <a:gd name="T45" fmla="*/ 74 h 279"/>
                <a:gd name="T46" fmla="*/ 159 w 281"/>
                <a:gd name="T47" fmla="*/ 71 h 279"/>
                <a:gd name="T48" fmla="*/ 162 w 281"/>
                <a:gd name="T49" fmla="*/ 68 h 279"/>
                <a:gd name="T50" fmla="*/ 165 w 281"/>
                <a:gd name="T51" fmla="*/ 71 h 279"/>
                <a:gd name="T52" fmla="*/ 172 w 281"/>
                <a:gd name="T53" fmla="*/ 74 h 279"/>
                <a:gd name="T54" fmla="*/ 201 w 281"/>
                <a:gd name="T55" fmla="*/ 63 h 279"/>
                <a:gd name="T56" fmla="*/ 196 w 281"/>
                <a:gd name="T57" fmla="*/ 120 h 279"/>
                <a:gd name="T58" fmla="*/ 170 w 281"/>
                <a:gd name="T59" fmla="*/ 182 h 279"/>
                <a:gd name="T60" fmla="*/ 169 w 281"/>
                <a:gd name="T61" fmla="*/ 219 h 279"/>
                <a:gd name="T62" fmla="*/ 194 w 281"/>
                <a:gd name="T63" fmla="*/ 261 h 279"/>
                <a:gd name="T64" fmla="*/ 226 w 281"/>
                <a:gd name="T65" fmla="*/ 267 h 279"/>
                <a:gd name="T66" fmla="*/ 263 w 281"/>
                <a:gd name="T67" fmla="*/ 276 h 279"/>
                <a:gd name="T68" fmla="*/ 269 w 281"/>
                <a:gd name="T69" fmla="*/ 277 h 279"/>
                <a:gd name="T70" fmla="*/ 278 w 281"/>
                <a:gd name="T71" fmla="*/ 272 h 279"/>
                <a:gd name="T72" fmla="*/ 274 w 281"/>
                <a:gd name="T73" fmla="*/ 257 h 279"/>
                <a:gd name="T74" fmla="*/ 177 w 281"/>
                <a:gd name="T75" fmla="*/ 53 h 279"/>
                <a:gd name="T76" fmla="*/ 170 w 281"/>
                <a:gd name="T77" fmla="*/ 45 h 279"/>
                <a:gd name="T78" fmla="*/ 154 w 281"/>
                <a:gd name="T79" fmla="*/ 45 h 279"/>
                <a:gd name="T80" fmla="*/ 146 w 281"/>
                <a:gd name="T81" fmla="*/ 54 h 279"/>
                <a:gd name="T82" fmla="*/ 89 w 281"/>
                <a:gd name="T83" fmla="*/ 41 h 279"/>
                <a:gd name="T84" fmla="*/ 89 w 281"/>
                <a:gd name="T85" fmla="*/ 41 h 279"/>
                <a:gd name="T86" fmla="*/ 141 w 281"/>
                <a:gd name="T87" fmla="*/ 21 h 279"/>
                <a:gd name="T88" fmla="*/ 192 w 281"/>
                <a:gd name="T89" fmla="*/ 41 h 279"/>
                <a:gd name="T90" fmla="*/ 193 w 281"/>
                <a:gd name="T91" fmla="*/ 41 h 279"/>
                <a:gd name="T92" fmla="*/ 177 w 281"/>
                <a:gd name="T93" fmla="*/ 53 h 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1" h="279">
                  <a:moveTo>
                    <a:pt x="274" y="257"/>
                  </a:moveTo>
                  <a:cubicBezTo>
                    <a:pt x="260" y="249"/>
                    <a:pt x="243" y="248"/>
                    <a:pt x="228" y="246"/>
                  </a:cubicBezTo>
                  <a:cubicBezTo>
                    <a:pt x="218" y="245"/>
                    <a:pt x="208" y="244"/>
                    <a:pt x="204" y="242"/>
                  </a:cubicBezTo>
                  <a:cubicBezTo>
                    <a:pt x="193" y="236"/>
                    <a:pt x="184" y="201"/>
                    <a:pt x="187" y="194"/>
                  </a:cubicBezTo>
                  <a:cubicBezTo>
                    <a:pt x="200" y="176"/>
                    <a:pt x="212" y="144"/>
                    <a:pt x="217" y="126"/>
                  </a:cubicBezTo>
                  <a:cubicBezTo>
                    <a:pt x="223" y="102"/>
                    <a:pt x="232" y="58"/>
                    <a:pt x="209" y="28"/>
                  </a:cubicBezTo>
                  <a:cubicBezTo>
                    <a:pt x="195" y="9"/>
                    <a:pt x="172" y="0"/>
                    <a:pt x="141" y="0"/>
                  </a:cubicBezTo>
                  <a:cubicBezTo>
                    <a:pt x="109" y="0"/>
                    <a:pt x="86" y="9"/>
                    <a:pt x="72" y="28"/>
                  </a:cubicBezTo>
                  <a:cubicBezTo>
                    <a:pt x="50" y="58"/>
                    <a:pt x="58" y="102"/>
                    <a:pt x="65" y="126"/>
                  </a:cubicBezTo>
                  <a:cubicBezTo>
                    <a:pt x="70" y="144"/>
                    <a:pt x="82" y="176"/>
                    <a:pt x="94" y="193"/>
                  </a:cubicBezTo>
                  <a:cubicBezTo>
                    <a:pt x="97" y="201"/>
                    <a:pt x="88" y="236"/>
                    <a:pt x="77" y="242"/>
                  </a:cubicBezTo>
                  <a:cubicBezTo>
                    <a:pt x="73" y="244"/>
                    <a:pt x="63" y="245"/>
                    <a:pt x="53" y="246"/>
                  </a:cubicBezTo>
                  <a:cubicBezTo>
                    <a:pt x="38" y="248"/>
                    <a:pt x="21" y="249"/>
                    <a:pt x="7" y="257"/>
                  </a:cubicBezTo>
                  <a:cubicBezTo>
                    <a:pt x="2" y="260"/>
                    <a:pt x="0" y="266"/>
                    <a:pt x="3" y="272"/>
                  </a:cubicBezTo>
                  <a:cubicBezTo>
                    <a:pt x="6" y="277"/>
                    <a:pt x="13" y="279"/>
                    <a:pt x="18" y="276"/>
                  </a:cubicBezTo>
                  <a:cubicBezTo>
                    <a:pt x="28" y="270"/>
                    <a:pt x="43" y="269"/>
                    <a:pt x="56" y="267"/>
                  </a:cubicBezTo>
                  <a:cubicBezTo>
                    <a:pt x="68" y="266"/>
                    <a:pt x="79" y="265"/>
                    <a:pt x="87" y="261"/>
                  </a:cubicBezTo>
                  <a:cubicBezTo>
                    <a:pt x="103" y="252"/>
                    <a:pt x="110" y="229"/>
                    <a:pt x="113" y="219"/>
                  </a:cubicBezTo>
                  <a:cubicBezTo>
                    <a:pt x="115" y="210"/>
                    <a:pt x="118" y="192"/>
                    <a:pt x="112" y="182"/>
                  </a:cubicBezTo>
                  <a:cubicBezTo>
                    <a:pt x="101" y="167"/>
                    <a:pt x="90" y="137"/>
                    <a:pt x="85" y="120"/>
                  </a:cubicBezTo>
                  <a:cubicBezTo>
                    <a:pt x="82" y="109"/>
                    <a:pt x="76" y="84"/>
                    <a:pt x="80" y="63"/>
                  </a:cubicBezTo>
                  <a:cubicBezTo>
                    <a:pt x="94" y="75"/>
                    <a:pt x="110" y="79"/>
                    <a:pt x="125" y="79"/>
                  </a:cubicBezTo>
                  <a:cubicBezTo>
                    <a:pt x="137" y="79"/>
                    <a:pt x="148" y="76"/>
                    <a:pt x="155" y="74"/>
                  </a:cubicBezTo>
                  <a:cubicBezTo>
                    <a:pt x="156" y="73"/>
                    <a:pt x="158" y="72"/>
                    <a:pt x="159" y="71"/>
                  </a:cubicBezTo>
                  <a:cubicBezTo>
                    <a:pt x="162" y="68"/>
                    <a:pt x="162" y="68"/>
                    <a:pt x="162" y="68"/>
                  </a:cubicBezTo>
                  <a:cubicBezTo>
                    <a:pt x="165" y="71"/>
                    <a:pt x="165" y="71"/>
                    <a:pt x="165" y="71"/>
                  </a:cubicBezTo>
                  <a:cubicBezTo>
                    <a:pt x="167" y="73"/>
                    <a:pt x="169" y="74"/>
                    <a:pt x="172" y="74"/>
                  </a:cubicBezTo>
                  <a:cubicBezTo>
                    <a:pt x="173" y="74"/>
                    <a:pt x="187" y="75"/>
                    <a:pt x="201" y="63"/>
                  </a:cubicBezTo>
                  <a:cubicBezTo>
                    <a:pt x="205" y="84"/>
                    <a:pt x="199" y="109"/>
                    <a:pt x="196" y="120"/>
                  </a:cubicBezTo>
                  <a:cubicBezTo>
                    <a:pt x="191" y="137"/>
                    <a:pt x="180" y="167"/>
                    <a:pt x="170" y="182"/>
                  </a:cubicBezTo>
                  <a:cubicBezTo>
                    <a:pt x="163" y="192"/>
                    <a:pt x="166" y="210"/>
                    <a:pt x="169" y="219"/>
                  </a:cubicBezTo>
                  <a:cubicBezTo>
                    <a:pt x="171" y="229"/>
                    <a:pt x="178" y="252"/>
                    <a:pt x="194" y="261"/>
                  </a:cubicBezTo>
                  <a:cubicBezTo>
                    <a:pt x="202" y="265"/>
                    <a:pt x="213" y="266"/>
                    <a:pt x="226" y="267"/>
                  </a:cubicBezTo>
                  <a:cubicBezTo>
                    <a:pt x="239" y="269"/>
                    <a:pt x="254" y="270"/>
                    <a:pt x="263" y="276"/>
                  </a:cubicBezTo>
                  <a:cubicBezTo>
                    <a:pt x="265" y="277"/>
                    <a:pt x="267" y="277"/>
                    <a:pt x="269" y="277"/>
                  </a:cubicBezTo>
                  <a:cubicBezTo>
                    <a:pt x="272" y="277"/>
                    <a:pt x="276" y="275"/>
                    <a:pt x="278" y="272"/>
                  </a:cubicBezTo>
                  <a:cubicBezTo>
                    <a:pt x="281" y="266"/>
                    <a:pt x="279" y="260"/>
                    <a:pt x="274" y="257"/>
                  </a:cubicBezTo>
                  <a:close/>
                  <a:moveTo>
                    <a:pt x="177" y="53"/>
                  </a:moveTo>
                  <a:cubicBezTo>
                    <a:pt x="170" y="45"/>
                    <a:pt x="170" y="45"/>
                    <a:pt x="170" y="45"/>
                  </a:cubicBezTo>
                  <a:cubicBezTo>
                    <a:pt x="165" y="41"/>
                    <a:pt x="159" y="41"/>
                    <a:pt x="154" y="45"/>
                  </a:cubicBezTo>
                  <a:cubicBezTo>
                    <a:pt x="146" y="54"/>
                    <a:pt x="146" y="54"/>
                    <a:pt x="146" y="54"/>
                  </a:cubicBezTo>
                  <a:cubicBezTo>
                    <a:pt x="137" y="57"/>
                    <a:pt x="106" y="64"/>
                    <a:pt x="89" y="41"/>
                  </a:cubicBezTo>
                  <a:cubicBezTo>
                    <a:pt x="89" y="41"/>
                    <a:pt x="89" y="41"/>
                    <a:pt x="89" y="41"/>
                  </a:cubicBezTo>
                  <a:cubicBezTo>
                    <a:pt x="99" y="28"/>
                    <a:pt x="116" y="21"/>
                    <a:pt x="141" y="21"/>
                  </a:cubicBezTo>
                  <a:cubicBezTo>
                    <a:pt x="165" y="21"/>
                    <a:pt x="182" y="28"/>
                    <a:pt x="192" y="41"/>
                  </a:cubicBezTo>
                  <a:cubicBezTo>
                    <a:pt x="192" y="41"/>
                    <a:pt x="192" y="41"/>
                    <a:pt x="193" y="41"/>
                  </a:cubicBezTo>
                  <a:cubicBezTo>
                    <a:pt x="187" y="49"/>
                    <a:pt x="180" y="52"/>
                    <a:pt x="177" y="53"/>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grpSp>
        <p:nvGrpSpPr>
          <p:cNvPr id="31" name="Group 349">
            <a:extLst>
              <a:ext uri="{FF2B5EF4-FFF2-40B4-BE49-F238E27FC236}">
                <a16:creationId xmlns:a16="http://schemas.microsoft.com/office/drawing/2014/main" id="{D1B9960E-59D8-32BF-AF9A-ADD4CF9CA74E}"/>
              </a:ext>
            </a:extLst>
          </p:cNvPr>
          <p:cNvGrpSpPr>
            <a:grpSpLocks noChangeAspect="1"/>
          </p:cNvGrpSpPr>
          <p:nvPr/>
        </p:nvGrpSpPr>
        <p:grpSpPr bwMode="auto">
          <a:xfrm>
            <a:off x="551434" y="5083541"/>
            <a:ext cx="288000" cy="287999"/>
            <a:chOff x="5018" y="1229"/>
            <a:chExt cx="340" cy="340"/>
          </a:xfrm>
          <a:solidFill>
            <a:srgbClr val="012169"/>
          </a:solidFill>
        </p:grpSpPr>
        <p:sp>
          <p:nvSpPr>
            <p:cNvPr id="32" name="Freeform 350">
              <a:extLst>
                <a:ext uri="{FF2B5EF4-FFF2-40B4-BE49-F238E27FC236}">
                  <a16:creationId xmlns:a16="http://schemas.microsoft.com/office/drawing/2014/main" id="{65D964A1-0520-D5F3-AD22-A6664C7281D3}"/>
                </a:ext>
              </a:extLst>
            </p:cNvPr>
            <p:cNvSpPr>
              <a:spLocks noEditPoints="1"/>
            </p:cNvSpPr>
            <p:nvPr/>
          </p:nvSpPr>
          <p:spPr bwMode="auto">
            <a:xfrm>
              <a:off x="5103" y="1293"/>
              <a:ext cx="170" cy="212"/>
            </a:xfrm>
            <a:custGeom>
              <a:avLst/>
              <a:gdLst>
                <a:gd name="T0" fmla="*/ 160 w 256"/>
                <a:gd name="T1" fmla="*/ 85 h 320"/>
                <a:gd name="T2" fmla="*/ 10 w 256"/>
                <a:gd name="T3" fmla="*/ 85 h 320"/>
                <a:gd name="T4" fmla="*/ 0 w 256"/>
                <a:gd name="T5" fmla="*/ 96 h 320"/>
                <a:gd name="T6" fmla="*/ 0 w 256"/>
                <a:gd name="T7" fmla="*/ 309 h 320"/>
                <a:gd name="T8" fmla="*/ 10 w 256"/>
                <a:gd name="T9" fmla="*/ 320 h 320"/>
                <a:gd name="T10" fmla="*/ 160 w 256"/>
                <a:gd name="T11" fmla="*/ 320 h 320"/>
                <a:gd name="T12" fmla="*/ 170 w 256"/>
                <a:gd name="T13" fmla="*/ 309 h 320"/>
                <a:gd name="T14" fmla="*/ 170 w 256"/>
                <a:gd name="T15" fmla="*/ 96 h 320"/>
                <a:gd name="T16" fmla="*/ 160 w 256"/>
                <a:gd name="T17" fmla="*/ 85 h 320"/>
                <a:gd name="T18" fmla="*/ 149 w 256"/>
                <a:gd name="T19" fmla="*/ 298 h 320"/>
                <a:gd name="T20" fmla="*/ 21 w 256"/>
                <a:gd name="T21" fmla="*/ 298 h 320"/>
                <a:gd name="T22" fmla="*/ 21 w 256"/>
                <a:gd name="T23" fmla="*/ 106 h 320"/>
                <a:gd name="T24" fmla="*/ 149 w 256"/>
                <a:gd name="T25" fmla="*/ 106 h 320"/>
                <a:gd name="T26" fmla="*/ 149 w 256"/>
                <a:gd name="T27" fmla="*/ 298 h 320"/>
                <a:gd name="T28" fmla="*/ 213 w 256"/>
                <a:gd name="T29" fmla="*/ 53 h 320"/>
                <a:gd name="T30" fmla="*/ 213 w 256"/>
                <a:gd name="T31" fmla="*/ 266 h 320"/>
                <a:gd name="T32" fmla="*/ 202 w 256"/>
                <a:gd name="T33" fmla="*/ 277 h 320"/>
                <a:gd name="T34" fmla="*/ 192 w 256"/>
                <a:gd name="T35" fmla="*/ 266 h 320"/>
                <a:gd name="T36" fmla="*/ 192 w 256"/>
                <a:gd name="T37" fmla="*/ 64 h 320"/>
                <a:gd name="T38" fmla="*/ 53 w 256"/>
                <a:gd name="T39" fmla="*/ 64 h 320"/>
                <a:gd name="T40" fmla="*/ 42 w 256"/>
                <a:gd name="T41" fmla="*/ 53 h 320"/>
                <a:gd name="T42" fmla="*/ 53 w 256"/>
                <a:gd name="T43" fmla="*/ 42 h 320"/>
                <a:gd name="T44" fmla="*/ 202 w 256"/>
                <a:gd name="T45" fmla="*/ 42 h 320"/>
                <a:gd name="T46" fmla="*/ 213 w 256"/>
                <a:gd name="T47" fmla="*/ 53 h 320"/>
                <a:gd name="T48" fmla="*/ 256 w 256"/>
                <a:gd name="T49" fmla="*/ 10 h 320"/>
                <a:gd name="T50" fmla="*/ 256 w 256"/>
                <a:gd name="T51" fmla="*/ 224 h 320"/>
                <a:gd name="T52" fmla="*/ 245 w 256"/>
                <a:gd name="T53" fmla="*/ 234 h 320"/>
                <a:gd name="T54" fmla="*/ 234 w 256"/>
                <a:gd name="T55" fmla="*/ 224 h 320"/>
                <a:gd name="T56" fmla="*/ 234 w 256"/>
                <a:gd name="T57" fmla="*/ 21 h 320"/>
                <a:gd name="T58" fmla="*/ 96 w 256"/>
                <a:gd name="T59" fmla="*/ 21 h 320"/>
                <a:gd name="T60" fmla="*/ 85 w 256"/>
                <a:gd name="T61" fmla="*/ 10 h 320"/>
                <a:gd name="T62" fmla="*/ 96 w 256"/>
                <a:gd name="T63" fmla="*/ 0 h 320"/>
                <a:gd name="T64" fmla="*/ 245 w 256"/>
                <a:gd name="T65" fmla="*/ 0 h 320"/>
                <a:gd name="T66" fmla="*/ 256 w 256"/>
                <a:gd name="T67" fmla="*/ 10 h 320"/>
                <a:gd name="T68" fmla="*/ 32 w 256"/>
                <a:gd name="T69" fmla="*/ 266 h 320"/>
                <a:gd name="T70" fmla="*/ 42 w 256"/>
                <a:gd name="T71" fmla="*/ 256 h 320"/>
                <a:gd name="T72" fmla="*/ 128 w 256"/>
                <a:gd name="T73" fmla="*/ 256 h 320"/>
                <a:gd name="T74" fmla="*/ 138 w 256"/>
                <a:gd name="T75" fmla="*/ 266 h 320"/>
                <a:gd name="T76" fmla="*/ 128 w 256"/>
                <a:gd name="T77" fmla="*/ 277 h 320"/>
                <a:gd name="T78" fmla="*/ 42 w 256"/>
                <a:gd name="T79" fmla="*/ 277 h 320"/>
                <a:gd name="T80" fmla="*/ 32 w 256"/>
                <a:gd name="T81" fmla="*/ 266 h 320"/>
                <a:gd name="T82" fmla="*/ 32 w 256"/>
                <a:gd name="T83" fmla="*/ 224 h 320"/>
                <a:gd name="T84" fmla="*/ 42 w 256"/>
                <a:gd name="T85" fmla="*/ 213 h 320"/>
                <a:gd name="T86" fmla="*/ 128 w 256"/>
                <a:gd name="T87" fmla="*/ 213 h 320"/>
                <a:gd name="T88" fmla="*/ 138 w 256"/>
                <a:gd name="T89" fmla="*/ 224 h 320"/>
                <a:gd name="T90" fmla="*/ 128 w 256"/>
                <a:gd name="T91" fmla="*/ 234 h 320"/>
                <a:gd name="T92" fmla="*/ 42 w 256"/>
                <a:gd name="T93" fmla="*/ 234 h 320"/>
                <a:gd name="T94" fmla="*/ 32 w 256"/>
                <a:gd name="T95" fmla="*/ 224 h 320"/>
                <a:gd name="T96" fmla="*/ 32 w 256"/>
                <a:gd name="T97" fmla="*/ 181 h 320"/>
                <a:gd name="T98" fmla="*/ 42 w 256"/>
                <a:gd name="T99" fmla="*/ 170 h 320"/>
                <a:gd name="T100" fmla="*/ 128 w 256"/>
                <a:gd name="T101" fmla="*/ 170 h 320"/>
                <a:gd name="T102" fmla="*/ 138 w 256"/>
                <a:gd name="T103" fmla="*/ 181 h 320"/>
                <a:gd name="T104" fmla="*/ 128 w 256"/>
                <a:gd name="T105" fmla="*/ 192 h 320"/>
                <a:gd name="T106" fmla="*/ 42 w 256"/>
                <a:gd name="T107" fmla="*/ 192 h 320"/>
                <a:gd name="T108" fmla="*/ 32 w 256"/>
                <a:gd name="T109" fmla="*/ 181 h 320"/>
                <a:gd name="T110" fmla="*/ 32 w 256"/>
                <a:gd name="T111" fmla="*/ 138 h 320"/>
                <a:gd name="T112" fmla="*/ 42 w 256"/>
                <a:gd name="T113" fmla="*/ 128 h 320"/>
                <a:gd name="T114" fmla="*/ 128 w 256"/>
                <a:gd name="T115" fmla="*/ 128 h 320"/>
                <a:gd name="T116" fmla="*/ 138 w 256"/>
                <a:gd name="T117" fmla="*/ 138 h 320"/>
                <a:gd name="T118" fmla="*/ 128 w 256"/>
                <a:gd name="T119" fmla="*/ 149 h 320"/>
                <a:gd name="T120" fmla="*/ 42 w 256"/>
                <a:gd name="T121" fmla="*/ 149 h 320"/>
                <a:gd name="T122" fmla="*/ 32 w 256"/>
                <a:gd name="T123" fmla="*/ 138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56" h="320">
                  <a:moveTo>
                    <a:pt x="160" y="85"/>
                  </a:moveTo>
                  <a:cubicBezTo>
                    <a:pt x="10" y="85"/>
                    <a:pt x="10" y="85"/>
                    <a:pt x="10" y="85"/>
                  </a:cubicBezTo>
                  <a:cubicBezTo>
                    <a:pt x="4" y="85"/>
                    <a:pt x="0" y="90"/>
                    <a:pt x="0" y="96"/>
                  </a:cubicBezTo>
                  <a:cubicBezTo>
                    <a:pt x="0" y="309"/>
                    <a:pt x="0" y="309"/>
                    <a:pt x="0" y="309"/>
                  </a:cubicBezTo>
                  <a:cubicBezTo>
                    <a:pt x="0" y="315"/>
                    <a:pt x="4" y="320"/>
                    <a:pt x="10" y="320"/>
                  </a:cubicBezTo>
                  <a:cubicBezTo>
                    <a:pt x="160" y="320"/>
                    <a:pt x="160" y="320"/>
                    <a:pt x="160" y="320"/>
                  </a:cubicBezTo>
                  <a:cubicBezTo>
                    <a:pt x="166" y="320"/>
                    <a:pt x="170" y="315"/>
                    <a:pt x="170" y="309"/>
                  </a:cubicBezTo>
                  <a:cubicBezTo>
                    <a:pt x="170" y="96"/>
                    <a:pt x="170" y="96"/>
                    <a:pt x="170" y="96"/>
                  </a:cubicBezTo>
                  <a:cubicBezTo>
                    <a:pt x="170" y="90"/>
                    <a:pt x="166" y="85"/>
                    <a:pt x="160" y="85"/>
                  </a:cubicBezTo>
                  <a:close/>
                  <a:moveTo>
                    <a:pt x="149" y="298"/>
                  </a:moveTo>
                  <a:cubicBezTo>
                    <a:pt x="21" y="298"/>
                    <a:pt x="21" y="298"/>
                    <a:pt x="21" y="298"/>
                  </a:cubicBezTo>
                  <a:cubicBezTo>
                    <a:pt x="21" y="106"/>
                    <a:pt x="21" y="106"/>
                    <a:pt x="21" y="106"/>
                  </a:cubicBezTo>
                  <a:cubicBezTo>
                    <a:pt x="149" y="106"/>
                    <a:pt x="149" y="106"/>
                    <a:pt x="149" y="106"/>
                  </a:cubicBezTo>
                  <a:lnTo>
                    <a:pt x="149" y="298"/>
                  </a:lnTo>
                  <a:close/>
                  <a:moveTo>
                    <a:pt x="213" y="53"/>
                  </a:moveTo>
                  <a:cubicBezTo>
                    <a:pt x="213" y="266"/>
                    <a:pt x="213" y="266"/>
                    <a:pt x="213" y="266"/>
                  </a:cubicBezTo>
                  <a:cubicBezTo>
                    <a:pt x="213" y="272"/>
                    <a:pt x="208" y="277"/>
                    <a:pt x="202" y="277"/>
                  </a:cubicBezTo>
                  <a:cubicBezTo>
                    <a:pt x="196" y="277"/>
                    <a:pt x="192" y="272"/>
                    <a:pt x="192" y="266"/>
                  </a:cubicBezTo>
                  <a:cubicBezTo>
                    <a:pt x="192" y="64"/>
                    <a:pt x="192" y="64"/>
                    <a:pt x="192" y="64"/>
                  </a:cubicBezTo>
                  <a:cubicBezTo>
                    <a:pt x="53" y="64"/>
                    <a:pt x="53" y="64"/>
                    <a:pt x="53" y="64"/>
                  </a:cubicBezTo>
                  <a:cubicBezTo>
                    <a:pt x="47" y="64"/>
                    <a:pt x="42" y="59"/>
                    <a:pt x="42" y="53"/>
                  </a:cubicBezTo>
                  <a:cubicBezTo>
                    <a:pt x="42" y="47"/>
                    <a:pt x="47" y="42"/>
                    <a:pt x="53" y="42"/>
                  </a:cubicBezTo>
                  <a:cubicBezTo>
                    <a:pt x="202" y="42"/>
                    <a:pt x="202" y="42"/>
                    <a:pt x="202" y="42"/>
                  </a:cubicBezTo>
                  <a:cubicBezTo>
                    <a:pt x="208" y="42"/>
                    <a:pt x="213" y="47"/>
                    <a:pt x="213" y="53"/>
                  </a:cubicBezTo>
                  <a:close/>
                  <a:moveTo>
                    <a:pt x="256" y="10"/>
                  </a:moveTo>
                  <a:cubicBezTo>
                    <a:pt x="256" y="224"/>
                    <a:pt x="256" y="224"/>
                    <a:pt x="256" y="224"/>
                  </a:cubicBezTo>
                  <a:cubicBezTo>
                    <a:pt x="256" y="230"/>
                    <a:pt x="251" y="234"/>
                    <a:pt x="245" y="234"/>
                  </a:cubicBezTo>
                  <a:cubicBezTo>
                    <a:pt x="239" y="234"/>
                    <a:pt x="234" y="230"/>
                    <a:pt x="234" y="224"/>
                  </a:cubicBezTo>
                  <a:cubicBezTo>
                    <a:pt x="234" y="21"/>
                    <a:pt x="234" y="21"/>
                    <a:pt x="234" y="21"/>
                  </a:cubicBezTo>
                  <a:cubicBezTo>
                    <a:pt x="96" y="21"/>
                    <a:pt x="96" y="21"/>
                    <a:pt x="96" y="21"/>
                  </a:cubicBezTo>
                  <a:cubicBezTo>
                    <a:pt x="90" y="21"/>
                    <a:pt x="85" y="16"/>
                    <a:pt x="85" y="10"/>
                  </a:cubicBezTo>
                  <a:cubicBezTo>
                    <a:pt x="85" y="4"/>
                    <a:pt x="90" y="0"/>
                    <a:pt x="96" y="0"/>
                  </a:cubicBezTo>
                  <a:cubicBezTo>
                    <a:pt x="245" y="0"/>
                    <a:pt x="245" y="0"/>
                    <a:pt x="245" y="0"/>
                  </a:cubicBezTo>
                  <a:cubicBezTo>
                    <a:pt x="251" y="0"/>
                    <a:pt x="256" y="4"/>
                    <a:pt x="256" y="10"/>
                  </a:cubicBezTo>
                  <a:close/>
                  <a:moveTo>
                    <a:pt x="32" y="266"/>
                  </a:moveTo>
                  <a:cubicBezTo>
                    <a:pt x="32" y="260"/>
                    <a:pt x="36" y="256"/>
                    <a:pt x="42" y="256"/>
                  </a:cubicBezTo>
                  <a:cubicBezTo>
                    <a:pt x="128" y="256"/>
                    <a:pt x="128" y="256"/>
                    <a:pt x="128" y="256"/>
                  </a:cubicBezTo>
                  <a:cubicBezTo>
                    <a:pt x="134" y="256"/>
                    <a:pt x="138" y="260"/>
                    <a:pt x="138" y="266"/>
                  </a:cubicBezTo>
                  <a:cubicBezTo>
                    <a:pt x="138" y="272"/>
                    <a:pt x="134" y="277"/>
                    <a:pt x="128" y="277"/>
                  </a:cubicBezTo>
                  <a:cubicBezTo>
                    <a:pt x="42" y="277"/>
                    <a:pt x="42" y="277"/>
                    <a:pt x="42" y="277"/>
                  </a:cubicBezTo>
                  <a:cubicBezTo>
                    <a:pt x="36" y="277"/>
                    <a:pt x="32" y="272"/>
                    <a:pt x="32" y="266"/>
                  </a:cubicBezTo>
                  <a:close/>
                  <a:moveTo>
                    <a:pt x="32" y="224"/>
                  </a:moveTo>
                  <a:cubicBezTo>
                    <a:pt x="32" y="218"/>
                    <a:pt x="36" y="213"/>
                    <a:pt x="42" y="213"/>
                  </a:cubicBezTo>
                  <a:cubicBezTo>
                    <a:pt x="128" y="213"/>
                    <a:pt x="128" y="213"/>
                    <a:pt x="128" y="213"/>
                  </a:cubicBezTo>
                  <a:cubicBezTo>
                    <a:pt x="134" y="213"/>
                    <a:pt x="138" y="218"/>
                    <a:pt x="138" y="224"/>
                  </a:cubicBezTo>
                  <a:cubicBezTo>
                    <a:pt x="138" y="230"/>
                    <a:pt x="134" y="234"/>
                    <a:pt x="128" y="234"/>
                  </a:cubicBezTo>
                  <a:cubicBezTo>
                    <a:pt x="42" y="234"/>
                    <a:pt x="42" y="234"/>
                    <a:pt x="42" y="234"/>
                  </a:cubicBezTo>
                  <a:cubicBezTo>
                    <a:pt x="36" y="234"/>
                    <a:pt x="32" y="230"/>
                    <a:pt x="32" y="224"/>
                  </a:cubicBezTo>
                  <a:close/>
                  <a:moveTo>
                    <a:pt x="32" y="181"/>
                  </a:moveTo>
                  <a:cubicBezTo>
                    <a:pt x="32" y="175"/>
                    <a:pt x="36" y="170"/>
                    <a:pt x="42" y="170"/>
                  </a:cubicBezTo>
                  <a:cubicBezTo>
                    <a:pt x="128" y="170"/>
                    <a:pt x="128" y="170"/>
                    <a:pt x="128" y="170"/>
                  </a:cubicBezTo>
                  <a:cubicBezTo>
                    <a:pt x="134" y="170"/>
                    <a:pt x="138" y="175"/>
                    <a:pt x="138" y="181"/>
                  </a:cubicBezTo>
                  <a:cubicBezTo>
                    <a:pt x="138" y="187"/>
                    <a:pt x="134" y="192"/>
                    <a:pt x="128" y="192"/>
                  </a:cubicBezTo>
                  <a:cubicBezTo>
                    <a:pt x="42" y="192"/>
                    <a:pt x="42" y="192"/>
                    <a:pt x="42" y="192"/>
                  </a:cubicBezTo>
                  <a:cubicBezTo>
                    <a:pt x="36" y="192"/>
                    <a:pt x="32" y="187"/>
                    <a:pt x="32" y="181"/>
                  </a:cubicBezTo>
                  <a:close/>
                  <a:moveTo>
                    <a:pt x="32" y="138"/>
                  </a:moveTo>
                  <a:cubicBezTo>
                    <a:pt x="32" y="132"/>
                    <a:pt x="36" y="128"/>
                    <a:pt x="42" y="128"/>
                  </a:cubicBezTo>
                  <a:cubicBezTo>
                    <a:pt x="128" y="128"/>
                    <a:pt x="128" y="128"/>
                    <a:pt x="128" y="128"/>
                  </a:cubicBezTo>
                  <a:cubicBezTo>
                    <a:pt x="134" y="128"/>
                    <a:pt x="138" y="132"/>
                    <a:pt x="138" y="138"/>
                  </a:cubicBezTo>
                  <a:cubicBezTo>
                    <a:pt x="138" y="144"/>
                    <a:pt x="134" y="149"/>
                    <a:pt x="128" y="149"/>
                  </a:cubicBezTo>
                  <a:cubicBezTo>
                    <a:pt x="42" y="149"/>
                    <a:pt x="42" y="149"/>
                    <a:pt x="42" y="149"/>
                  </a:cubicBezTo>
                  <a:cubicBezTo>
                    <a:pt x="36" y="149"/>
                    <a:pt x="32" y="144"/>
                    <a:pt x="32" y="138"/>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3" name="Freeform 351">
              <a:extLst>
                <a:ext uri="{FF2B5EF4-FFF2-40B4-BE49-F238E27FC236}">
                  <a16:creationId xmlns:a16="http://schemas.microsoft.com/office/drawing/2014/main" id="{CD8936C7-7B7D-1518-3B9F-70E67C27223E}"/>
                </a:ext>
              </a:extLst>
            </p:cNvPr>
            <p:cNvSpPr>
              <a:spLocks noEditPoints="1"/>
            </p:cNvSpPr>
            <p:nvPr/>
          </p:nvSpPr>
          <p:spPr bwMode="auto">
            <a:xfrm>
              <a:off x="5018" y="1229"/>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grpSp>
        <p:nvGrpSpPr>
          <p:cNvPr id="34" name="Group 299">
            <a:extLst>
              <a:ext uri="{FF2B5EF4-FFF2-40B4-BE49-F238E27FC236}">
                <a16:creationId xmlns:a16="http://schemas.microsoft.com/office/drawing/2014/main" id="{363223C9-53E3-2660-D5E8-3351EB6BEABB}"/>
              </a:ext>
            </a:extLst>
          </p:cNvPr>
          <p:cNvGrpSpPr>
            <a:grpSpLocks noChangeAspect="1"/>
          </p:cNvGrpSpPr>
          <p:nvPr/>
        </p:nvGrpSpPr>
        <p:grpSpPr bwMode="auto">
          <a:xfrm>
            <a:off x="551434" y="5507323"/>
            <a:ext cx="288848" cy="288000"/>
            <a:chOff x="1166" y="1121"/>
            <a:chExt cx="341" cy="340"/>
          </a:xfrm>
          <a:solidFill>
            <a:srgbClr val="012169"/>
          </a:solidFill>
        </p:grpSpPr>
        <p:sp>
          <p:nvSpPr>
            <p:cNvPr id="35" name="Freeform 300">
              <a:extLst>
                <a:ext uri="{FF2B5EF4-FFF2-40B4-BE49-F238E27FC236}">
                  <a16:creationId xmlns:a16="http://schemas.microsoft.com/office/drawing/2014/main" id="{E4CA4262-3591-6947-D784-4D3181DF0917}"/>
                </a:ext>
              </a:extLst>
            </p:cNvPr>
            <p:cNvSpPr>
              <a:spLocks noEditPoints="1"/>
            </p:cNvSpPr>
            <p:nvPr/>
          </p:nvSpPr>
          <p:spPr bwMode="auto">
            <a:xfrm>
              <a:off x="1230" y="1213"/>
              <a:ext cx="213" cy="170"/>
            </a:xfrm>
            <a:custGeom>
              <a:avLst/>
              <a:gdLst>
                <a:gd name="T0" fmla="*/ 309 w 320"/>
                <a:gd name="T1" fmla="*/ 0 h 256"/>
                <a:gd name="T2" fmla="*/ 10 w 320"/>
                <a:gd name="T3" fmla="*/ 0 h 256"/>
                <a:gd name="T4" fmla="*/ 0 w 320"/>
                <a:gd name="T5" fmla="*/ 11 h 256"/>
                <a:gd name="T6" fmla="*/ 0 w 320"/>
                <a:gd name="T7" fmla="*/ 203 h 256"/>
                <a:gd name="T8" fmla="*/ 10 w 320"/>
                <a:gd name="T9" fmla="*/ 214 h 256"/>
                <a:gd name="T10" fmla="*/ 149 w 320"/>
                <a:gd name="T11" fmla="*/ 214 h 256"/>
                <a:gd name="T12" fmla="*/ 149 w 320"/>
                <a:gd name="T13" fmla="*/ 235 h 256"/>
                <a:gd name="T14" fmla="*/ 106 w 320"/>
                <a:gd name="T15" fmla="*/ 235 h 256"/>
                <a:gd name="T16" fmla="*/ 96 w 320"/>
                <a:gd name="T17" fmla="*/ 246 h 256"/>
                <a:gd name="T18" fmla="*/ 106 w 320"/>
                <a:gd name="T19" fmla="*/ 256 h 256"/>
                <a:gd name="T20" fmla="*/ 213 w 320"/>
                <a:gd name="T21" fmla="*/ 256 h 256"/>
                <a:gd name="T22" fmla="*/ 224 w 320"/>
                <a:gd name="T23" fmla="*/ 246 h 256"/>
                <a:gd name="T24" fmla="*/ 213 w 320"/>
                <a:gd name="T25" fmla="*/ 235 h 256"/>
                <a:gd name="T26" fmla="*/ 170 w 320"/>
                <a:gd name="T27" fmla="*/ 235 h 256"/>
                <a:gd name="T28" fmla="*/ 170 w 320"/>
                <a:gd name="T29" fmla="*/ 214 h 256"/>
                <a:gd name="T30" fmla="*/ 309 w 320"/>
                <a:gd name="T31" fmla="*/ 214 h 256"/>
                <a:gd name="T32" fmla="*/ 320 w 320"/>
                <a:gd name="T33" fmla="*/ 203 h 256"/>
                <a:gd name="T34" fmla="*/ 320 w 320"/>
                <a:gd name="T35" fmla="*/ 11 h 256"/>
                <a:gd name="T36" fmla="*/ 309 w 320"/>
                <a:gd name="T37" fmla="*/ 0 h 256"/>
                <a:gd name="T38" fmla="*/ 298 w 320"/>
                <a:gd name="T39" fmla="*/ 192 h 256"/>
                <a:gd name="T40" fmla="*/ 21 w 320"/>
                <a:gd name="T41" fmla="*/ 192 h 256"/>
                <a:gd name="T42" fmla="*/ 21 w 320"/>
                <a:gd name="T43" fmla="*/ 22 h 256"/>
                <a:gd name="T44" fmla="*/ 298 w 320"/>
                <a:gd name="T45" fmla="*/ 22 h 256"/>
                <a:gd name="T46" fmla="*/ 298 w 320"/>
                <a:gd name="T47" fmla="*/ 192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20" h="256">
                  <a:moveTo>
                    <a:pt x="309" y="0"/>
                  </a:moveTo>
                  <a:cubicBezTo>
                    <a:pt x="10" y="0"/>
                    <a:pt x="10" y="0"/>
                    <a:pt x="10" y="0"/>
                  </a:cubicBezTo>
                  <a:cubicBezTo>
                    <a:pt x="4" y="0"/>
                    <a:pt x="0" y="5"/>
                    <a:pt x="0" y="11"/>
                  </a:cubicBezTo>
                  <a:cubicBezTo>
                    <a:pt x="0" y="203"/>
                    <a:pt x="0" y="203"/>
                    <a:pt x="0" y="203"/>
                  </a:cubicBezTo>
                  <a:cubicBezTo>
                    <a:pt x="0" y="209"/>
                    <a:pt x="4" y="214"/>
                    <a:pt x="10" y="214"/>
                  </a:cubicBezTo>
                  <a:cubicBezTo>
                    <a:pt x="149" y="214"/>
                    <a:pt x="149" y="214"/>
                    <a:pt x="149" y="214"/>
                  </a:cubicBezTo>
                  <a:cubicBezTo>
                    <a:pt x="149" y="235"/>
                    <a:pt x="149" y="235"/>
                    <a:pt x="149" y="235"/>
                  </a:cubicBezTo>
                  <a:cubicBezTo>
                    <a:pt x="106" y="235"/>
                    <a:pt x="106" y="235"/>
                    <a:pt x="106" y="235"/>
                  </a:cubicBezTo>
                  <a:cubicBezTo>
                    <a:pt x="100" y="235"/>
                    <a:pt x="96" y="240"/>
                    <a:pt x="96" y="246"/>
                  </a:cubicBezTo>
                  <a:cubicBezTo>
                    <a:pt x="96" y="252"/>
                    <a:pt x="100" y="256"/>
                    <a:pt x="106" y="256"/>
                  </a:cubicBezTo>
                  <a:cubicBezTo>
                    <a:pt x="213" y="256"/>
                    <a:pt x="213" y="256"/>
                    <a:pt x="213" y="256"/>
                  </a:cubicBezTo>
                  <a:cubicBezTo>
                    <a:pt x="219" y="256"/>
                    <a:pt x="224" y="252"/>
                    <a:pt x="224" y="246"/>
                  </a:cubicBezTo>
                  <a:cubicBezTo>
                    <a:pt x="224" y="240"/>
                    <a:pt x="219" y="235"/>
                    <a:pt x="213" y="235"/>
                  </a:cubicBezTo>
                  <a:cubicBezTo>
                    <a:pt x="170" y="235"/>
                    <a:pt x="170" y="235"/>
                    <a:pt x="170" y="235"/>
                  </a:cubicBezTo>
                  <a:cubicBezTo>
                    <a:pt x="170" y="214"/>
                    <a:pt x="170" y="214"/>
                    <a:pt x="170" y="214"/>
                  </a:cubicBezTo>
                  <a:cubicBezTo>
                    <a:pt x="309" y="214"/>
                    <a:pt x="309" y="214"/>
                    <a:pt x="309" y="214"/>
                  </a:cubicBezTo>
                  <a:cubicBezTo>
                    <a:pt x="315" y="214"/>
                    <a:pt x="320" y="209"/>
                    <a:pt x="320" y="203"/>
                  </a:cubicBezTo>
                  <a:cubicBezTo>
                    <a:pt x="320" y="11"/>
                    <a:pt x="320" y="11"/>
                    <a:pt x="320" y="11"/>
                  </a:cubicBezTo>
                  <a:cubicBezTo>
                    <a:pt x="320" y="5"/>
                    <a:pt x="315" y="0"/>
                    <a:pt x="309" y="0"/>
                  </a:cubicBezTo>
                  <a:close/>
                  <a:moveTo>
                    <a:pt x="298" y="192"/>
                  </a:moveTo>
                  <a:cubicBezTo>
                    <a:pt x="21" y="192"/>
                    <a:pt x="21" y="192"/>
                    <a:pt x="21" y="192"/>
                  </a:cubicBezTo>
                  <a:cubicBezTo>
                    <a:pt x="21" y="22"/>
                    <a:pt x="21" y="22"/>
                    <a:pt x="21" y="22"/>
                  </a:cubicBezTo>
                  <a:cubicBezTo>
                    <a:pt x="298" y="22"/>
                    <a:pt x="298" y="22"/>
                    <a:pt x="298" y="22"/>
                  </a:cubicBezTo>
                  <a:lnTo>
                    <a:pt x="298" y="19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6" name="Freeform 301">
              <a:extLst>
                <a:ext uri="{FF2B5EF4-FFF2-40B4-BE49-F238E27FC236}">
                  <a16:creationId xmlns:a16="http://schemas.microsoft.com/office/drawing/2014/main" id="{50B36BC2-A09A-FD6F-B0B2-0576F6113290}"/>
                </a:ext>
              </a:extLst>
            </p:cNvPr>
            <p:cNvSpPr>
              <a:spLocks noEditPoints="1"/>
            </p:cNvSpPr>
            <p:nvPr/>
          </p:nvSpPr>
          <p:spPr bwMode="auto">
            <a:xfrm>
              <a:off x="1166" y="1121"/>
              <a:ext cx="341"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grpSp>
        <p:nvGrpSpPr>
          <p:cNvPr id="37" name="Group 902">
            <a:extLst>
              <a:ext uri="{FF2B5EF4-FFF2-40B4-BE49-F238E27FC236}">
                <a16:creationId xmlns:a16="http://schemas.microsoft.com/office/drawing/2014/main" id="{6DB49999-2850-1C35-E43D-DCDF4F012F3F}"/>
              </a:ext>
            </a:extLst>
          </p:cNvPr>
          <p:cNvGrpSpPr>
            <a:grpSpLocks noChangeAspect="1"/>
          </p:cNvGrpSpPr>
          <p:nvPr/>
        </p:nvGrpSpPr>
        <p:grpSpPr bwMode="auto">
          <a:xfrm>
            <a:off x="551434" y="5935684"/>
            <a:ext cx="288001" cy="288000"/>
            <a:chOff x="4880" y="3759"/>
            <a:chExt cx="340" cy="340"/>
          </a:xfrm>
          <a:solidFill>
            <a:srgbClr val="012169"/>
          </a:solidFill>
        </p:grpSpPr>
        <p:sp>
          <p:nvSpPr>
            <p:cNvPr id="38" name="Freeform 903">
              <a:extLst>
                <a:ext uri="{FF2B5EF4-FFF2-40B4-BE49-F238E27FC236}">
                  <a16:creationId xmlns:a16="http://schemas.microsoft.com/office/drawing/2014/main" id="{B46D036C-C17F-90AC-DFB8-8A6B490A8CBE}"/>
                </a:ext>
              </a:extLst>
            </p:cNvPr>
            <p:cNvSpPr>
              <a:spLocks noEditPoints="1"/>
            </p:cNvSpPr>
            <p:nvPr/>
          </p:nvSpPr>
          <p:spPr bwMode="auto">
            <a:xfrm>
              <a:off x="4880" y="3759"/>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9" name="Freeform 904">
              <a:extLst>
                <a:ext uri="{FF2B5EF4-FFF2-40B4-BE49-F238E27FC236}">
                  <a16:creationId xmlns:a16="http://schemas.microsoft.com/office/drawing/2014/main" id="{404BA177-ED72-4467-626F-F6BCC0BC7E82}"/>
                </a:ext>
              </a:extLst>
            </p:cNvPr>
            <p:cNvSpPr>
              <a:spLocks noEditPoints="1"/>
            </p:cNvSpPr>
            <p:nvPr/>
          </p:nvSpPr>
          <p:spPr bwMode="auto">
            <a:xfrm>
              <a:off x="4958" y="3851"/>
              <a:ext cx="199" cy="163"/>
            </a:xfrm>
            <a:custGeom>
              <a:avLst/>
              <a:gdLst>
                <a:gd name="T0" fmla="*/ 296 w 300"/>
                <a:gd name="T1" fmla="*/ 25 h 246"/>
                <a:gd name="T2" fmla="*/ 281 w 300"/>
                <a:gd name="T3" fmla="*/ 24 h 246"/>
                <a:gd name="T4" fmla="*/ 245 w 300"/>
                <a:gd name="T5" fmla="*/ 55 h 246"/>
                <a:gd name="T6" fmla="*/ 245 w 300"/>
                <a:gd name="T7" fmla="*/ 11 h 246"/>
                <a:gd name="T8" fmla="*/ 235 w 300"/>
                <a:gd name="T9" fmla="*/ 0 h 246"/>
                <a:gd name="T10" fmla="*/ 11 w 300"/>
                <a:gd name="T11" fmla="*/ 0 h 246"/>
                <a:gd name="T12" fmla="*/ 0 w 300"/>
                <a:gd name="T13" fmla="*/ 11 h 246"/>
                <a:gd name="T14" fmla="*/ 0 w 300"/>
                <a:gd name="T15" fmla="*/ 235 h 246"/>
                <a:gd name="T16" fmla="*/ 11 w 300"/>
                <a:gd name="T17" fmla="*/ 246 h 246"/>
                <a:gd name="T18" fmla="*/ 235 w 300"/>
                <a:gd name="T19" fmla="*/ 246 h 246"/>
                <a:gd name="T20" fmla="*/ 245 w 300"/>
                <a:gd name="T21" fmla="*/ 235 h 246"/>
                <a:gd name="T22" fmla="*/ 245 w 300"/>
                <a:gd name="T23" fmla="*/ 84 h 246"/>
                <a:gd name="T24" fmla="*/ 295 w 300"/>
                <a:gd name="T25" fmla="*/ 40 h 246"/>
                <a:gd name="T26" fmla="*/ 296 w 300"/>
                <a:gd name="T27" fmla="*/ 25 h 246"/>
                <a:gd name="T28" fmla="*/ 224 w 300"/>
                <a:gd name="T29" fmla="*/ 224 h 246"/>
                <a:gd name="T30" fmla="*/ 21 w 300"/>
                <a:gd name="T31" fmla="*/ 224 h 246"/>
                <a:gd name="T32" fmla="*/ 21 w 300"/>
                <a:gd name="T33" fmla="*/ 22 h 246"/>
                <a:gd name="T34" fmla="*/ 224 w 300"/>
                <a:gd name="T35" fmla="*/ 22 h 246"/>
                <a:gd name="T36" fmla="*/ 224 w 300"/>
                <a:gd name="T37" fmla="*/ 74 h 246"/>
                <a:gd name="T38" fmla="*/ 119 w 300"/>
                <a:gd name="T39" fmla="*/ 166 h 246"/>
                <a:gd name="T40" fmla="*/ 72 w 300"/>
                <a:gd name="T41" fmla="*/ 111 h 246"/>
                <a:gd name="T42" fmla="*/ 57 w 300"/>
                <a:gd name="T43" fmla="*/ 109 h 246"/>
                <a:gd name="T44" fmla="*/ 56 w 300"/>
                <a:gd name="T45" fmla="*/ 125 h 246"/>
                <a:gd name="T46" fmla="*/ 109 w 300"/>
                <a:gd name="T47" fmla="*/ 189 h 246"/>
                <a:gd name="T48" fmla="*/ 109 w 300"/>
                <a:gd name="T49" fmla="*/ 189 h 246"/>
                <a:gd name="T50" fmla="*/ 117 w 300"/>
                <a:gd name="T51" fmla="*/ 192 h 246"/>
                <a:gd name="T52" fmla="*/ 124 w 300"/>
                <a:gd name="T53" fmla="*/ 190 h 246"/>
                <a:gd name="T54" fmla="*/ 224 w 300"/>
                <a:gd name="T55" fmla="*/ 103 h 246"/>
                <a:gd name="T56" fmla="*/ 224 w 300"/>
                <a:gd name="T57" fmla="*/ 224 h 2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00" h="246">
                  <a:moveTo>
                    <a:pt x="296" y="25"/>
                  </a:moveTo>
                  <a:cubicBezTo>
                    <a:pt x="292" y="21"/>
                    <a:pt x="285" y="20"/>
                    <a:pt x="281" y="24"/>
                  </a:cubicBezTo>
                  <a:cubicBezTo>
                    <a:pt x="245" y="55"/>
                    <a:pt x="245" y="55"/>
                    <a:pt x="245" y="55"/>
                  </a:cubicBezTo>
                  <a:cubicBezTo>
                    <a:pt x="245" y="11"/>
                    <a:pt x="245" y="11"/>
                    <a:pt x="245" y="11"/>
                  </a:cubicBezTo>
                  <a:cubicBezTo>
                    <a:pt x="245" y="5"/>
                    <a:pt x="241" y="0"/>
                    <a:pt x="235" y="0"/>
                  </a:cubicBezTo>
                  <a:cubicBezTo>
                    <a:pt x="11" y="0"/>
                    <a:pt x="11" y="0"/>
                    <a:pt x="11" y="0"/>
                  </a:cubicBezTo>
                  <a:cubicBezTo>
                    <a:pt x="5" y="0"/>
                    <a:pt x="0" y="5"/>
                    <a:pt x="0" y="11"/>
                  </a:cubicBezTo>
                  <a:cubicBezTo>
                    <a:pt x="0" y="235"/>
                    <a:pt x="0" y="235"/>
                    <a:pt x="0" y="235"/>
                  </a:cubicBezTo>
                  <a:cubicBezTo>
                    <a:pt x="0" y="241"/>
                    <a:pt x="5" y="246"/>
                    <a:pt x="11" y="246"/>
                  </a:cubicBezTo>
                  <a:cubicBezTo>
                    <a:pt x="235" y="246"/>
                    <a:pt x="235" y="246"/>
                    <a:pt x="235" y="246"/>
                  </a:cubicBezTo>
                  <a:cubicBezTo>
                    <a:pt x="241" y="246"/>
                    <a:pt x="245" y="241"/>
                    <a:pt x="245" y="235"/>
                  </a:cubicBezTo>
                  <a:cubicBezTo>
                    <a:pt x="245" y="84"/>
                    <a:pt x="245" y="84"/>
                    <a:pt x="245" y="84"/>
                  </a:cubicBezTo>
                  <a:cubicBezTo>
                    <a:pt x="295" y="40"/>
                    <a:pt x="295" y="40"/>
                    <a:pt x="295" y="40"/>
                  </a:cubicBezTo>
                  <a:cubicBezTo>
                    <a:pt x="299" y="36"/>
                    <a:pt x="300" y="30"/>
                    <a:pt x="296" y="25"/>
                  </a:cubicBezTo>
                  <a:close/>
                  <a:moveTo>
                    <a:pt x="224" y="224"/>
                  </a:moveTo>
                  <a:cubicBezTo>
                    <a:pt x="21" y="224"/>
                    <a:pt x="21" y="224"/>
                    <a:pt x="21" y="224"/>
                  </a:cubicBezTo>
                  <a:cubicBezTo>
                    <a:pt x="21" y="22"/>
                    <a:pt x="21" y="22"/>
                    <a:pt x="21" y="22"/>
                  </a:cubicBezTo>
                  <a:cubicBezTo>
                    <a:pt x="224" y="22"/>
                    <a:pt x="224" y="22"/>
                    <a:pt x="224" y="22"/>
                  </a:cubicBezTo>
                  <a:cubicBezTo>
                    <a:pt x="224" y="74"/>
                    <a:pt x="224" y="74"/>
                    <a:pt x="224" y="74"/>
                  </a:cubicBezTo>
                  <a:cubicBezTo>
                    <a:pt x="119" y="166"/>
                    <a:pt x="119" y="166"/>
                    <a:pt x="119" y="166"/>
                  </a:cubicBezTo>
                  <a:cubicBezTo>
                    <a:pt x="72" y="111"/>
                    <a:pt x="72" y="111"/>
                    <a:pt x="72" y="111"/>
                  </a:cubicBezTo>
                  <a:cubicBezTo>
                    <a:pt x="68" y="106"/>
                    <a:pt x="62" y="106"/>
                    <a:pt x="57" y="109"/>
                  </a:cubicBezTo>
                  <a:cubicBezTo>
                    <a:pt x="53" y="113"/>
                    <a:pt x="52" y="120"/>
                    <a:pt x="56" y="125"/>
                  </a:cubicBezTo>
                  <a:cubicBezTo>
                    <a:pt x="109" y="189"/>
                    <a:pt x="109" y="189"/>
                    <a:pt x="109" y="189"/>
                  </a:cubicBezTo>
                  <a:cubicBezTo>
                    <a:pt x="109" y="189"/>
                    <a:pt x="109" y="189"/>
                    <a:pt x="109" y="189"/>
                  </a:cubicBezTo>
                  <a:cubicBezTo>
                    <a:pt x="111" y="191"/>
                    <a:pt x="114" y="192"/>
                    <a:pt x="117" y="192"/>
                  </a:cubicBezTo>
                  <a:cubicBezTo>
                    <a:pt x="120" y="192"/>
                    <a:pt x="122" y="191"/>
                    <a:pt x="124" y="190"/>
                  </a:cubicBezTo>
                  <a:cubicBezTo>
                    <a:pt x="224" y="103"/>
                    <a:pt x="224" y="103"/>
                    <a:pt x="224" y="103"/>
                  </a:cubicBezTo>
                  <a:lnTo>
                    <a:pt x="224" y="224"/>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spTree>
    <p:extLst>
      <p:ext uri="{BB962C8B-B14F-4D97-AF65-F5344CB8AC3E}">
        <p14:creationId xmlns:p14="http://schemas.microsoft.com/office/powerpoint/2010/main" val="3561668077"/>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271BB-E104-9D14-E82A-CD2CD1DDA486}"/>
            </a:ext>
          </a:extLst>
        </p:cNvPr>
        <p:cNvGrpSpPr/>
        <p:nvPr/>
      </p:nvGrpSpPr>
      <p:grpSpPr>
        <a:xfrm>
          <a:off x="0" y="0"/>
          <a:ext cx="0" cy="0"/>
          <a:chOff x="0" y="0"/>
          <a:chExt cx="0" cy="0"/>
        </a:xfrm>
      </p:grpSpPr>
      <p:sp>
        <p:nvSpPr>
          <p:cNvPr id="11" name="Text Placeholder 10">
            <a:extLst>
              <a:ext uri="{FF2B5EF4-FFF2-40B4-BE49-F238E27FC236}">
                <a16:creationId xmlns:a16="http://schemas.microsoft.com/office/drawing/2014/main" id="{E2EDD7AD-609A-C052-7D34-2FD21D37CC8E}"/>
              </a:ext>
            </a:extLst>
          </p:cNvPr>
          <p:cNvSpPr>
            <a:spLocks noGrp="1"/>
          </p:cNvSpPr>
          <p:nvPr>
            <p:ph type="body" sz="quarter" idx="13"/>
          </p:nvPr>
        </p:nvSpPr>
        <p:spPr>
          <a:xfrm>
            <a:off x="469900" y="736688"/>
            <a:ext cx="11252200" cy="646331"/>
          </a:xfrm>
        </p:spPr>
        <p:txBody>
          <a:bodyPr/>
          <a:lstStyle/>
          <a:p>
            <a:r>
              <a:rPr lang="en-US"/>
              <a:t>This is a foundational step in migrating from Teradata to Snowflake. This phase focuses on doing a discovery to confirm the scope, dependencies, complexities, architecture, constraints and priorities for the migration. The goal is to develop a roadmap, detailed execution plan and MVP scope.</a:t>
            </a:r>
          </a:p>
        </p:txBody>
      </p:sp>
      <p:sp>
        <p:nvSpPr>
          <p:cNvPr id="31" name="Title 30">
            <a:extLst>
              <a:ext uri="{FF2B5EF4-FFF2-40B4-BE49-F238E27FC236}">
                <a16:creationId xmlns:a16="http://schemas.microsoft.com/office/drawing/2014/main" id="{78F486E9-2C97-7B95-DEF1-8F978BA9506F}"/>
              </a:ext>
            </a:extLst>
          </p:cNvPr>
          <p:cNvSpPr>
            <a:spLocks noGrp="1"/>
          </p:cNvSpPr>
          <p:nvPr>
            <p:ph type="title"/>
          </p:nvPr>
        </p:nvSpPr>
        <p:spPr>
          <a:xfrm>
            <a:off x="469900" y="402587"/>
            <a:ext cx="11252200" cy="307777"/>
          </a:xfrm>
        </p:spPr>
        <p:txBody>
          <a:bodyPr/>
          <a:lstStyle/>
          <a:p>
            <a:pPr lvl="0" defTabSz="1106488" fontAlgn="base">
              <a:lnSpc>
                <a:spcPct val="100000"/>
              </a:lnSpc>
              <a:spcAft>
                <a:spcPct val="0"/>
              </a:spcAft>
              <a:buClr>
                <a:schemeClr val="tx1"/>
              </a:buClr>
              <a:tabLst>
                <a:tab pos="5715000" algn="l"/>
              </a:tabLst>
            </a:pPr>
            <a:r>
              <a:rPr lang="en-US" b="1" dirty="0"/>
              <a:t>Discovery and Migration Planning</a:t>
            </a:r>
          </a:p>
        </p:txBody>
      </p:sp>
      <p:grpSp>
        <p:nvGrpSpPr>
          <p:cNvPr id="6" name="Group 5">
            <a:extLst>
              <a:ext uri="{FF2B5EF4-FFF2-40B4-BE49-F238E27FC236}">
                <a16:creationId xmlns:a16="http://schemas.microsoft.com/office/drawing/2014/main" id="{D0DCD617-AAA9-3E98-36BA-1C7AEE729729}"/>
              </a:ext>
            </a:extLst>
          </p:cNvPr>
          <p:cNvGrpSpPr/>
          <p:nvPr/>
        </p:nvGrpSpPr>
        <p:grpSpPr>
          <a:xfrm>
            <a:off x="9891784" y="1231243"/>
            <a:ext cx="1830315" cy="124393"/>
            <a:chOff x="469900" y="6032711"/>
            <a:chExt cx="1830315" cy="124393"/>
          </a:xfrm>
        </p:grpSpPr>
        <p:sp>
          <p:nvSpPr>
            <p:cNvPr id="7" name="Rectangle 6">
              <a:extLst>
                <a:ext uri="{FF2B5EF4-FFF2-40B4-BE49-F238E27FC236}">
                  <a16:creationId xmlns:a16="http://schemas.microsoft.com/office/drawing/2014/main" id="{F3FA3C46-7357-1036-0316-9381BCFEA608}"/>
                </a:ext>
              </a:extLst>
            </p:cNvPr>
            <p:cNvSpPr/>
            <p:nvPr/>
          </p:nvSpPr>
          <p:spPr bwMode="gray">
            <a:xfrm>
              <a:off x="469900" y="6032711"/>
              <a:ext cx="399148" cy="124393"/>
            </a:xfrm>
            <a:prstGeom prst="rect">
              <a:avLst/>
            </a:prstGeom>
            <a:noFill/>
            <a:ln w="19050" algn="ctr">
              <a:noFill/>
              <a:miter lim="800000"/>
              <a:headEnd/>
              <a:tailEnd/>
            </a:ln>
          </p:spPr>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lnSpc>
                  <a:spcPct val="106000"/>
                </a:lnSpc>
                <a:buFont typeface="Wingdings 2" pitchFamily="18" charset="2"/>
                <a:buNone/>
              </a:pPr>
              <a:r>
                <a:rPr lang="en-US" sz="800" b="1"/>
                <a:t>Legend:</a:t>
              </a:r>
            </a:p>
          </p:txBody>
        </p:sp>
        <p:grpSp>
          <p:nvGrpSpPr>
            <p:cNvPr id="21" name="Group 20">
              <a:extLst>
                <a:ext uri="{FF2B5EF4-FFF2-40B4-BE49-F238E27FC236}">
                  <a16:creationId xmlns:a16="http://schemas.microsoft.com/office/drawing/2014/main" id="{F988D42F-49EB-CFC3-6DB6-BBDC181E7552}"/>
                </a:ext>
              </a:extLst>
            </p:cNvPr>
            <p:cNvGrpSpPr/>
            <p:nvPr/>
          </p:nvGrpSpPr>
          <p:grpSpPr>
            <a:xfrm>
              <a:off x="1045795" y="6032711"/>
              <a:ext cx="474716" cy="124393"/>
              <a:chOff x="975360" y="6032711"/>
              <a:chExt cx="474716" cy="124393"/>
            </a:xfrm>
          </p:grpSpPr>
          <p:sp>
            <p:nvSpPr>
              <p:cNvPr id="42" name="Rectangle 41">
                <a:extLst>
                  <a:ext uri="{FF2B5EF4-FFF2-40B4-BE49-F238E27FC236}">
                    <a16:creationId xmlns:a16="http://schemas.microsoft.com/office/drawing/2014/main" id="{482A2DB5-D34D-6C5E-0A25-A8F055518EFE}"/>
                  </a:ext>
                </a:extLst>
              </p:cNvPr>
              <p:cNvSpPr/>
              <p:nvPr/>
            </p:nvSpPr>
            <p:spPr bwMode="gray">
              <a:xfrm>
                <a:off x="975360" y="6032711"/>
                <a:ext cx="170507" cy="124393"/>
              </a:xfrm>
              <a:prstGeom prst="rect">
                <a:avLst/>
              </a:prstGeom>
              <a:solidFill>
                <a:srgbClr val="00A3E0"/>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lnSpc>
                    <a:spcPct val="106000"/>
                  </a:lnSpc>
                  <a:buFont typeface="Wingdings 2" pitchFamily="18" charset="2"/>
                  <a:buNone/>
                </a:pPr>
                <a:endParaRPr lang="en-US" sz="800" b="1">
                  <a:solidFill>
                    <a:schemeClr val="bg1"/>
                  </a:solidFill>
                </a:endParaRPr>
              </a:p>
            </p:txBody>
          </p:sp>
          <p:sp>
            <p:nvSpPr>
              <p:cNvPr id="45" name="Rectangle 44">
                <a:extLst>
                  <a:ext uri="{FF2B5EF4-FFF2-40B4-BE49-F238E27FC236}">
                    <a16:creationId xmlns:a16="http://schemas.microsoft.com/office/drawing/2014/main" id="{4F4850C9-3A11-6CDD-3B07-A36F89219353}"/>
                  </a:ext>
                </a:extLst>
              </p:cNvPr>
              <p:cNvSpPr/>
              <p:nvPr/>
            </p:nvSpPr>
            <p:spPr bwMode="gray">
              <a:xfrm>
                <a:off x="1200008" y="6032711"/>
                <a:ext cx="250068" cy="124393"/>
              </a:xfrm>
              <a:prstGeom prst="rect">
                <a:avLst/>
              </a:prstGeom>
              <a:noFill/>
              <a:ln w="19050" algn="ctr">
                <a:noFill/>
                <a:miter lim="800000"/>
                <a:headEnd/>
                <a:tailEnd/>
              </a:ln>
            </p:spPr>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lnSpc>
                    <a:spcPct val="106000"/>
                  </a:lnSpc>
                  <a:buFont typeface="Wingdings 2" pitchFamily="18" charset="2"/>
                  <a:buNone/>
                </a:pPr>
                <a:r>
                  <a:rPr lang="en-US" sz="800"/>
                  <a:t>Cisco</a:t>
                </a:r>
              </a:p>
            </p:txBody>
          </p:sp>
        </p:grpSp>
        <p:grpSp>
          <p:nvGrpSpPr>
            <p:cNvPr id="35" name="Group 34">
              <a:extLst>
                <a:ext uri="{FF2B5EF4-FFF2-40B4-BE49-F238E27FC236}">
                  <a16:creationId xmlns:a16="http://schemas.microsoft.com/office/drawing/2014/main" id="{7A6C30EB-D6F0-4533-AE5E-2916B2C5C2F4}"/>
                </a:ext>
              </a:extLst>
            </p:cNvPr>
            <p:cNvGrpSpPr/>
            <p:nvPr/>
          </p:nvGrpSpPr>
          <p:grpSpPr>
            <a:xfrm>
              <a:off x="1697257" y="6032711"/>
              <a:ext cx="602958" cy="124393"/>
              <a:chOff x="1697257" y="6032711"/>
              <a:chExt cx="602958" cy="124393"/>
            </a:xfrm>
          </p:grpSpPr>
          <p:sp>
            <p:nvSpPr>
              <p:cNvPr id="39" name="Rectangle 38">
                <a:extLst>
                  <a:ext uri="{FF2B5EF4-FFF2-40B4-BE49-F238E27FC236}">
                    <a16:creationId xmlns:a16="http://schemas.microsoft.com/office/drawing/2014/main" id="{FC2F7252-3CC4-12BD-717B-9B2F2B121EF1}"/>
                  </a:ext>
                </a:extLst>
              </p:cNvPr>
              <p:cNvSpPr/>
              <p:nvPr/>
            </p:nvSpPr>
            <p:spPr bwMode="gray">
              <a:xfrm>
                <a:off x="1697257" y="6032711"/>
                <a:ext cx="170507" cy="124393"/>
              </a:xfrm>
              <a:prstGeom prst="rect">
                <a:avLst/>
              </a:prstGeom>
              <a:solidFill>
                <a:schemeClr val="accent1"/>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lnSpc>
                    <a:spcPct val="106000"/>
                  </a:lnSpc>
                  <a:buFont typeface="Wingdings 2" pitchFamily="18" charset="2"/>
                  <a:buNone/>
                </a:pPr>
                <a:endParaRPr lang="en-US" sz="800" b="1">
                  <a:solidFill>
                    <a:schemeClr val="bg1"/>
                  </a:solidFill>
                </a:endParaRPr>
              </a:p>
            </p:txBody>
          </p:sp>
          <p:sp>
            <p:nvSpPr>
              <p:cNvPr id="41" name="Rectangle 40">
                <a:extLst>
                  <a:ext uri="{FF2B5EF4-FFF2-40B4-BE49-F238E27FC236}">
                    <a16:creationId xmlns:a16="http://schemas.microsoft.com/office/drawing/2014/main" id="{C1814A63-CF98-AFE8-96F3-AD7A9F10AD0F}"/>
                  </a:ext>
                </a:extLst>
              </p:cNvPr>
              <p:cNvSpPr/>
              <p:nvPr/>
            </p:nvSpPr>
            <p:spPr bwMode="gray">
              <a:xfrm>
                <a:off x="1921906" y="6032711"/>
                <a:ext cx="378309" cy="124393"/>
              </a:xfrm>
              <a:prstGeom prst="rect">
                <a:avLst/>
              </a:prstGeom>
              <a:noFill/>
              <a:ln w="19050" algn="ctr">
                <a:noFill/>
                <a:miter lim="800000"/>
                <a:headEnd/>
                <a:tailEnd/>
              </a:ln>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nSpc>
                    <a:spcPct val="106000"/>
                  </a:lnSpc>
                  <a:buFont typeface="Wingdings 2" pitchFamily="18" charset="2"/>
                  <a:buNone/>
                </a:pPr>
                <a:r>
                  <a:rPr lang="en-US" sz="800"/>
                  <a:t>Deloitte</a:t>
                </a:r>
              </a:p>
            </p:txBody>
          </p:sp>
        </p:grpSp>
      </p:grpSp>
      <p:grpSp>
        <p:nvGrpSpPr>
          <p:cNvPr id="19" name="Group 18">
            <a:extLst>
              <a:ext uri="{FF2B5EF4-FFF2-40B4-BE49-F238E27FC236}">
                <a16:creationId xmlns:a16="http://schemas.microsoft.com/office/drawing/2014/main" id="{7C234A19-1161-BE60-865B-4F756CA94C04}"/>
              </a:ext>
            </a:extLst>
          </p:cNvPr>
          <p:cNvGrpSpPr/>
          <p:nvPr/>
        </p:nvGrpSpPr>
        <p:grpSpPr>
          <a:xfrm>
            <a:off x="2926615" y="1459534"/>
            <a:ext cx="2171699" cy="4839666"/>
            <a:chOff x="2926615" y="1459534"/>
            <a:chExt cx="2171699" cy="4839666"/>
          </a:xfrm>
        </p:grpSpPr>
        <p:sp>
          <p:nvSpPr>
            <p:cNvPr id="3" name="Rectangle 2">
              <a:extLst>
                <a:ext uri="{FF2B5EF4-FFF2-40B4-BE49-F238E27FC236}">
                  <a16:creationId xmlns:a16="http://schemas.microsoft.com/office/drawing/2014/main" id="{5818BEBC-6118-FEEB-B60D-1062612417B5}"/>
                </a:ext>
              </a:extLst>
            </p:cNvPr>
            <p:cNvSpPr/>
            <p:nvPr/>
          </p:nvSpPr>
          <p:spPr bwMode="gray">
            <a:xfrm>
              <a:off x="2926615" y="1459534"/>
              <a:ext cx="2171699" cy="186590"/>
            </a:xfrm>
            <a:prstGeom prst="rect">
              <a:avLst/>
            </a:prstGeom>
            <a:noFill/>
            <a:ln w="1905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a:buFont typeface="Wingdings 2" pitchFamily="18" charset="2"/>
                <a:buNone/>
              </a:pPr>
              <a:r>
                <a:rPr lang="en-US" sz="1200" b="1"/>
                <a:t>Assess</a:t>
              </a:r>
            </a:p>
          </p:txBody>
        </p:sp>
        <p:sp>
          <p:nvSpPr>
            <p:cNvPr id="58" name="Rectangle 57">
              <a:extLst>
                <a:ext uri="{FF2B5EF4-FFF2-40B4-BE49-F238E27FC236}">
                  <a16:creationId xmlns:a16="http://schemas.microsoft.com/office/drawing/2014/main" id="{69F909E8-23D2-89BE-0EDF-511EDF7455BA}"/>
                </a:ext>
              </a:extLst>
            </p:cNvPr>
            <p:cNvSpPr/>
            <p:nvPr/>
          </p:nvSpPr>
          <p:spPr bwMode="gray">
            <a:xfrm>
              <a:off x="2926615" y="1712191"/>
              <a:ext cx="2171699" cy="301156"/>
            </a:xfrm>
            <a:prstGeom prst="rect">
              <a:avLst/>
            </a:prstGeom>
            <a:solidFill>
              <a:srgbClr val="012169"/>
            </a:solidFill>
            <a:ln w="19050" algn="ctr">
              <a:solidFill>
                <a:srgbClr val="012169"/>
              </a:solid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buFont typeface="Wingdings 2" pitchFamily="18" charset="2"/>
                <a:buNone/>
              </a:pPr>
              <a:r>
                <a:rPr lang="en-US" sz="1000" b="1">
                  <a:solidFill>
                    <a:schemeClr val="bg1"/>
                  </a:solidFill>
                </a:rPr>
                <a:t>Dimensions for Assessment</a:t>
              </a:r>
            </a:p>
          </p:txBody>
        </p:sp>
        <p:sp>
          <p:nvSpPr>
            <p:cNvPr id="59" name="Rectangle 58">
              <a:extLst>
                <a:ext uri="{FF2B5EF4-FFF2-40B4-BE49-F238E27FC236}">
                  <a16:creationId xmlns:a16="http://schemas.microsoft.com/office/drawing/2014/main" id="{F5E7D76B-9350-01A9-8513-B31D29CA4148}"/>
                </a:ext>
              </a:extLst>
            </p:cNvPr>
            <p:cNvSpPr/>
            <p:nvPr/>
          </p:nvSpPr>
          <p:spPr bwMode="gray">
            <a:xfrm>
              <a:off x="2926615" y="1712190"/>
              <a:ext cx="2171699" cy="4587010"/>
            </a:xfrm>
            <a:prstGeom prst="rect">
              <a:avLst/>
            </a:prstGeom>
            <a:noFill/>
            <a:ln w="19050" algn="ctr">
              <a:solidFill>
                <a:srgbClr val="012169"/>
              </a:solid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buFont typeface="Wingdings 2" pitchFamily="18" charset="2"/>
                <a:buNone/>
              </a:pPr>
              <a:endParaRPr lang="en-US" sz="1000" b="1">
                <a:solidFill>
                  <a:schemeClr val="bg1"/>
                </a:solidFill>
              </a:endParaRPr>
            </a:p>
          </p:txBody>
        </p:sp>
        <p:grpSp>
          <p:nvGrpSpPr>
            <p:cNvPr id="60" name="Group 59">
              <a:extLst>
                <a:ext uri="{FF2B5EF4-FFF2-40B4-BE49-F238E27FC236}">
                  <a16:creationId xmlns:a16="http://schemas.microsoft.com/office/drawing/2014/main" id="{8C837068-7A9D-AB79-3C74-2BEBB6905290}"/>
                </a:ext>
              </a:extLst>
            </p:cNvPr>
            <p:cNvGrpSpPr/>
            <p:nvPr/>
          </p:nvGrpSpPr>
          <p:grpSpPr>
            <a:xfrm>
              <a:off x="3006639" y="2070475"/>
              <a:ext cx="2011651" cy="4143941"/>
              <a:chOff x="3006639" y="2315070"/>
              <a:chExt cx="2011651" cy="3834270"/>
            </a:xfrm>
          </p:grpSpPr>
          <p:sp>
            <p:nvSpPr>
              <p:cNvPr id="61" name="Rectangle 60">
                <a:extLst>
                  <a:ext uri="{FF2B5EF4-FFF2-40B4-BE49-F238E27FC236}">
                    <a16:creationId xmlns:a16="http://schemas.microsoft.com/office/drawing/2014/main" id="{1860B936-C2FE-B904-A7D6-FEEB63E6F5EC}"/>
                  </a:ext>
                </a:extLst>
              </p:cNvPr>
              <p:cNvSpPr/>
              <p:nvPr/>
            </p:nvSpPr>
            <p:spPr bwMode="gray">
              <a:xfrm>
                <a:off x="3006639" y="2315070"/>
                <a:ext cx="2011651" cy="454572"/>
              </a:xfrm>
              <a:prstGeom prst="rect">
                <a:avLst/>
              </a:prstGeom>
              <a:solidFill>
                <a:schemeClr val="bg1">
                  <a:lumMod val="95000"/>
                </a:schemeClr>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buFont typeface="Wingdings 2" pitchFamily="18" charset="2"/>
                  <a:buNone/>
                </a:pPr>
                <a:r>
                  <a:rPr lang="en-US" sz="1000"/>
                  <a:t>Volume of objects and workloads </a:t>
                </a:r>
              </a:p>
            </p:txBody>
          </p:sp>
          <p:sp>
            <p:nvSpPr>
              <p:cNvPr id="62" name="Rectangle 61">
                <a:extLst>
                  <a:ext uri="{FF2B5EF4-FFF2-40B4-BE49-F238E27FC236}">
                    <a16:creationId xmlns:a16="http://schemas.microsoft.com/office/drawing/2014/main" id="{57651EEC-8AB9-884B-368C-21A1B2DA8DA6}"/>
                  </a:ext>
                </a:extLst>
              </p:cNvPr>
              <p:cNvSpPr/>
              <p:nvPr/>
            </p:nvSpPr>
            <p:spPr bwMode="gray">
              <a:xfrm>
                <a:off x="3006639" y="2878353"/>
                <a:ext cx="2011651" cy="454572"/>
              </a:xfrm>
              <a:prstGeom prst="rect">
                <a:avLst/>
              </a:prstGeom>
              <a:solidFill>
                <a:schemeClr val="bg1">
                  <a:lumMod val="95000"/>
                </a:schemeClr>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buFont typeface="Wingdings 2" pitchFamily="18" charset="2"/>
                  <a:buNone/>
                </a:pPr>
                <a:r>
                  <a:rPr lang="en-US" sz="1000"/>
                  <a:t>Scope</a:t>
                </a:r>
              </a:p>
            </p:txBody>
          </p:sp>
          <p:sp>
            <p:nvSpPr>
              <p:cNvPr id="63" name="Rectangle 62">
                <a:extLst>
                  <a:ext uri="{FF2B5EF4-FFF2-40B4-BE49-F238E27FC236}">
                    <a16:creationId xmlns:a16="http://schemas.microsoft.com/office/drawing/2014/main" id="{4FC76A08-06F0-D821-B958-B736518142AD}"/>
                  </a:ext>
                </a:extLst>
              </p:cNvPr>
              <p:cNvSpPr/>
              <p:nvPr/>
            </p:nvSpPr>
            <p:spPr bwMode="gray">
              <a:xfrm>
                <a:off x="3006639" y="3441636"/>
                <a:ext cx="2011651" cy="454572"/>
              </a:xfrm>
              <a:prstGeom prst="rect">
                <a:avLst/>
              </a:prstGeom>
              <a:solidFill>
                <a:schemeClr val="bg1">
                  <a:lumMod val="95000"/>
                </a:schemeClr>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buFont typeface="Wingdings 2" pitchFamily="18" charset="2"/>
                  <a:buNone/>
                </a:pPr>
                <a:r>
                  <a:rPr lang="en-US" sz="1000"/>
                  <a:t>Dependencies and Complexities </a:t>
                </a:r>
              </a:p>
            </p:txBody>
          </p:sp>
          <p:sp>
            <p:nvSpPr>
              <p:cNvPr id="64" name="Rectangle 63">
                <a:extLst>
                  <a:ext uri="{FF2B5EF4-FFF2-40B4-BE49-F238E27FC236}">
                    <a16:creationId xmlns:a16="http://schemas.microsoft.com/office/drawing/2014/main" id="{527F34CF-1EBE-42D9-1DBC-FB83F709CCB4}"/>
                  </a:ext>
                </a:extLst>
              </p:cNvPr>
              <p:cNvSpPr/>
              <p:nvPr/>
            </p:nvSpPr>
            <p:spPr bwMode="gray">
              <a:xfrm>
                <a:off x="3006639" y="4004919"/>
                <a:ext cx="2011651" cy="454572"/>
              </a:xfrm>
              <a:prstGeom prst="rect">
                <a:avLst/>
              </a:prstGeom>
              <a:solidFill>
                <a:schemeClr val="bg1">
                  <a:lumMod val="95000"/>
                </a:schemeClr>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buFont typeface="Wingdings 2" pitchFamily="18" charset="2"/>
                  <a:buNone/>
                </a:pPr>
                <a:r>
                  <a:rPr lang="en-US" sz="1000"/>
                  <a:t>Architecture &amp; Tech BOM </a:t>
                </a:r>
              </a:p>
            </p:txBody>
          </p:sp>
          <p:sp>
            <p:nvSpPr>
              <p:cNvPr id="65" name="Rectangle 64">
                <a:extLst>
                  <a:ext uri="{FF2B5EF4-FFF2-40B4-BE49-F238E27FC236}">
                    <a16:creationId xmlns:a16="http://schemas.microsoft.com/office/drawing/2014/main" id="{0964565B-4370-78D5-2C08-23CF453B51D5}"/>
                  </a:ext>
                </a:extLst>
              </p:cNvPr>
              <p:cNvSpPr/>
              <p:nvPr/>
            </p:nvSpPr>
            <p:spPr bwMode="gray">
              <a:xfrm>
                <a:off x="3006639" y="4568202"/>
                <a:ext cx="2011651" cy="454572"/>
              </a:xfrm>
              <a:prstGeom prst="rect">
                <a:avLst/>
              </a:prstGeom>
              <a:solidFill>
                <a:schemeClr val="bg1">
                  <a:lumMod val="95000"/>
                </a:schemeClr>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buFont typeface="Wingdings 2" pitchFamily="18" charset="2"/>
                  <a:buNone/>
                </a:pPr>
                <a:r>
                  <a:rPr lang="en-US" sz="1000"/>
                  <a:t>Technical Debt </a:t>
                </a:r>
              </a:p>
            </p:txBody>
          </p:sp>
          <p:sp>
            <p:nvSpPr>
              <p:cNvPr id="66" name="Rectangle 65">
                <a:extLst>
                  <a:ext uri="{FF2B5EF4-FFF2-40B4-BE49-F238E27FC236}">
                    <a16:creationId xmlns:a16="http://schemas.microsoft.com/office/drawing/2014/main" id="{C8697EF6-F460-B7C9-077D-70EF97C6B762}"/>
                  </a:ext>
                </a:extLst>
              </p:cNvPr>
              <p:cNvSpPr/>
              <p:nvPr/>
            </p:nvSpPr>
            <p:spPr bwMode="gray">
              <a:xfrm>
                <a:off x="3006639" y="5131485"/>
                <a:ext cx="2011651" cy="454572"/>
              </a:xfrm>
              <a:prstGeom prst="rect">
                <a:avLst/>
              </a:prstGeom>
              <a:solidFill>
                <a:schemeClr val="bg1">
                  <a:lumMod val="95000"/>
                </a:schemeClr>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buFont typeface="Wingdings 2" pitchFamily="18" charset="2"/>
                  <a:buNone/>
                </a:pPr>
                <a:r>
                  <a:rPr lang="en-US" sz="1000"/>
                  <a:t>Accelerator Efficiencies </a:t>
                </a:r>
              </a:p>
            </p:txBody>
          </p:sp>
          <p:sp>
            <p:nvSpPr>
              <p:cNvPr id="67" name="Rectangle 66">
                <a:extLst>
                  <a:ext uri="{FF2B5EF4-FFF2-40B4-BE49-F238E27FC236}">
                    <a16:creationId xmlns:a16="http://schemas.microsoft.com/office/drawing/2014/main" id="{65C2207E-CC06-D707-8B88-756B8DF98A4D}"/>
                  </a:ext>
                </a:extLst>
              </p:cNvPr>
              <p:cNvSpPr/>
              <p:nvPr/>
            </p:nvSpPr>
            <p:spPr bwMode="gray">
              <a:xfrm>
                <a:off x="3006639" y="5694768"/>
                <a:ext cx="2011651" cy="454572"/>
              </a:xfrm>
              <a:prstGeom prst="rect">
                <a:avLst/>
              </a:prstGeom>
              <a:solidFill>
                <a:schemeClr val="bg1">
                  <a:lumMod val="95000"/>
                </a:schemeClr>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buFont typeface="Wingdings 2" pitchFamily="18" charset="2"/>
                  <a:buNone/>
                </a:pPr>
                <a:r>
                  <a:rPr lang="en-US" sz="1000"/>
                  <a:t>Non-functional Requirements </a:t>
                </a:r>
              </a:p>
            </p:txBody>
          </p:sp>
        </p:grpSp>
      </p:grpSp>
      <p:grpSp>
        <p:nvGrpSpPr>
          <p:cNvPr id="17" name="Group 16">
            <a:extLst>
              <a:ext uri="{FF2B5EF4-FFF2-40B4-BE49-F238E27FC236}">
                <a16:creationId xmlns:a16="http://schemas.microsoft.com/office/drawing/2014/main" id="{932F555E-C302-D351-7D33-404E226C4EB6}"/>
              </a:ext>
            </a:extLst>
          </p:cNvPr>
          <p:cNvGrpSpPr/>
          <p:nvPr/>
        </p:nvGrpSpPr>
        <p:grpSpPr>
          <a:xfrm>
            <a:off x="9513076" y="1459534"/>
            <a:ext cx="2209023" cy="4839666"/>
            <a:chOff x="9513076" y="1459534"/>
            <a:chExt cx="2209023" cy="4839666"/>
          </a:xfrm>
        </p:grpSpPr>
        <p:sp>
          <p:nvSpPr>
            <p:cNvPr id="57" name="Rectangle 56">
              <a:extLst>
                <a:ext uri="{FF2B5EF4-FFF2-40B4-BE49-F238E27FC236}">
                  <a16:creationId xmlns:a16="http://schemas.microsoft.com/office/drawing/2014/main" id="{08AE97E5-83C8-D7EC-F374-A5ACB44B9D82}"/>
                </a:ext>
              </a:extLst>
            </p:cNvPr>
            <p:cNvSpPr/>
            <p:nvPr/>
          </p:nvSpPr>
          <p:spPr bwMode="gray">
            <a:xfrm>
              <a:off x="9550400" y="1712190"/>
              <a:ext cx="2171699" cy="4587010"/>
            </a:xfrm>
            <a:prstGeom prst="rect">
              <a:avLst/>
            </a:prstGeom>
            <a:noFill/>
            <a:ln w="19050" algn="ctr">
              <a:solidFill>
                <a:srgbClr val="012169"/>
              </a:solid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buFont typeface="Wingdings 2" pitchFamily="18" charset="2"/>
                <a:buNone/>
              </a:pPr>
              <a:endParaRPr lang="en-US" sz="1000" b="1">
                <a:solidFill>
                  <a:schemeClr val="bg1"/>
                </a:solidFill>
              </a:endParaRPr>
            </a:p>
          </p:txBody>
        </p:sp>
        <p:sp>
          <p:nvSpPr>
            <p:cNvPr id="48" name="Rectangle 47">
              <a:extLst>
                <a:ext uri="{FF2B5EF4-FFF2-40B4-BE49-F238E27FC236}">
                  <a16:creationId xmlns:a16="http://schemas.microsoft.com/office/drawing/2014/main" id="{C25B49F7-233F-6C55-3B85-B3E47C14B098}"/>
                </a:ext>
              </a:extLst>
            </p:cNvPr>
            <p:cNvSpPr/>
            <p:nvPr/>
          </p:nvSpPr>
          <p:spPr bwMode="gray">
            <a:xfrm>
              <a:off x="9630424" y="2491345"/>
              <a:ext cx="2011651" cy="356120"/>
            </a:xfrm>
            <a:prstGeom prst="rect">
              <a:avLst/>
            </a:prstGeom>
            <a:solidFill>
              <a:schemeClr val="accent1"/>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marL="85725">
                <a:buFont typeface="Wingdings 2" pitchFamily="18" charset="2"/>
                <a:buNone/>
              </a:pPr>
              <a:r>
                <a:rPr lang="en-US" sz="1000">
                  <a:solidFill>
                    <a:schemeClr val="bg1"/>
                  </a:solidFill>
                </a:rPr>
                <a:t>Complexity Analysis Report </a:t>
              </a:r>
            </a:p>
          </p:txBody>
        </p:sp>
        <p:sp>
          <p:nvSpPr>
            <p:cNvPr id="49" name="Rectangle 48">
              <a:extLst>
                <a:ext uri="{FF2B5EF4-FFF2-40B4-BE49-F238E27FC236}">
                  <a16:creationId xmlns:a16="http://schemas.microsoft.com/office/drawing/2014/main" id="{6F3200B2-0913-5687-F66B-23ECEAED1EBA}"/>
                </a:ext>
              </a:extLst>
            </p:cNvPr>
            <p:cNvSpPr/>
            <p:nvPr/>
          </p:nvSpPr>
          <p:spPr bwMode="gray">
            <a:xfrm>
              <a:off x="9630424" y="2912214"/>
              <a:ext cx="2011651" cy="356120"/>
            </a:xfrm>
            <a:prstGeom prst="rect">
              <a:avLst/>
            </a:prstGeom>
            <a:solidFill>
              <a:schemeClr val="accent1"/>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marL="85725">
                <a:buFont typeface="Wingdings 2" pitchFamily="18" charset="2"/>
                <a:buNone/>
              </a:pPr>
              <a:r>
                <a:rPr lang="en-US" sz="1000">
                  <a:solidFill>
                    <a:schemeClr val="bg1"/>
                  </a:solidFill>
                </a:rPr>
                <a:t>Projected Accelerator Efficiency Report</a:t>
              </a:r>
            </a:p>
          </p:txBody>
        </p:sp>
        <p:sp>
          <p:nvSpPr>
            <p:cNvPr id="50" name="Rectangle 49">
              <a:extLst>
                <a:ext uri="{FF2B5EF4-FFF2-40B4-BE49-F238E27FC236}">
                  <a16:creationId xmlns:a16="http://schemas.microsoft.com/office/drawing/2014/main" id="{779A870D-3D2F-4875-795F-84E182B26A4E}"/>
                </a:ext>
              </a:extLst>
            </p:cNvPr>
            <p:cNvSpPr/>
            <p:nvPr/>
          </p:nvSpPr>
          <p:spPr bwMode="gray">
            <a:xfrm>
              <a:off x="9630424" y="3333083"/>
              <a:ext cx="2011651" cy="356120"/>
            </a:xfrm>
            <a:prstGeom prst="rect">
              <a:avLst/>
            </a:prstGeom>
            <a:solidFill>
              <a:srgbClr val="00A3E0"/>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marL="85725">
                <a:buFont typeface="Wingdings 2" pitchFamily="18" charset="2"/>
                <a:buNone/>
              </a:pPr>
              <a:r>
                <a:rPr lang="en-US" sz="1000">
                  <a:solidFill>
                    <a:schemeClr val="bg1"/>
                  </a:solidFill>
                </a:rPr>
                <a:t>MVP Scope </a:t>
              </a:r>
            </a:p>
          </p:txBody>
        </p:sp>
        <p:sp>
          <p:nvSpPr>
            <p:cNvPr id="51" name="Rectangle 50">
              <a:extLst>
                <a:ext uri="{FF2B5EF4-FFF2-40B4-BE49-F238E27FC236}">
                  <a16:creationId xmlns:a16="http://schemas.microsoft.com/office/drawing/2014/main" id="{4EFB446B-5A2F-4F41-69FD-1DD7C44908AB}"/>
                </a:ext>
              </a:extLst>
            </p:cNvPr>
            <p:cNvSpPr/>
            <p:nvPr/>
          </p:nvSpPr>
          <p:spPr bwMode="gray">
            <a:xfrm>
              <a:off x="9630424" y="3753952"/>
              <a:ext cx="2011651" cy="356120"/>
            </a:xfrm>
            <a:prstGeom prst="rect">
              <a:avLst/>
            </a:prstGeom>
            <a:solidFill>
              <a:schemeClr val="accent1"/>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marL="85725">
                <a:buFont typeface="Wingdings 2" pitchFamily="18" charset="2"/>
                <a:buNone/>
              </a:pPr>
              <a:r>
                <a:rPr lang="en-US" sz="1000">
                  <a:solidFill>
                    <a:schemeClr val="bg1"/>
                  </a:solidFill>
                </a:rPr>
                <a:t>Re-platform Roadmap </a:t>
              </a:r>
            </a:p>
          </p:txBody>
        </p:sp>
        <p:sp>
          <p:nvSpPr>
            <p:cNvPr id="52" name="Rectangle 51">
              <a:extLst>
                <a:ext uri="{FF2B5EF4-FFF2-40B4-BE49-F238E27FC236}">
                  <a16:creationId xmlns:a16="http://schemas.microsoft.com/office/drawing/2014/main" id="{A6B033C6-542E-0B4B-185E-EC8E09BAE3B5}"/>
                </a:ext>
              </a:extLst>
            </p:cNvPr>
            <p:cNvSpPr/>
            <p:nvPr/>
          </p:nvSpPr>
          <p:spPr bwMode="gray">
            <a:xfrm>
              <a:off x="9630424" y="4174821"/>
              <a:ext cx="2011651" cy="356120"/>
            </a:xfrm>
            <a:prstGeom prst="rect">
              <a:avLst/>
            </a:prstGeom>
            <a:solidFill>
              <a:schemeClr val="accent1"/>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marL="85725">
                <a:buFont typeface="Wingdings 2" pitchFamily="18" charset="2"/>
                <a:buNone/>
              </a:pPr>
              <a:r>
                <a:rPr lang="en-US" sz="1000">
                  <a:solidFill>
                    <a:schemeClr val="bg1"/>
                  </a:solidFill>
                </a:rPr>
                <a:t>Migration Plan </a:t>
              </a:r>
            </a:p>
          </p:txBody>
        </p:sp>
        <p:sp>
          <p:nvSpPr>
            <p:cNvPr id="53" name="Rectangle 52">
              <a:extLst>
                <a:ext uri="{FF2B5EF4-FFF2-40B4-BE49-F238E27FC236}">
                  <a16:creationId xmlns:a16="http://schemas.microsoft.com/office/drawing/2014/main" id="{225B0C33-6C42-2D3E-6833-9E2808C95EC2}"/>
                </a:ext>
              </a:extLst>
            </p:cNvPr>
            <p:cNvSpPr/>
            <p:nvPr/>
          </p:nvSpPr>
          <p:spPr bwMode="gray">
            <a:xfrm>
              <a:off x="9630424" y="4595690"/>
              <a:ext cx="2011651" cy="356120"/>
            </a:xfrm>
            <a:prstGeom prst="rect">
              <a:avLst/>
            </a:prstGeom>
            <a:solidFill>
              <a:schemeClr val="accent1"/>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marL="85725">
                <a:buFont typeface="Wingdings 2" pitchFamily="18" charset="2"/>
                <a:buNone/>
              </a:pPr>
              <a:r>
                <a:rPr lang="en-US" sz="1000">
                  <a:solidFill>
                    <a:schemeClr val="bg1"/>
                  </a:solidFill>
                </a:rPr>
                <a:t>Effort Estimation </a:t>
              </a:r>
            </a:p>
          </p:txBody>
        </p:sp>
        <p:sp>
          <p:nvSpPr>
            <p:cNvPr id="54" name="Rectangle 53">
              <a:extLst>
                <a:ext uri="{FF2B5EF4-FFF2-40B4-BE49-F238E27FC236}">
                  <a16:creationId xmlns:a16="http://schemas.microsoft.com/office/drawing/2014/main" id="{0E36F1DD-CE35-40D4-A110-240CA79626B9}"/>
                </a:ext>
              </a:extLst>
            </p:cNvPr>
            <p:cNvSpPr/>
            <p:nvPr/>
          </p:nvSpPr>
          <p:spPr bwMode="gray">
            <a:xfrm>
              <a:off x="9630424" y="5016559"/>
              <a:ext cx="2011651" cy="356120"/>
            </a:xfrm>
            <a:prstGeom prst="rect">
              <a:avLst/>
            </a:prstGeom>
            <a:solidFill>
              <a:schemeClr val="accent1"/>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marL="85725">
                <a:buFont typeface="Wingdings 2" pitchFamily="18" charset="2"/>
                <a:buNone/>
              </a:pPr>
              <a:r>
                <a:rPr lang="en-US" sz="1000">
                  <a:solidFill>
                    <a:schemeClr val="bg1"/>
                  </a:solidFill>
                </a:rPr>
                <a:t>Technical Debt Remediation Plan</a:t>
              </a:r>
            </a:p>
          </p:txBody>
        </p:sp>
        <p:sp>
          <p:nvSpPr>
            <p:cNvPr id="55" name="Rectangle 54">
              <a:extLst>
                <a:ext uri="{FF2B5EF4-FFF2-40B4-BE49-F238E27FC236}">
                  <a16:creationId xmlns:a16="http://schemas.microsoft.com/office/drawing/2014/main" id="{6118777C-A16E-154B-ED0D-3DBC585B0690}"/>
                </a:ext>
              </a:extLst>
            </p:cNvPr>
            <p:cNvSpPr/>
            <p:nvPr/>
          </p:nvSpPr>
          <p:spPr bwMode="gray">
            <a:xfrm>
              <a:off x="9630424" y="5437428"/>
              <a:ext cx="2011651" cy="356120"/>
            </a:xfrm>
            <a:prstGeom prst="rect">
              <a:avLst/>
            </a:prstGeom>
            <a:solidFill>
              <a:schemeClr val="accent1"/>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marL="85725">
                <a:buFont typeface="Wingdings 2" pitchFamily="18" charset="2"/>
                <a:buNone/>
              </a:pPr>
              <a:r>
                <a:rPr lang="en-US" sz="1000">
                  <a:solidFill>
                    <a:schemeClr val="bg1"/>
                  </a:solidFill>
                </a:rPr>
                <a:t>Cisco Dependencies </a:t>
              </a:r>
            </a:p>
          </p:txBody>
        </p:sp>
        <p:sp>
          <p:nvSpPr>
            <p:cNvPr id="133" name="Rectangle 132">
              <a:extLst>
                <a:ext uri="{FF2B5EF4-FFF2-40B4-BE49-F238E27FC236}">
                  <a16:creationId xmlns:a16="http://schemas.microsoft.com/office/drawing/2014/main" id="{CC656560-607B-A086-C324-551B9E606845}"/>
                </a:ext>
              </a:extLst>
            </p:cNvPr>
            <p:cNvSpPr/>
            <p:nvPr/>
          </p:nvSpPr>
          <p:spPr bwMode="gray">
            <a:xfrm>
              <a:off x="9630424" y="5858298"/>
              <a:ext cx="2011651" cy="356120"/>
            </a:xfrm>
            <a:prstGeom prst="rect">
              <a:avLst/>
            </a:prstGeom>
            <a:solidFill>
              <a:srgbClr val="00A3E0"/>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marL="85725">
                <a:buFont typeface="Wingdings 2" pitchFamily="18" charset="2"/>
                <a:buNone/>
              </a:pPr>
              <a:r>
                <a:rPr lang="en-US" sz="1000">
                  <a:solidFill>
                    <a:schemeClr val="bg1"/>
                  </a:solidFill>
                </a:rPr>
                <a:t>Non-functional Requirements </a:t>
              </a:r>
            </a:p>
          </p:txBody>
        </p:sp>
        <p:sp>
          <p:nvSpPr>
            <p:cNvPr id="2" name="Rectangle 1">
              <a:extLst>
                <a:ext uri="{FF2B5EF4-FFF2-40B4-BE49-F238E27FC236}">
                  <a16:creationId xmlns:a16="http://schemas.microsoft.com/office/drawing/2014/main" id="{F1F93E17-BC28-661C-FBCA-5BC2076AC6E4}"/>
                </a:ext>
              </a:extLst>
            </p:cNvPr>
            <p:cNvSpPr/>
            <p:nvPr/>
          </p:nvSpPr>
          <p:spPr bwMode="gray">
            <a:xfrm>
              <a:off x="9550400" y="1459534"/>
              <a:ext cx="2171699" cy="186590"/>
            </a:xfrm>
            <a:prstGeom prst="rect">
              <a:avLst/>
            </a:prstGeom>
            <a:noFill/>
            <a:ln w="1905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a:buFont typeface="Wingdings 2" pitchFamily="18" charset="2"/>
                <a:buNone/>
              </a:pPr>
              <a:r>
                <a:rPr lang="en-US" sz="1200" b="1" dirty="0"/>
                <a:t>Deliverables/Outcomes</a:t>
              </a:r>
            </a:p>
          </p:txBody>
        </p:sp>
        <p:sp>
          <p:nvSpPr>
            <p:cNvPr id="56" name="Rectangle 55">
              <a:extLst>
                <a:ext uri="{FF2B5EF4-FFF2-40B4-BE49-F238E27FC236}">
                  <a16:creationId xmlns:a16="http://schemas.microsoft.com/office/drawing/2014/main" id="{2075EBA6-7ADE-ADBA-529D-B740EAB7C9E0}"/>
                </a:ext>
              </a:extLst>
            </p:cNvPr>
            <p:cNvSpPr/>
            <p:nvPr/>
          </p:nvSpPr>
          <p:spPr bwMode="gray">
            <a:xfrm>
              <a:off x="9550400" y="1712191"/>
              <a:ext cx="2171699" cy="301156"/>
            </a:xfrm>
            <a:prstGeom prst="rect">
              <a:avLst/>
            </a:prstGeom>
            <a:solidFill>
              <a:srgbClr val="012169"/>
            </a:solidFill>
            <a:ln w="19050" algn="ctr">
              <a:solidFill>
                <a:srgbClr val="012169"/>
              </a:solid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buFont typeface="Wingdings 2" pitchFamily="18" charset="2"/>
                <a:buNone/>
              </a:pPr>
              <a:r>
                <a:rPr lang="en-US" sz="1000" b="1">
                  <a:solidFill>
                    <a:schemeClr val="bg1"/>
                  </a:solidFill>
                </a:rPr>
                <a:t>Dimensions for Assessment</a:t>
              </a:r>
            </a:p>
          </p:txBody>
        </p:sp>
        <p:grpSp>
          <p:nvGrpSpPr>
            <p:cNvPr id="16" name="Group 15">
              <a:extLst>
                <a:ext uri="{FF2B5EF4-FFF2-40B4-BE49-F238E27FC236}">
                  <a16:creationId xmlns:a16="http://schemas.microsoft.com/office/drawing/2014/main" id="{DB236227-FAD3-353D-0CB3-CE5FA0AB2280}"/>
                </a:ext>
              </a:extLst>
            </p:cNvPr>
            <p:cNvGrpSpPr/>
            <p:nvPr/>
          </p:nvGrpSpPr>
          <p:grpSpPr>
            <a:xfrm>
              <a:off x="9513076" y="2070476"/>
              <a:ext cx="2128999" cy="356120"/>
              <a:chOff x="9513076" y="2070476"/>
              <a:chExt cx="2128999" cy="356120"/>
            </a:xfrm>
          </p:grpSpPr>
          <p:sp>
            <p:nvSpPr>
              <p:cNvPr id="47" name="Rectangle 46">
                <a:extLst>
                  <a:ext uri="{FF2B5EF4-FFF2-40B4-BE49-F238E27FC236}">
                    <a16:creationId xmlns:a16="http://schemas.microsoft.com/office/drawing/2014/main" id="{C78A7155-E0AE-0F2E-3E8B-B99C9D5721BD}"/>
                  </a:ext>
                </a:extLst>
              </p:cNvPr>
              <p:cNvSpPr/>
              <p:nvPr/>
            </p:nvSpPr>
            <p:spPr bwMode="gray">
              <a:xfrm>
                <a:off x="9630424" y="2070476"/>
                <a:ext cx="2011651" cy="356120"/>
              </a:xfrm>
              <a:prstGeom prst="rect">
                <a:avLst/>
              </a:prstGeom>
              <a:solidFill>
                <a:schemeClr val="accent1"/>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marL="85725">
                  <a:buFont typeface="Wingdings 2" pitchFamily="18" charset="2"/>
                  <a:buNone/>
                </a:pPr>
                <a:r>
                  <a:rPr lang="en-US" sz="1000" b="1">
                    <a:solidFill>
                      <a:schemeClr val="bg1"/>
                    </a:solidFill>
                  </a:rPr>
                  <a:t>Migration Scope and Backlog Validation </a:t>
                </a:r>
              </a:p>
            </p:txBody>
          </p:sp>
          <p:sp>
            <p:nvSpPr>
              <p:cNvPr id="114" name="TextBox 113">
                <a:extLst>
                  <a:ext uri="{FF2B5EF4-FFF2-40B4-BE49-F238E27FC236}">
                    <a16:creationId xmlns:a16="http://schemas.microsoft.com/office/drawing/2014/main" id="{12ED21FA-9DBB-460E-95B4-0794675F6317}"/>
                  </a:ext>
                </a:extLst>
              </p:cNvPr>
              <p:cNvSpPr txBox="1"/>
              <p:nvPr/>
            </p:nvSpPr>
            <p:spPr>
              <a:xfrm>
                <a:off x="9513076" y="2129664"/>
                <a:ext cx="236714" cy="237744"/>
              </a:xfrm>
              <a:prstGeom prst="ellipse">
                <a:avLst/>
              </a:prstGeom>
              <a:solidFill>
                <a:srgbClr val="041E42"/>
              </a:solidFill>
              <a:ln w="6350">
                <a:solidFill>
                  <a:schemeClr val="bg1"/>
                </a:solidFill>
              </a:ln>
            </p:spPr>
            <p:txBody>
              <a:bodyPr wrap="none" lIns="0" tIns="0" rIns="0" bIns="0" rtlCol="0" anchor="ctr">
                <a:noAutofit/>
              </a:bodyPr>
              <a:lstStyle>
                <a:defPPr>
                  <a:defRPr lang="en-US"/>
                </a:defPPr>
                <a:lvl1pPr algn="ctr">
                  <a:spcBef>
                    <a:spcPts val="600"/>
                  </a:spcBef>
                  <a:buSzPct val="100000"/>
                  <a:defRPr sz="1000" b="1">
                    <a:solidFill>
                      <a:schemeClr val="bg1"/>
                    </a:solidFill>
                  </a:defRPr>
                </a:lvl1pPr>
              </a:lstStyle>
              <a:p>
                <a:pPr>
                  <a:spcBef>
                    <a:spcPts val="0"/>
                  </a:spcBef>
                </a:pPr>
                <a:r>
                  <a:rPr lang="en-US"/>
                  <a:t>1</a:t>
                </a:r>
              </a:p>
            </p:txBody>
          </p:sp>
        </p:grpSp>
      </p:grpSp>
      <p:grpSp>
        <p:nvGrpSpPr>
          <p:cNvPr id="18" name="Group 17">
            <a:extLst>
              <a:ext uri="{FF2B5EF4-FFF2-40B4-BE49-F238E27FC236}">
                <a16:creationId xmlns:a16="http://schemas.microsoft.com/office/drawing/2014/main" id="{B5B825F0-034F-3E4B-5BB7-B0629759B810}"/>
              </a:ext>
            </a:extLst>
          </p:cNvPr>
          <p:cNvGrpSpPr/>
          <p:nvPr/>
        </p:nvGrpSpPr>
        <p:grpSpPr>
          <a:xfrm>
            <a:off x="5383331" y="1459534"/>
            <a:ext cx="3882053" cy="4839666"/>
            <a:chOff x="5383331" y="1459534"/>
            <a:chExt cx="3882053" cy="4839666"/>
          </a:xfrm>
        </p:grpSpPr>
        <p:sp>
          <p:nvSpPr>
            <p:cNvPr id="46" name="Rectangle 45">
              <a:extLst>
                <a:ext uri="{FF2B5EF4-FFF2-40B4-BE49-F238E27FC236}">
                  <a16:creationId xmlns:a16="http://schemas.microsoft.com/office/drawing/2014/main" id="{86F8D396-5A45-3171-B617-1DB5F171CC29}"/>
                </a:ext>
              </a:extLst>
            </p:cNvPr>
            <p:cNvSpPr/>
            <p:nvPr/>
          </p:nvSpPr>
          <p:spPr bwMode="gray">
            <a:xfrm>
              <a:off x="5383331" y="1459534"/>
              <a:ext cx="3882053" cy="186590"/>
            </a:xfrm>
            <a:prstGeom prst="rect">
              <a:avLst/>
            </a:prstGeom>
            <a:noFill/>
            <a:ln w="1905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a:buFont typeface="Wingdings 2" pitchFamily="18" charset="2"/>
                <a:buNone/>
              </a:pPr>
              <a:r>
                <a:rPr lang="en-US" sz="1200" b="1" dirty="0"/>
                <a:t>Accelerators</a:t>
              </a:r>
            </a:p>
          </p:txBody>
        </p:sp>
        <p:sp>
          <p:nvSpPr>
            <p:cNvPr id="87" name="Rectangle 86">
              <a:extLst>
                <a:ext uri="{FF2B5EF4-FFF2-40B4-BE49-F238E27FC236}">
                  <a16:creationId xmlns:a16="http://schemas.microsoft.com/office/drawing/2014/main" id="{0D3C8661-714A-511C-5CB0-66E55E5D7909}"/>
                </a:ext>
              </a:extLst>
            </p:cNvPr>
            <p:cNvSpPr/>
            <p:nvPr/>
          </p:nvSpPr>
          <p:spPr bwMode="gray">
            <a:xfrm>
              <a:off x="5383331" y="1712191"/>
              <a:ext cx="1962125" cy="301156"/>
            </a:xfrm>
            <a:prstGeom prst="rect">
              <a:avLst/>
            </a:prstGeom>
            <a:solidFill>
              <a:srgbClr val="012169"/>
            </a:solidFill>
            <a:ln w="19050" algn="ctr">
              <a:solidFill>
                <a:srgbClr val="012169"/>
              </a:solid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buFont typeface="Wingdings 2" pitchFamily="18" charset="2"/>
                <a:buNone/>
              </a:pPr>
              <a:r>
                <a:rPr lang="en-US" sz="1000" b="1">
                  <a:solidFill>
                    <a:schemeClr val="bg1"/>
                  </a:solidFill>
                </a:rPr>
                <a:t>Purpose</a:t>
              </a:r>
            </a:p>
          </p:txBody>
        </p:sp>
        <p:sp>
          <p:nvSpPr>
            <p:cNvPr id="88" name="Rectangle 87">
              <a:extLst>
                <a:ext uri="{FF2B5EF4-FFF2-40B4-BE49-F238E27FC236}">
                  <a16:creationId xmlns:a16="http://schemas.microsoft.com/office/drawing/2014/main" id="{DA26A427-DB30-F13C-514E-C0226554755F}"/>
                </a:ext>
              </a:extLst>
            </p:cNvPr>
            <p:cNvSpPr/>
            <p:nvPr/>
          </p:nvSpPr>
          <p:spPr bwMode="gray">
            <a:xfrm>
              <a:off x="7463222" y="1712191"/>
              <a:ext cx="1802162" cy="301156"/>
            </a:xfrm>
            <a:prstGeom prst="rect">
              <a:avLst/>
            </a:prstGeom>
            <a:solidFill>
              <a:srgbClr val="012169"/>
            </a:solidFill>
            <a:ln w="19050" algn="ctr">
              <a:solidFill>
                <a:srgbClr val="012169"/>
              </a:solid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buFont typeface="Wingdings 2" pitchFamily="18" charset="2"/>
                <a:buNone/>
              </a:pPr>
              <a:r>
                <a:rPr lang="en-US" sz="1000" b="1" dirty="0">
                  <a:solidFill>
                    <a:schemeClr val="bg1"/>
                  </a:solidFill>
                </a:rPr>
                <a:t>Accelerators</a:t>
              </a:r>
            </a:p>
          </p:txBody>
        </p:sp>
        <p:sp>
          <p:nvSpPr>
            <p:cNvPr id="89" name="Rectangle 88">
              <a:extLst>
                <a:ext uri="{FF2B5EF4-FFF2-40B4-BE49-F238E27FC236}">
                  <a16:creationId xmlns:a16="http://schemas.microsoft.com/office/drawing/2014/main" id="{456DEB1B-91F9-2F5C-A822-23FCAC89BE15}"/>
                </a:ext>
              </a:extLst>
            </p:cNvPr>
            <p:cNvSpPr/>
            <p:nvPr/>
          </p:nvSpPr>
          <p:spPr bwMode="gray">
            <a:xfrm>
              <a:off x="5383331" y="1712190"/>
              <a:ext cx="3882052" cy="4587010"/>
            </a:xfrm>
            <a:prstGeom prst="rect">
              <a:avLst/>
            </a:prstGeom>
            <a:noFill/>
            <a:ln w="19050" algn="ctr">
              <a:solidFill>
                <a:srgbClr val="012169"/>
              </a:solid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buFont typeface="Wingdings 2" pitchFamily="18" charset="2"/>
                <a:buNone/>
              </a:pPr>
              <a:endParaRPr lang="en-US" sz="1000" b="1">
                <a:solidFill>
                  <a:schemeClr val="bg1"/>
                </a:solidFill>
              </a:endParaRPr>
            </a:p>
          </p:txBody>
        </p:sp>
        <p:sp>
          <p:nvSpPr>
            <p:cNvPr id="90" name="Rectangle 89">
              <a:extLst>
                <a:ext uri="{FF2B5EF4-FFF2-40B4-BE49-F238E27FC236}">
                  <a16:creationId xmlns:a16="http://schemas.microsoft.com/office/drawing/2014/main" id="{03D65A51-0DE8-E386-8885-518DFF6EEBFA}"/>
                </a:ext>
              </a:extLst>
            </p:cNvPr>
            <p:cNvSpPr/>
            <p:nvPr/>
          </p:nvSpPr>
          <p:spPr bwMode="gray">
            <a:xfrm>
              <a:off x="5465064" y="2070476"/>
              <a:ext cx="1872000" cy="426556"/>
            </a:xfrm>
            <a:prstGeom prst="rect">
              <a:avLst/>
            </a:prstGeom>
            <a:noFill/>
            <a:ln w="9525" algn="ctr">
              <a:solidFill>
                <a:schemeClr val="bg1">
                  <a:lumMod val="85000"/>
                </a:schemeClr>
              </a:solid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buFont typeface="Wingdings 2" pitchFamily="18" charset="2"/>
                <a:buNone/>
              </a:pPr>
              <a:r>
                <a:rPr lang="en-US" sz="1000"/>
                <a:t>Separate Informatica XML &amp; DB native code</a:t>
              </a:r>
            </a:p>
          </p:txBody>
        </p:sp>
        <p:sp>
          <p:nvSpPr>
            <p:cNvPr id="96" name="Rectangle 95">
              <a:extLst>
                <a:ext uri="{FF2B5EF4-FFF2-40B4-BE49-F238E27FC236}">
                  <a16:creationId xmlns:a16="http://schemas.microsoft.com/office/drawing/2014/main" id="{C87768BE-46E7-62DE-D2B1-F3586E784C1C}"/>
                </a:ext>
              </a:extLst>
            </p:cNvPr>
            <p:cNvSpPr/>
            <p:nvPr/>
          </p:nvSpPr>
          <p:spPr bwMode="gray">
            <a:xfrm>
              <a:off x="5465064" y="5605642"/>
              <a:ext cx="1872000" cy="426556"/>
            </a:xfrm>
            <a:prstGeom prst="rect">
              <a:avLst/>
            </a:prstGeom>
            <a:noFill/>
            <a:ln w="9525" algn="ctr">
              <a:solidFill>
                <a:schemeClr val="bg1">
                  <a:lumMod val="85000"/>
                </a:schemeClr>
              </a:solid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buFont typeface="Wingdings 2" pitchFamily="18" charset="2"/>
                <a:buNone/>
              </a:pPr>
              <a:r>
                <a:rPr lang="en-US" sz="1000"/>
                <a:t>Conversion efficiency Teradata Code to SnowSQL</a:t>
              </a:r>
            </a:p>
          </p:txBody>
        </p:sp>
        <p:sp>
          <p:nvSpPr>
            <p:cNvPr id="97" name="Rectangle 96">
              <a:extLst>
                <a:ext uri="{FF2B5EF4-FFF2-40B4-BE49-F238E27FC236}">
                  <a16:creationId xmlns:a16="http://schemas.microsoft.com/office/drawing/2014/main" id="{F181F854-AA54-7161-9314-1018D2A11968}"/>
                </a:ext>
              </a:extLst>
            </p:cNvPr>
            <p:cNvSpPr/>
            <p:nvPr/>
          </p:nvSpPr>
          <p:spPr bwMode="gray">
            <a:xfrm>
              <a:off x="7463222" y="2070476"/>
              <a:ext cx="1714306" cy="426556"/>
            </a:xfrm>
            <a:prstGeom prst="rect">
              <a:avLst/>
            </a:prstGeom>
            <a:solidFill>
              <a:schemeClr val="bg1">
                <a:lumMod val="95000"/>
              </a:schemeClr>
            </a:solidFill>
            <a:ln w="9525" algn="ctr">
              <a:solidFill>
                <a:schemeClr val="bg1">
                  <a:lumMod val="85000"/>
                </a:schemeClr>
              </a:solid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marL="381000">
                <a:buFont typeface="Wingdings 2" pitchFamily="18" charset="2"/>
                <a:buNone/>
              </a:pPr>
              <a:r>
                <a:rPr lang="en-US" sz="1000" b="1"/>
                <a:t>Informatica Parser</a:t>
              </a:r>
            </a:p>
          </p:txBody>
        </p:sp>
        <p:grpSp>
          <p:nvGrpSpPr>
            <p:cNvPr id="123" name="Group 122">
              <a:extLst>
                <a:ext uri="{FF2B5EF4-FFF2-40B4-BE49-F238E27FC236}">
                  <a16:creationId xmlns:a16="http://schemas.microsoft.com/office/drawing/2014/main" id="{9472F50C-5EDF-F433-EB31-4104614F3977}"/>
                </a:ext>
              </a:extLst>
            </p:cNvPr>
            <p:cNvGrpSpPr/>
            <p:nvPr/>
          </p:nvGrpSpPr>
          <p:grpSpPr>
            <a:xfrm>
              <a:off x="5465064" y="3807353"/>
              <a:ext cx="3712464" cy="426556"/>
              <a:chOff x="5465064" y="4194696"/>
              <a:chExt cx="3712464" cy="426556"/>
            </a:xfrm>
          </p:grpSpPr>
          <p:sp>
            <p:nvSpPr>
              <p:cNvPr id="94" name="Rectangle 93">
                <a:extLst>
                  <a:ext uri="{FF2B5EF4-FFF2-40B4-BE49-F238E27FC236}">
                    <a16:creationId xmlns:a16="http://schemas.microsoft.com/office/drawing/2014/main" id="{785A0C3C-CDA7-230A-543B-12C17CE3AC47}"/>
                  </a:ext>
                </a:extLst>
              </p:cNvPr>
              <p:cNvSpPr/>
              <p:nvPr/>
            </p:nvSpPr>
            <p:spPr bwMode="gray">
              <a:xfrm>
                <a:off x="5465064" y="4194696"/>
                <a:ext cx="1872000" cy="426556"/>
              </a:xfrm>
              <a:prstGeom prst="rect">
                <a:avLst/>
              </a:prstGeom>
              <a:noFill/>
              <a:ln w="9525" algn="ctr">
                <a:solidFill>
                  <a:schemeClr val="bg1">
                    <a:lumMod val="85000"/>
                  </a:schemeClr>
                </a:solid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buFont typeface="Wingdings 2" pitchFamily="18" charset="2"/>
                  <a:buNone/>
                </a:pPr>
                <a:r>
                  <a:rPr lang="en-US" sz="1000"/>
                  <a:t>Dependency and Complexity Analysis</a:t>
                </a:r>
              </a:p>
            </p:txBody>
          </p:sp>
          <p:sp>
            <p:nvSpPr>
              <p:cNvPr id="101" name="Rectangle 100">
                <a:extLst>
                  <a:ext uri="{FF2B5EF4-FFF2-40B4-BE49-F238E27FC236}">
                    <a16:creationId xmlns:a16="http://schemas.microsoft.com/office/drawing/2014/main" id="{CF05CA39-C3B7-124A-2961-5FA0873F0050}"/>
                  </a:ext>
                </a:extLst>
              </p:cNvPr>
              <p:cNvSpPr/>
              <p:nvPr/>
            </p:nvSpPr>
            <p:spPr bwMode="gray">
              <a:xfrm>
                <a:off x="7463222" y="4194696"/>
                <a:ext cx="1714306" cy="426556"/>
              </a:xfrm>
              <a:prstGeom prst="rect">
                <a:avLst/>
              </a:prstGeom>
              <a:noFill/>
              <a:ln w="9525" algn="ctr">
                <a:solidFill>
                  <a:schemeClr val="bg1">
                    <a:lumMod val="85000"/>
                  </a:schemeClr>
                </a:solid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marL="381000">
                  <a:buFont typeface="Wingdings 2" pitchFamily="18" charset="2"/>
                  <a:buNone/>
                </a:pPr>
                <a:r>
                  <a:rPr lang="en-US" sz="1000" b="1"/>
                  <a:t>ETL Reverse Engineering</a:t>
                </a:r>
              </a:p>
            </p:txBody>
          </p:sp>
        </p:grpSp>
        <p:sp>
          <p:nvSpPr>
            <p:cNvPr id="104" name="Rectangle 103">
              <a:extLst>
                <a:ext uri="{FF2B5EF4-FFF2-40B4-BE49-F238E27FC236}">
                  <a16:creationId xmlns:a16="http://schemas.microsoft.com/office/drawing/2014/main" id="{96CF39A3-217C-417F-7352-39847403B4E7}"/>
                </a:ext>
              </a:extLst>
            </p:cNvPr>
            <p:cNvSpPr/>
            <p:nvPr/>
          </p:nvSpPr>
          <p:spPr bwMode="gray">
            <a:xfrm>
              <a:off x="7463222" y="5605642"/>
              <a:ext cx="1714306" cy="426556"/>
            </a:xfrm>
            <a:prstGeom prst="rect">
              <a:avLst/>
            </a:prstGeom>
            <a:noFill/>
            <a:ln w="9525" algn="ctr">
              <a:solidFill>
                <a:schemeClr val="bg1">
                  <a:lumMod val="85000"/>
                </a:schemeClr>
              </a:solid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marL="381000"/>
              <a:r>
                <a:rPr lang="en-US" sz="1000" b="1"/>
                <a:t>SnowConvert AI</a:t>
              </a:r>
            </a:p>
          </p:txBody>
        </p:sp>
        <p:pic>
          <p:nvPicPr>
            <p:cNvPr id="119" name="Picture 2" descr="Snowflake logo in transparent PNG and vectorized SVG formats">
              <a:extLst>
                <a:ext uri="{FF2B5EF4-FFF2-40B4-BE49-F238E27FC236}">
                  <a16:creationId xmlns:a16="http://schemas.microsoft.com/office/drawing/2014/main" id="{83F369F2-7B63-9403-3812-D4E68576285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41715" y="5689551"/>
              <a:ext cx="259756" cy="258738"/>
            </a:xfrm>
            <a:prstGeom prst="rect">
              <a:avLst/>
            </a:prstGeom>
            <a:noFill/>
            <a:extLst>
              <a:ext uri="{909E8E84-426E-40DD-AFC4-6F175D3DCCD1}">
                <a14:hiddenFill xmlns:a14="http://schemas.microsoft.com/office/drawing/2010/main">
                  <a:solidFill>
                    <a:srgbClr val="FFFFFF"/>
                  </a:solidFill>
                </a14:hiddenFill>
              </a:ext>
            </a:extLst>
          </p:spPr>
        </p:pic>
        <p:grpSp>
          <p:nvGrpSpPr>
            <p:cNvPr id="125" name="Group 124">
              <a:extLst>
                <a:ext uri="{FF2B5EF4-FFF2-40B4-BE49-F238E27FC236}">
                  <a16:creationId xmlns:a16="http://schemas.microsoft.com/office/drawing/2014/main" id="{4DD934AC-FC57-6B8F-0459-CC9D4BF34AC5}"/>
                </a:ext>
              </a:extLst>
            </p:cNvPr>
            <p:cNvGrpSpPr/>
            <p:nvPr/>
          </p:nvGrpSpPr>
          <p:grpSpPr>
            <a:xfrm>
              <a:off x="7541360" y="2161076"/>
              <a:ext cx="245356" cy="245356"/>
              <a:chOff x="12770671" y="633694"/>
              <a:chExt cx="226365" cy="226365"/>
            </a:xfrm>
          </p:grpSpPr>
          <p:sp>
            <p:nvSpPr>
              <p:cNvPr id="126" name="Rectangle 125">
                <a:extLst>
                  <a:ext uri="{FF2B5EF4-FFF2-40B4-BE49-F238E27FC236}">
                    <a16:creationId xmlns:a16="http://schemas.microsoft.com/office/drawing/2014/main" id="{432D8B83-1AB9-7058-8031-572135DC4D30}"/>
                  </a:ext>
                </a:extLst>
              </p:cNvPr>
              <p:cNvSpPr/>
              <p:nvPr/>
            </p:nvSpPr>
            <p:spPr bwMode="gray">
              <a:xfrm>
                <a:off x="12770671" y="633694"/>
                <a:ext cx="226365" cy="226365"/>
              </a:xfrm>
              <a:prstGeom prst="rect">
                <a:avLst/>
              </a:prstGeom>
              <a:solidFill>
                <a:schemeClr val="tx1"/>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buFont typeface="Wingdings 2" pitchFamily="18" charset="2"/>
                  <a:buNone/>
                </a:pPr>
                <a:endParaRPr lang="en-US" sz="1600" b="1">
                  <a:solidFill>
                    <a:schemeClr val="bg1"/>
                  </a:solidFill>
                </a:endParaRPr>
              </a:p>
            </p:txBody>
          </p:sp>
          <p:sp>
            <p:nvSpPr>
              <p:cNvPr id="127" name="Oval 126">
                <a:extLst>
                  <a:ext uri="{FF2B5EF4-FFF2-40B4-BE49-F238E27FC236}">
                    <a16:creationId xmlns:a16="http://schemas.microsoft.com/office/drawing/2014/main" id="{133980AA-C092-0468-2689-C7719BDA9699}"/>
                  </a:ext>
                </a:extLst>
              </p:cNvPr>
              <p:cNvSpPr/>
              <p:nvPr/>
            </p:nvSpPr>
            <p:spPr bwMode="gray">
              <a:xfrm>
                <a:off x="12806648" y="669690"/>
                <a:ext cx="154373" cy="154373"/>
              </a:xfrm>
              <a:prstGeom prst="ellipse">
                <a:avLst/>
              </a:prstGeom>
              <a:solidFill>
                <a:schemeClr val="accent1"/>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buFont typeface="Wingdings 2" pitchFamily="18" charset="2"/>
                  <a:buNone/>
                </a:pPr>
                <a:endParaRPr lang="en-US" sz="1600" b="1">
                  <a:solidFill>
                    <a:schemeClr val="bg1"/>
                  </a:solidFill>
                </a:endParaRPr>
              </a:p>
            </p:txBody>
          </p:sp>
        </p:grpSp>
        <p:grpSp>
          <p:nvGrpSpPr>
            <p:cNvPr id="128" name="Group 127">
              <a:extLst>
                <a:ext uri="{FF2B5EF4-FFF2-40B4-BE49-F238E27FC236}">
                  <a16:creationId xmlns:a16="http://schemas.microsoft.com/office/drawing/2014/main" id="{332BAF57-5C10-865E-8B69-BC27B6B8FFF0}"/>
                </a:ext>
              </a:extLst>
            </p:cNvPr>
            <p:cNvGrpSpPr/>
            <p:nvPr/>
          </p:nvGrpSpPr>
          <p:grpSpPr>
            <a:xfrm>
              <a:off x="7541360" y="3897953"/>
              <a:ext cx="245356" cy="245356"/>
              <a:chOff x="12770671" y="633694"/>
              <a:chExt cx="226365" cy="226365"/>
            </a:xfrm>
          </p:grpSpPr>
          <p:sp>
            <p:nvSpPr>
              <p:cNvPr id="129" name="Rectangle 128">
                <a:extLst>
                  <a:ext uri="{FF2B5EF4-FFF2-40B4-BE49-F238E27FC236}">
                    <a16:creationId xmlns:a16="http://schemas.microsoft.com/office/drawing/2014/main" id="{83700C48-8931-0EEB-1483-D9B1B12A4B12}"/>
                  </a:ext>
                </a:extLst>
              </p:cNvPr>
              <p:cNvSpPr/>
              <p:nvPr/>
            </p:nvSpPr>
            <p:spPr bwMode="gray">
              <a:xfrm>
                <a:off x="12770671" y="633694"/>
                <a:ext cx="226365" cy="226365"/>
              </a:xfrm>
              <a:prstGeom prst="rect">
                <a:avLst/>
              </a:prstGeom>
              <a:solidFill>
                <a:schemeClr val="tx1"/>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buFont typeface="Wingdings 2" pitchFamily="18" charset="2"/>
                  <a:buNone/>
                </a:pPr>
                <a:endParaRPr lang="en-US" sz="1600" b="1">
                  <a:solidFill>
                    <a:schemeClr val="bg1"/>
                  </a:solidFill>
                </a:endParaRPr>
              </a:p>
            </p:txBody>
          </p:sp>
          <p:sp>
            <p:nvSpPr>
              <p:cNvPr id="130" name="Oval 129">
                <a:extLst>
                  <a:ext uri="{FF2B5EF4-FFF2-40B4-BE49-F238E27FC236}">
                    <a16:creationId xmlns:a16="http://schemas.microsoft.com/office/drawing/2014/main" id="{5B0A42E3-D99D-B4BF-7F8C-3EEB6BB777DD}"/>
                  </a:ext>
                </a:extLst>
              </p:cNvPr>
              <p:cNvSpPr/>
              <p:nvPr/>
            </p:nvSpPr>
            <p:spPr bwMode="gray">
              <a:xfrm>
                <a:off x="12806648" y="669690"/>
                <a:ext cx="154373" cy="154373"/>
              </a:xfrm>
              <a:prstGeom prst="ellipse">
                <a:avLst/>
              </a:prstGeom>
              <a:solidFill>
                <a:schemeClr val="accent1"/>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buFont typeface="Wingdings 2" pitchFamily="18" charset="2"/>
                  <a:buNone/>
                </a:pPr>
                <a:endParaRPr lang="en-US" sz="1600" b="1">
                  <a:solidFill>
                    <a:schemeClr val="bg1"/>
                  </a:solidFill>
                </a:endParaRPr>
              </a:p>
            </p:txBody>
          </p:sp>
        </p:grpSp>
      </p:grpSp>
      <p:grpSp>
        <p:nvGrpSpPr>
          <p:cNvPr id="20" name="Group 19">
            <a:extLst>
              <a:ext uri="{FF2B5EF4-FFF2-40B4-BE49-F238E27FC236}">
                <a16:creationId xmlns:a16="http://schemas.microsoft.com/office/drawing/2014/main" id="{6827C003-FAFC-91BF-DBFE-F2A8F52DDAF0}"/>
              </a:ext>
            </a:extLst>
          </p:cNvPr>
          <p:cNvGrpSpPr/>
          <p:nvPr/>
        </p:nvGrpSpPr>
        <p:grpSpPr>
          <a:xfrm>
            <a:off x="469899" y="1459534"/>
            <a:ext cx="2171699" cy="4839666"/>
            <a:chOff x="469899" y="1459534"/>
            <a:chExt cx="2171699" cy="4839666"/>
          </a:xfrm>
        </p:grpSpPr>
        <p:sp>
          <p:nvSpPr>
            <p:cNvPr id="4" name="Rectangle 3">
              <a:extLst>
                <a:ext uri="{FF2B5EF4-FFF2-40B4-BE49-F238E27FC236}">
                  <a16:creationId xmlns:a16="http://schemas.microsoft.com/office/drawing/2014/main" id="{56CE471F-E91F-116D-E6D9-79859B6F67D1}"/>
                </a:ext>
              </a:extLst>
            </p:cNvPr>
            <p:cNvSpPr/>
            <p:nvPr/>
          </p:nvSpPr>
          <p:spPr bwMode="gray">
            <a:xfrm>
              <a:off x="469899" y="1459534"/>
              <a:ext cx="2171699" cy="186590"/>
            </a:xfrm>
            <a:prstGeom prst="rect">
              <a:avLst/>
            </a:prstGeom>
            <a:noFill/>
            <a:ln w="1905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a:buFont typeface="Wingdings 2" pitchFamily="18" charset="2"/>
                <a:buNone/>
              </a:pPr>
              <a:r>
                <a:rPr lang="en-US" sz="1200" b="1"/>
                <a:t>Input</a:t>
              </a:r>
            </a:p>
          </p:txBody>
        </p:sp>
        <p:sp>
          <p:nvSpPr>
            <p:cNvPr id="68" name="Rectangle 67">
              <a:extLst>
                <a:ext uri="{FF2B5EF4-FFF2-40B4-BE49-F238E27FC236}">
                  <a16:creationId xmlns:a16="http://schemas.microsoft.com/office/drawing/2014/main" id="{9D297408-1E1B-6E33-DE23-7B7AC08F0F75}"/>
                </a:ext>
              </a:extLst>
            </p:cNvPr>
            <p:cNvSpPr/>
            <p:nvPr/>
          </p:nvSpPr>
          <p:spPr bwMode="gray">
            <a:xfrm>
              <a:off x="469899" y="1712191"/>
              <a:ext cx="2171699" cy="301156"/>
            </a:xfrm>
            <a:prstGeom prst="rect">
              <a:avLst/>
            </a:prstGeom>
            <a:solidFill>
              <a:srgbClr val="012169"/>
            </a:solidFill>
            <a:ln w="19050" algn="ctr">
              <a:solidFill>
                <a:srgbClr val="012169"/>
              </a:solid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buFont typeface="Wingdings 2" pitchFamily="18" charset="2"/>
                <a:buNone/>
              </a:pPr>
              <a:r>
                <a:rPr lang="en-US" sz="1000" b="1">
                  <a:solidFill>
                    <a:schemeClr val="bg1"/>
                  </a:solidFill>
                </a:rPr>
                <a:t>Business Imperatives</a:t>
              </a:r>
            </a:p>
          </p:txBody>
        </p:sp>
        <p:sp>
          <p:nvSpPr>
            <p:cNvPr id="69" name="Rectangle 68">
              <a:extLst>
                <a:ext uri="{FF2B5EF4-FFF2-40B4-BE49-F238E27FC236}">
                  <a16:creationId xmlns:a16="http://schemas.microsoft.com/office/drawing/2014/main" id="{881073F0-B0AA-5121-5A84-6C7792BE03D0}"/>
                </a:ext>
              </a:extLst>
            </p:cNvPr>
            <p:cNvSpPr/>
            <p:nvPr/>
          </p:nvSpPr>
          <p:spPr bwMode="gray">
            <a:xfrm>
              <a:off x="469899" y="1712191"/>
              <a:ext cx="2171699" cy="1126260"/>
            </a:xfrm>
            <a:prstGeom prst="rect">
              <a:avLst/>
            </a:prstGeom>
            <a:noFill/>
            <a:ln w="19050" algn="ctr">
              <a:solidFill>
                <a:srgbClr val="012169"/>
              </a:solid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buFont typeface="Wingdings 2" pitchFamily="18" charset="2"/>
                <a:buNone/>
              </a:pPr>
              <a:endParaRPr lang="en-US" sz="1000" b="1">
                <a:solidFill>
                  <a:schemeClr val="bg1"/>
                </a:solidFill>
              </a:endParaRPr>
            </a:p>
          </p:txBody>
        </p:sp>
        <p:sp>
          <p:nvSpPr>
            <p:cNvPr id="70" name="Rectangle 69">
              <a:extLst>
                <a:ext uri="{FF2B5EF4-FFF2-40B4-BE49-F238E27FC236}">
                  <a16:creationId xmlns:a16="http://schemas.microsoft.com/office/drawing/2014/main" id="{C30BC220-1970-EB87-1DDB-389D84313AA5}"/>
                </a:ext>
              </a:extLst>
            </p:cNvPr>
            <p:cNvSpPr/>
            <p:nvPr/>
          </p:nvSpPr>
          <p:spPr bwMode="gray">
            <a:xfrm>
              <a:off x="549923" y="2070476"/>
              <a:ext cx="2011651" cy="216085"/>
            </a:xfrm>
            <a:prstGeom prst="rect">
              <a:avLst/>
            </a:prstGeom>
            <a:solidFill>
              <a:srgbClr val="00A3E0"/>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r>
                <a:rPr lang="en-US" sz="1000">
                  <a:solidFill>
                    <a:schemeClr val="bg1"/>
                  </a:solidFill>
                </a:rPr>
                <a:t>Priorities</a:t>
              </a:r>
            </a:p>
          </p:txBody>
        </p:sp>
        <p:sp>
          <p:nvSpPr>
            <p:cNvPr id="71" name="Rectangle 70">
              <a:extLst>
                <a:ext uri="{FF2B5EF4-FFF2-40B4-BE49-F238E27FC236}">
                  <a16:creationId xmlns:a16="http://schemas.microsoft.com/office/drawing/2014/main" id="{60FB9F18-68C3-FA70-E63C-BEA1B3DEC291}"/>
                </a:ext>
              </a:extLst>
            </p:cNvPr>
            <p:cNvSpPr/>
            <p:nvPr/>
          </p:nvSpPr>
          <p:spPr bwMode="gray">
            <a:xfrm>
              <a:off x="549923" y="2317973"/>
              <a:ext cx="2011651" cy="216085"/>
            </a:xfrm>
            <a:prstGeom prst="rect">
              <a:avLst/>
            </a:prstGeom>
            <a:solidFill>
              <a:srgbClr val="00A3E0"/>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buFont typeface="Wingdings 2" pitchFamily="18" charset="2"/>
                <a:buNone/>
              </a:pPr>
              <a:r>
                <a:rPr lang="en-US" sz="1000">
                  <a:solidFill>
                    <a:schemeClr val="bg1"/>
                  </a:solidFill>
                </a:rPr>
                <a:t>Constraints </a:t>
              </a:r>
            </a:p>
          </p:txBody>
        </p:sp>
        <p:sp>
          <p:nvSpPr>
            <p:cNvPr id="72" name="Rectangle 71">
              <a:extLst>
                <a:ext uri="{FF2B5EF4-FFF2-40B4-BE49-F238E27FC236}">
                  <a16:creationId xmlns:a16="http://schemas.microsoft.com/office/drawing/2014/main" id="{DBF44A75-16C3-0160-4EC5-1D4B71137332}"/>
                </a:ext>
              </a:extLst>
            </p:cNvPr>
            <p:cNvSpPr/>
            <p:nvPr/>
          </p:nvSpPr>
          <p:spPr bwMode="gray">
            <a:xfrm>
              <a:off x="549923" y="2565469"/>
              <a:ext cx="2011651" cy="216085"/>
            </a:xfrm>
            <a:prstGeom prst="rect">
              <a:avLst/>
            </a:prstGeom>
            <a:solidFill>
              <a:srgbClr val="00A3E0"/>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buFont typeface="Wingdings 2" pitchFamily="18" charset="2"/>
                <a:buNone/>
              </a:pPr>
              <a:r>
                <a:rPr lang="en-US" sz="1000">
                  <a:solidFill>
                    <a:schemeClr val="bg1"/>
                  </a:solidFill>
                </a:rPr>
                <a:t>Domains &amp; Use Cases </a:t>
              </a:r>
            </a:p>
          </p:txBody>
        </p:sp>
        <p:sp>
          <p:nvSpPr>
            <p:cNvPr id="74" name="Rectangle 73">
              <a:extLst>
                <a:ext uri="{FF2B5EF4-FFF2-40B4-BE49-F238E27FC236}">
                  <a16:creationId xmlns:a16="http://schemas.microsoft.com/office/drawing/2014/main" id="{11FEFBEB-A70E-5F3A-088B-62166A7BA86B}"/>
                </a:ext>
              </a:extLst>
            </p:cNvPr>
            <p:cNvSpPr/>
            <p:nvPr/>
          </p:nvSpPr>
          <p:spPr bwMode="gray">
            <a:xfrm>
              <a:off x="469899" y="2928119"/>
              <a:ext cx="2171699" cy="1391584"/>
            </a:xfrm>
            <a:prstGeom prst="rect">
              <a:avLst/>
            </a:prstGeom>
            <a:noFill/>
            <a:ln w="19050" algn="ctr">
              <a:solidFill>
                <a:srgbClr val="012169"/>
              </a:solid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buFont typeface="Wingdings 2" pitchFamily="18" charset="2"/>
                <a:buNone/>
              </a:pPr>
              <a:endParaRPr lang="en-US" sz="1000" b="1">
                <a:solidFill>
                  <a:schemeClr val="bg1"/>
                </a:solidFill>
              </a:endParaRPr>
            </a:p>
          </p:txBody>
        </p:sp>
        <p:sp>
          <p:nvSpPr>
            <p:cNvPr id="75" name="Rectangle 74">
              <a:extLst>
                <a:ext uri="{FF2B5EF4-FFF2-40B4-BE49-F238E27FC236}">
                  <a16:creationId xmlns:a16="http://schemas.microsoft.com/office/drawing/2014/main" id="{7FA827B8-21CA-A3E9-097E-B9A5EB555395}"/>
                </a:ext>
              </a:extLst>
            </p:cNvPr>
            <p:cNvSpPr/>
            <p:nvPr/>
          </p:nvSpPr>
          <p:spPr bwMode="gray">
            <a:xfrm>
              <a:off x="469899" y="2928118"/>
              <a:ext cx="2171699" cy="301156"/>
            </a:xfrm>
            <a:prstGeom prst="rect">
              <a:avLst/>
            </a:prstGeom>
            <a:solidFill>
              <a:srgbClr val="012169"/>
            </a:solidFill>
            <a:ln w="19050" algn="ctr">
              <a:solidFill>
                <a:srgbClr val="012169"/>
              </a:solid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buFont typeface="Wingdings 2" pitchFamily="18" charset="2"/>
                <a:buNone/>
              </a:pPr>
              <a:r>
                <a:rPr lang="en-US" sz="1000" b="1">
                  <a:solidFill>
                    <a:schemeClr val="bg1"/>
                  </a:solidFill>
                </a:rPr>
                <a:t>Technical Objects </a:t>
              </a:r>
            </a:p>
          </p:txBody>
        </p:sp>
        <p:sp>
          <p:nvSpPr>
            <p:cNvPr id="76" name="Rectangle 75">
              <a:extLst>
                <a:ext uri="{FF2B5EF4-FFF2-40B4-BE49-F238E27FC236}">
                  <a16:creationId xmlns:a16="http://schemas.microsoft.com/office/drawing/2014/main" id="{DA052C14-E220-5D20-1FB0-7CACE1B5EA17}"/>
                </a:ext>
              </a:extLst>
            </p:cNvPr>
            <p:cNvSpPr/>
            <p:nvPr/>
          </p:nvSpPr>
          <p:spPr bwMode="gray">
            <a:xfrm>
              <a:off x="549923" y="3286403"/>
              <a:ext cx="2011651" cy="216085"/>
            </a:xfrm>
            <a:prstGeom prst="rect">
              <a:avLst/>
            </a:prstGeom>
            <a:solidFill>
              <a:srgbClr val="00A3E0"/>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buFont typeface="Wingdings 2" pitchFamily="18" charset="2"/>
                <a:buNone/>
              </a:pPr>
              <a:r>
                <a:rPr lang="en-US" sz="1000">
                  <a:solidFill>
                    <a:schemeClr val="bg1"/>
                  </a:solidFill>
                </a:rPr>
                <a:t>Database Objects</a:t>
              </a:r>
            </a:p>
          </p:txBody>
        </p:sp>
        <p:sp>
          <p:nvSpPr>
            <p:cNvPr id="77" name="Rectangle 76">
              <a:extLst>
                <a:ext uri="{FF2B5EF4-FFF2-40B4-BE49-F238E27FC236}">
                  <a16:creationId xmlns:a16="http://schemas.microsoft.com/office/drawing/2014/main" id="{1413CDC8-C535-AAB9-7637-DD5757EEEE6F}"/>
                </a:ext>
              </a:extLst>
            </p:cNvPr>
            <p:cNvSpPr/>
            <p:nvPr/>
          </p:nvSpPr>
          <p:spPr bwMode="gray">
            <a:xfrm>
              <a:off x="549923" y="3540567"/>
              <a:ext cx="2011651" cy="216085"/>
            </a:xfrm>
            <a:prstGeom prst="rect">
              <a:avLst/>
            </a:prstGeom>
            <a:solidFill>
              <a:srgbClr val="00A3E0"/>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buFont typeface="Wingdings 2" pitchFamily="18" charset="2"/>
                <a:buNone/>
              </a:pPr>
              <a:r>
                <a:rPr lang="en-US" sz="1000">
                  <a:solidFill>
                    <a:schemeClr val="bg1"/>
                  </a:solidFill>
                </a:rPr>
                <a:t>ETL Objects</a:t>
              </a:r>
            </a:p>
          </p:txBody>
        </p:sp>
        <p:sp>
          <p:nvSpPr>
            <p:cNvPr id="78" name="Rectangle 77">
              <a:extLst>
                <a:ext uri="{FF2B5EF4-FFF2-40B4-BE49-F238E27FC236}">
                  <a16:creationId xmlns:a16="http://schemas.microsoft.com/office/drawing/2014/main" id="{0F4A4391-D677-D36D-D1C8-81BD642861F5}"/>
                </a:ext>
              </a:extLst>
            </p:cNvPr>
            <p:cNvSpPr/>
            <p:nvPr/>
          </p:nvSpPr>
          <p:spPr bwMode="gray">
            <a:xfrm>
              <a:off x="549923" y="3794731"/>
              <a:ext cx="2011651" cy="216085"/>
            </a:xfrm>
            <a:prstGeom prst="rect">
              <a:avLst/>
            </a:prstGeom>
            <a:solidFill>
              <a:srgbClr val="00A3E0"/>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buFont typeface="Wingdings 2" pitchFamily="18" charset="2"/>
                <a:buNone/>
              </a:pPr>
              <a:r>
                <a:rPr lang="en-US" sz="1000">
                  <a:solidFill>
                    <a:schemeClr val="bg1"/>
                  </a:solidFill>
                </a:rPr>
                <a:t>Reporting Objects</a:t>
              </a:r>
            </a:p>
          </p:txBody>
        </p:sp>
        <p:sp>
          <p:nvSpPr>
            <p:cNvPr id="79" name="Rectangle 78">
              <a:extLst>
                <a:ext uri="{FF2B5EF4-FFF2-40B4-BE49-F238E27FC236}">
                  <a16:creationId xmlns:a16="http://schemas.microsoft.com/office/drawing/2014/main" id="{30002F4B-11C3-9CBD-E4E7-168A138CCC4D}"/>
                </a:ext>
              </a:extLst>
            </p:cNvPr>
            <p:cNvSpPr/>
            <p:nvPr/>
          </p:nvSpPr>
          <p:spPr bwMode="gray">
            <a:xfrm>
              <a:off x="549923" y="4048895"/>
              <a:ext cx="2011651" cy="216085"/>
            </a:xfrm>
            <a:prstGeom prst="rect">
              <a:avLst/>
            </a:prstGeom>
            <a:solidFill>
              <a:srgbClr val="00A3E0"/>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buFont typeface="Wingdings 2" pitchFamily="18" charset="2"/>
                <a:buNone/>
              </a:pPr>
              <a:r>
                <a:rPr lang="en-US" sz="1000">
                  <a:solidFill>
                    <a:schemeClr val="bg1"/>
                  </a:solidFill>
                </a:rPr>
                <a:t>Job Orchestration</a:t>
              </a:r>
            </a:p>
          </p:txBody>
        </p:sp>
        <p:sp>
          <p:nvSpPr>
            <p:cNvPr id="82" name="Rectangle 81">
              <a:extLst>
                <a:ext uri="{FF2B5EF4-FFF2-40B4-BE49-F238E27FC236}">
                  <a16:creationId xmlns:a16="http://schemas.microsoft.com/office/drawing/2014/main" id="{C221901B-222C-A6D0-8889-1697338E19D7}"/>
                </a:ext>
              </a:extLst>
            </p:cNvPr>
            <p:cNvSpPr/>
            <p:nvPr/>
          </p:nvSpPr>
          <p:spPr bwMode="gray">
            <a:xfrm>
              <a:off x="469899" y="5426669"/>
              <a:ext cx="2171699" cy="301156"/>
            </a:xfrm>
            <a:prstGeom prst="rect">
              <a:avLst/>
            </a:prstGeom>
            <a:solidFill>
              <a:srgbClr val="012169"/>
            </a:solidFill>
            <a:ln w="19050" algn="ctr">
              <a:solidFill>
                <a:srgbClr val="012169"/>
              </a:solid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buFont typeface="Wingdings 2" pitchFamily="18" charset="2"/>
                <a:buNone/>
              </a:pPr>
              <a:r>
                <a:rPr lang="en-US" sz="1000" b="1" dirty="0">
                  <a:solidFill>
                    <a:schemeClr val="bg1"/>
                  </a:solidFill>
                </a:rPr>
                <a:t>Accelerators and Access </a:t>
              </a:r>
            </a:p>
          </p:txBody>
        </p:sp>
        <p:sp>
          <p:nvSpPr>
            <p:cNvPr id="83" name="Rectangle 82">
              <a:extLst>
                <a:ext uri="{FF2B5EF4-FFF2-40B4-BE49-F238E27FC236}">
                  <a16:creationId xmlns:a16="http://schemas.microsoft.com/office/drawing/2014/main" id="{9399D678-93E6-0631-5CB4-2BE2B596DEA2}"/>
                </a:ext>
              </a:extLst>
            </p:cNvPr>
            <p:cNvSpPr/>
            <p:nvPr/>
          </p:nvSpPr>
          <p:spPr bwMode="gray">
            <a:xfrm>
              <a:off x="469899" y="5426669"/>
              <a:ext cx="2171699" cy="872531"/>
            </a:xfrm>
            <a:prstGeom prst="rect">
              <a:avLst/>
            </a:prstGeom>
            <a:noFill/>
            <a:ln w="19050" algn="ctr">
              <a:solidFill>
                <a:srgbClr val="012169"/>
              </a:solid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buFont typeface="Wingdings 2" pitchFamily="18" charset="2"/>
                <a:buNone/>
              </a:pPr>
              <a:endParaRPr lang="en-US" sz="1000" b="1">
                <a:solidFill>
                  <a:schemeClr val="bg1"/>
                </a:solidFill>
              </a:endParaRPr>
            </a:p>
          </p:txBody>
        </p:sp>
        <p:grpSp>
          <p:nvGrpSpPr>
            <p:cNvPr id="84" name="Group 83">
              <a:extLst>
                <a:ext uri="{FF2B5EF4-FFF2-40B4-BE49-F238E27FC236}">
                  <a16:creationId xmlns:a16="http://schemas.microsoft.com/office/drawing/2014/main" id="{11A216A4-5B30-25BC-809A-672CBA84F933}"/>
                </a:ext>
              </a:extLst>
            </p:cNvPr>
            <p:cNvGrpSpPr/>
            <p:nvPr/>
          </p:nvGrpSpPr>
          <p:grpSpPr>
            <a:xfrm>
              <a:off x="549923" y="5784114"/>
              <a:ext cx="2011651" cy="467388"/>
              <a:chOff x="549923" y="5245972"/>
              <a:chExt cx="2011651" cy="467388"/>
            </a:xfrm>
          </p:grpSpPr>
          <p:sp>
            <p:nvSpPr>
              <p:cNvPr id="85" name="Rectangle 84">
                <a:extLst>
                  <a:ext uri="{FF2B5EF4-FFF2-40B4-BE49-F238E27FC236}">
                    <a16:creationId xmlns:a16="http://schemas.microsoft.com/office/drawing/2014/main" id="{A2A3E290-30EB-82DD-4BB5-0E7C9FBD0C67}"/>
                  </a:ext>
                </a:extLst>
              </p:cNvPr>
              <p:cNvSpPr/>
              <p:nvPr/>
            </p:nvSpPr>
            <p:spPr bwMode="gray">
              <a:xfrm>
                <a:off x="549923" y="5245972"/>
                <a:ext cx="2011651" cy="216085"/>
              </a:xfrm>
              <a:prstGeom prst="rect">
                <a:avLst/>
              </a:prstGeom>
              <a:solidFill>
                <a:schemeClr val="accent1"/>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r>
                  <a:rPr lang="en-US" sz="1000" dirty="0">
                    <a:solidFill>
                      <a:schemeClr val="bg1"/>
                    </a:solidFill>
                  </a:rPr>
                  <a:t>Accelerators Setup </a:t>
                </a:r>
              </a:p>
            </p:txBody>
          </p:sp>
          <p:sp>
            <p:nvSpPr>
              <p:cNvPr id="86" name="Rectangle 85">
                <a:extLst>
                  <a:ext uri="{FF2B5EF4-FFF2-40B4-BE49-F238E27FC236}">
                    <a16:creationId xmlns:a16="http://schemas.microsoft.com/office/drawing/2014/main" id="{20F048BF-5227-959C-44D3-C70CDA6CD109}"/>
                  </a:ext>
                </a:extLst>
              </p:cNvPr>
              <p:cNvSpPr/>
              <p:nvPr/>
            </p:nvSpPr>
            <p:spPr bwMode="gray">
              <a:xfrm>
                <a:off x="549923" y="5497275"/>
                <a:ext cx="2011651" cy="216085"/>
              </a:xfrm>
              <a:prstGeom prst="rect">
                <a:avLst/>
              </a:prstGeom>
              <a:solidFill>
                <a:srgbClr val="00A3E0"/>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buFont typeface="Wingdings 2" pitchFamily="18" charset="2"/>
                  <a:buNone/>
                </a:pPr>
                <a:r>
                  <a:rPr lang="en-US" sz="1000">
                    <a:solidFill>
                      <a:schemeClr val="bg1"/>
                    </a:solidFill>
                  </a:rPr>
                  <a:t>Developer Access </a:t>
                </a:r>
              </a:p>
            </p:txBody>
          </p:sp>
        </p:grpSp>
        <p:sp>
          <p:nvSpPr>
            <p:cNvPr id="145" name="Rectangle 144">
              <a:extLst>
                <a:ext uri="{FF2B5EF4-FFF2-40B4-BE49-F238E27FC236}">
                  <a16:creationId xmlns:a16="http://schemas.microsoft.com/office/drawing/2014/main" id="{2172AA66-A30A-86B3-3906-EDCF62EA5749}"/>
                </a:ext>
              </a:extLst>
            </p:cNvPr>
            <p:cNvSpPr/>
            <p:nvPr/>
          </p:nvSpPr>
          <p:spPr bwMode="gray">
            <a:xfrm>
              <a:off x="469899" y="4409370"/>
              <a:ext cx="2171699" cy="327616"/>
            </a:xfrm>
            <a:prstGeom prst="rect">
              <a:avLst/>
            </a:prstGeom>
            <a:solidFill>
              <a:srgbClr val="012169"/>
            </a:solidFill>
            <a:ln w="19050" algn="ctr">
              <a:solidFill>
                <a:srgbClr val="012169"/>
              </a:solid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nSpc>
                  <a:spcPct val="93000"/>
                </a:lnSpc>
                <a:buFont typeface="Wingdings 2" pitchFamily="18" charset="2"/>
                <a:buNone/>
              </a:pPr>
              <a:r>
                <a:rPr lang="en-US" sz="1000" b="1">
                  <a:solidFill>
                    <a:schemeClr val="bg1"/>
                  </a:solidFill>
                </a:rPr>
                <a:t>Business Functions &amp; Downstream Apps. </a:t>
              </a:r>
            </a:p>
          </p:txBody>
        </p:sp>
        <p:sp>
          <p:nvSpPr>
            <p:cNvPr id="146" name="Rectangle 145">
              <a:extLst>
                <a:ext uri="{FF2B5EF4-FFF2-40B4-BE49-F238E27FC236}">
                  <a16:creationId xmlns:a16="http://schemas.microsoft.com/office/drawing/2014/main" id="{41085981-4AF1-2B8C-28F8-C77BBB9A092B}"/>
                </a:ext>
              </a:extLst>
            </p:cNvPr>
            <p:cNvSpPr/>
            <p:nvPr/>
          </p:nvSpPr>
          <p:spPr bwMode="gray">
            <a:xfrm>
              <a:off x="469899" y="4413550"/>
              <a:ext cx="2171699" cy="923452"/>
            </a:xfrm>
            <a:prstGeom prst="rect">
              <a:avLst/>
            </a:prstGeom>
            <a:noFill/>
            <a:ln w="19050" algn="ctr">
              <a:solidFill>
                <a:srgbClr val="012169"/>
              </a:solid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buFont typeface="Wingdings 2" pitchFamily="18" charset="2"/>
                <a:buNone/>
              </a:pPr>
              <a:endParaRPr lang="en-US" sz="1000" b="1">
                <a:solidFill>
                  <a:schemeClr val="bg1"/>
                </a:solidFill>
              </a:endParaRPr>
            </a:p>
          </p:txBody>
        </p:sp>
        <p:grpSp>
          <p:nvGrpSpPr>
            <p:cNvPr id="147" name="Group 146">
              <a:extLst>
                <a:ext uri="{FF2B5EF4-FFF2-40B4-BE49-F238E27FC236}">
                  <a16:creationId xmlns:a16="http://schemas.microsoft.com/office/drawing/2014/main" id="{90CD95C3-F859-5FBB-32A4-1F124B0B7740}"/>
                </a:ext>
              </a:extLst>
            </p:cNvPr>
            <p:cNvGrpSpPr/>
            <p:nvPr/>
          </p:nvGrpSpPr>
          <p:grpSpPr>
            <a:xfrm>
              <a:off x="549923" y="4799371"/>
              <a:ext cx="2011651" cy="479770"/>
              <a:chOff x="549923" y="5245972"/>
              <a:chExt cx="2011651" cy="479770"/>
            </a:xfrm>
            <a:solidFill>
              <a:srgbClr val="00A3E0"/>
            </a:solidFill>
          </p:grpSpPr>
          <p:sp>
            <p:nvSpPr>
              <p:cNvPr id="148" name="Rectangle 147">
                <a:extLst>
                  <a:ext uri="{FF2B5EF4-FFF2-40B4-BE49-F238E27FC236}">
                    <a16:creationId xmlns:a16="http://schemas.microsoft.com/office/drawing/2014/main" id="{8D9DB970-4481-C0E8-CC94-C543B6EC7119}"/>
                  </a:ext>
                </a:extLst>
              </p:cNvPr>
              <p:cNvSpPr/>
              <p:nvPr/>
            </p:nvSpPr>
            <p:spPr bwMode="gray">
              <a:xfrm>
                <a:off x="549923" y="5245972"/>
                <a:ext cx="2011651" cy="216085"/>
              </a:xfrm>
              <a:prstGeom prst="rect">
                <a:avLst/>
              </a:prstGeom>
              <a:grp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r>
                  <a:rPr lang="en-US" sz="1000">
                    <a:solidFill>
                      <a:schemeClr val="bg1"/>
                    </a:solidFill>
                  </a:rPr>
                  <a:t>Business Functions </a:t>
                </a:r>
              </a:p>
            </p:txBody>
          </p:sp>
          <p:sp>
            <p:nvSpPr>
              <p:cNvPr id="149" name="Rectangle 148">
                <a:extLst>
                  <a:ext uri="{FF2B5EF4-FFF2-40B4-BE49-F238E27FC236}">
                    <a16:creationId xmlns:a16="http://schemas.microsoft.com/office/drawing/2014/main" id="{E2AD5245-BC18-CAC2-6B7E-BA3444C4B99D}"/>
                  </a:ext>
                </a:extLst>
              </p:cNvPr>
              <p:cNvSpPr/>
              <p:nvPr/>
            </p:nvSpPr>
            <p:spPr bwMode="gray">
              <a:xfrm>
                <a:off x="549923" y="5509657"/>
                <a:ext cx="2011651" cy="216085"/>
              </a:xfrm>
              <a:prstGeom prst="rect">
                <a:avLst/>
              </a:prstGeom>
              <a:grp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buFont typeface="Wingdings 2" pitchFamily="18" charset="2"/>
                  <a:buNone/>
                </a:pPr>
                <a:r>
                  <a:rPr lang="en-US" sz="1000">
                    <a:solidFill>
                      <a:schemeClr val="bg1"/>
                    </a:solidFill>
                  </a:rPr>
                  <a:t>Downstream Apps </a:t>
                </a:r>
              </a:p>
            </p:txBody>
          </p:sp>
        </p:grpSp>
      </p:grpSp>
      <p:grpSp>
        <p:nvGrpSpPr>
          <p:cNvPr id="15" name="Group 14">
            <a:extLst>
              <a:ext uri="{FF2B5EF4-FFF2-40B4-BE49-F238E27FC236}">
                <a16:creationId xmlns:a16="http://schemas.microsoft.com/office/drawing/2014/main" id="{B5B9FB3F-8395-8D48-FD29-62CD8135A17A}"/>
              </a:ext>
            </a:extLst>
          </p:cNvPr>
          <p:cNvGrpSpPr/>
          <p:nvPr/>
        </p:nvGrpSpPr>
        <p:grpSpPr>
          <a:xfrm>
            <a:off x="2644491" y="2206147"/>
            <a:ext cx="6915099" cy="3725004"/>
            <a:chOff x="2644491" y="2206147"/>
            <a:chExt cx="6915099" cy="3725004"/>
          </a:xfrm>
        </p:grpSpPr>
        <p:grpSp>
          <p:nvGrpSpPr>
            <p:cNvPr id="9" name="Group 8">
              <a:extLst>
                <a:ext uri="{FF2B5EF4-FFF2-40B4-BE49-F238E27FC236}">
                  <a16:creationId xmlns:a16="http://schemas.microsoft.com/office/drawing/2014/main" id="{1D84E3D6-8280-534F-DEE0-4688E9C47C1D}"/>
                </a:ext>
              </a:extLst>
            </p:cNvPr>
            <p:cNvGrpSpPr/>
            <p:nvPr/>
          </p:nvGrpSpPr>
          <p:grpSpPr>
            <a:xfrm>
              <a:off x="2644491" y="2206147"/>
              <a:ext cx="281820" cy="3725004"/>
              <a:chOff x="2644491" y="2206147"/>
              <a:chExt cx="281820" cy="3725004"/>
            </a:xfrm>
          </p:grpSpPr>
          <p:sp>
            <p:nvSpPr>
              <p:cNvPr id="105" name="Arrow: Right 104">
                <a:extLst>
                  <a:ext uri="{FF2B5EF4-FFF2-40B4-BE49-F238E27FC236}">
                    <a16:creationId xmlns:a16="http://schemas.microsoft.com/office/drawing/2014/main" id="{AE8E413C-E342-F37C-184A-531A9F8B1BF4}"/>
                  </a:ext>
                </a:extLst>
              </p:cNvPr>
              <p:cNvSpPr/>
              <p:nvPr/>
            </p:nvSpPr>
            <p:spPr bwMode="gray">
              <a:xfrm>
                <a:off x="2644491" y="2206147"/>
                <a:ext cx="281820" cy="201520"/>
              </a:xfrm>
              <a:prstGeom prst="rightArrow">
                <a:avLst>
                  <a:gd name="adj1" fmla="val 50000"/>
                  <a:gd name="adj2" fmla="val 59926"/>
                </a:avLst>
              </a:prstGeom>
              <a:solidFill>
                <a:schemeClr val="bg1">
                  <a:lumMod val="50000"/>
                </a:schemeClr>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buFont typeface="Wingdings 2" pitchFamily="18" charset="2"/>
                  <a:buNone/>
                </a:pPr>
                <a:endParaRPr lang="en-US" sz="1600" b="1">
                  <a:solidFill>
                    <a:schemeClr val="bg1"/>
                  </a:solidFill>
                </a:endParaRPr>
              </a:p>
            </p:txBody>
          </p:sp>
          <p:sp>
            <p:nvSpPr>
              <p:cNvPr id="106" name="Arrow: Right 105">
                <a:extLst>
                  <a:ext uri="{FF2B5EF4-FFF2-40B4-BE49-F238E27FC236}">
                    <a16:creationId xmlns:a16="http://schemas.microsoft.com/office/drawing/2014/main" id="{507E0697-CDD9-D958-BEF7-A8F007EB2F77}"/>
                  </a:ext>
                </a:extLst>
              </p:cNvPr>
              <p:cNvSpPr/>
              <p:nvPr/>
            </p:nvSpPr>
            <p:spPr bwMode="gray">
              <a:xfrm>
                <a:off x="2644491" y="3904935"/>
                <a:ext cx="281820" cy="201520"/>
              </a:xfrm>
              <a:prstGeom prst="rightArrow">
                <a:avLst>
                  <a:gd name="adj1" fmla="val 50000"/>
                  <a:gd name="adj2" fmla="val 59926"/>
                </a:avLst>
              </a:prstGeom>
              <a:solidFill>
                <a:schemeClr val="bg1">
                  <a:lumMod val="50000"/>
                </a:schemeClr>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buFont typeface="Wingdings 2" pitchFamily="18" charset="2"/>
                  <a:buNone/>
                </a:pPr>
                <a:endParaRPr lang="en-US" sz="1600" b="1">
                  <a:solidFill>
                    <a:schemeClr val="bg1"/>
                  </a:solidFill>
                </a:endParaRPr>
              </a:p>
            </p:txBody>
          </p:sp>
          <p:sp>
            <p:nvSpPr>
              <p:cNvPr id="107" name="Arrow: Right 106">
                <a:extLst>
                  <a:ext uri="{FF2B5EF4-FFF2-40B4-BE49-F238E27FC236}">
                    <a16:creationId xmlns:a16="http://schemas.microsoft.com/office/drawing/2014/main" id="{47178990-237F-FFF7-E9D0-DD1C4B88654A}"/>
                  </a:ext>
                </a:extLst>
              </p:cNvPr>
              <p:cNvSpPr/>
              <p:nvPr/>
            </p:nvSpPr>
            <p:spPr bwMode="gray">
              <a:xfrm>
                <a:off x="2644491" y="5729631"/>
                <a:ext cx="281820" cy="201520"/>
              </a:xfrm>
              <a:prstGeom prst="rightArrow">
                <a:avLst>
                  <a:gd name="adj1" fmla="val 50000"/>
                  <a:gd name="adj2" fmla="val 59926"/>
                </a:avLst>
              </a:prstGeom>
              <a:solidFill>
                <a:schemeClr val="bg1">
                  <a:lumMod val="50000"/>
                </a:schemeClr>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buFont typeface="Wingdings 2" pitchFamily="18" charset="2"/>
                  <a:buNone/>
                </a:pPr>
                <a:endParaRPr lang="en-US" sz="1600" b="1">
                  <a:solidFill>
                    <a:schemeClr val="bg1"/>
                  </a:solidFill>
                </a:endParaRPr>
              </a:p>
            </p:txBody>
          </p:sp>
        </p:grpSp>
        <p:grpSp>
          <p:nvGrpSpPr>
            <p:cNvPr id="8" name="Group 7">
              <a:extLst>
                <a:ext uri="{FF2B5EF4-FFF2-40B4-BE49-F238E27FC236}">
                  <a16:creationId xmlns:a16="http://schemas.microsoft.com/office/drawing/2014/main" id="{3A32F67D-0C32-965E-198F-CFFC66C3C21E}"/>
                </a:ext>
              </a:extLst>
            </p:cNvPr>
            <p:cNvGrpSpPr/>
            <p:nvPr/>
          </p:nvGrpSpPr>
          <p:grpSpPr>
            <a:xfrm>
              <a:off x="5099912" y="2206147"/>
              <a:ext cx="281820" cy="3725004"/>
              <a:chOff x="5099912" y="2206147"/>
              <a:chExt cx="281820" cy="3725004"/>
            </a:xfrm>
          </p:grpSpPr>
          <p:sp>
            <p:nvSpPr>
              <p:cNvPr id="108" name="Arrow: Right 107">
                <a:extLst>
                  <a:ext uri="{FF2B5EF4-FFF2-40B4-BE49-F238E27FC236}">
                    <a16:creationId xmlns:a16="http://schemas.microsoft.com/office/drawing/2014/main" id="{AFADADF6-DF45-F90F-C920-8EA0516088F1}"/>
                  </a:ext>
                </a:extLst>
              </p:cNvPr>
              <p:cNvSpPr/>
              <p:nvPr/>
            </p:nvSpPr>
            <p:spPr bwMode="gray">
              <a:xfrm>
                <a:off x="5099912" y="3904935"/>
                <a:ext cx="281820" cy="201520"/>
              </a:xfrm>
              <a:prstGeom prst="rightArrow">
                <a:avLst>
                  <a:gd name="adj1" fmla="val 50000"/>
                  <a:gd name="adj2" fmla="val 59926"/>
                </a:avLst>
              </a:prstGeom>
              <a:solidFill>
                <a:schemeClr val="bg1">
                  <a:lumMod val="50000"/>
                </a:schemeClr>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buFont typeface="Wingdings 2" pitchFamily="18" charset="2"/>
                  <a:buNone/>
                </a:pPr>
                <a:endParaRPr lang="en-US" sz="1600" b="1">
                  <a:solidFill>
                    <a:schemeClr val="bg1"/>
                  </a:solidFill>
                </a:endParaRPr>
              </a:p>
            </p:txBody>
          </p:sp>
          <p:sp>
            <p:nvSpPr>
              <p:cNvPr id="155" name="Arrow: Right 154">
                <a:extLst>
                  <a:ext uri="{FF2B5EF4-FFF2-40B4-BE49-F238E27FC236}">
                    <a16:creationId xmlns:a16="http://schemas.microsoft.com/office/drawing/2014/main" id="{ECC4073A-3E76-3166-1538-9DFB36D85F36}"/>
                  </a:ext>
                </a:extLst>
              </p:cNvPr>
              <p:cNvSpPr/>
              <p:nvPr/>
            </p:nvSpPr>
            <p:spPr bwMode="gray">
              <a:xfrm>
                <a:off x="5099912" y="2206147"/>
                <a:ext cx="281820" cy="201520"/>
              </a:xfrm>
              <a:prstGeom prst="rightArrow">
                <a:avLst>
                  <a:gd name="adj1" fmla="val 50000"/>
                  <a:gd name="adj2" fmla="val 59926"/>
                </a:avLst>
              </a:prstGeom>
              <a:solidFill>
                <a:schemeClr val="bg1">
                  <a:lumMod val="50000"/>
                </a:schemeClr>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buFont typeface="Wingdings 2" pitchFamily="18" charset="2"/>
                  <a:buNone/>
                </a:pPr>
                <a:endParaRPr lang="en-US" sz="1600" b="1">
                  <a:solidFill>
                    <a:schemeClr val="bg1"/>
                  </a:solidFill>
                </a:endParaRPr>
              </a:p>
            </p:txBody>
          </p:sp>
          <p:sp>
            <p:nvSpPr>
              <p:cNvPr id="156" name="Arrow: Right 155">
                <a:extLst>
                  <a:ext uri="{FF2B5EF4-FFF2-40B4-BE49-F238E27FC236}">
                    <a16:creationId xmlns:a16="http://schemas.microsoft.com/office/drawing/2014/main" id="{FD3E62D2-BA84-EDE3-934C-82DD32E4D9B3}"/>
                  </a:ext>
                </a:extLst>
              </p:cNvPr>
              <p:cNvSpPr/>
              <p:nvPr/>
            </p:nvSpPr>
            <p:spPr bwMode="gray">
              <a:xfrm>
                <a:off x="5099912" y="5729631"/>
                <a:ext cx="281820" cy="201520"/>
              </a:xfrm>
              <a:prstGeom prst="rightArrow">
                <a:avLst>
                  <a:gd name="adj1" fmla="val 50000"/>
                  <a:gd name="adj2" fmla="val 59926"/>
                </a:avLst>
              </a:prstGeom>
              <a:solidFill>
                <a:schemeClr val="bg1">
                  <a:lumMod val="50000"/>
                </a:schemeClr>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buFont typeface="Wingdings 2" pitchFamily="18" charset="2"/>
                  <a:buNone/>
                </a:pPr>
                <a:endParaRPr lang="en-US" sz="1600" b="1">
                  <a:solidFill>
                    <a:schemeClr val="bg1"/>
                  </a:solidFill>
                </a:endParaRPr>
              </a:p>
            </p:txBody>
          </p:sp>
        </p:grpSp>
        <p:grpSp>
          <p:nvGrpSpPr>
            <p:cNvPr id="10" name="Group 9">
              <a:extLst>
                <a:ext uri="{FF2B5EF4-FFF2-40B4-BE49-F238E27FC236}">
                  <a16:creationId xmlns:a16="http://schemas.microsoft.com/office/drawing/2014/main" id="{B61EA1C5-C708-11B0-C866-651DAE8B3633}"/>
                </a:ext>
              </a:extLst>
            </p:cNvPr>
            <p:cNvGrpSpPr/>
            <p:nvPr/>
          </p:nvGrpSpPr>
          <p:grpSpPr>
            <a:xfrm>
              <a:off x="9277770" y="2206147"/>
              <a:ext cx="281820" cy="3725004"/>
              <a:chOff x="5099912" y="2206147"/>
              <a:chExt cx="281820" cy="3725004"/>
            </a:xfrm>
          </p:grpSpPr>
          <p:sp>
            <p:nvSpPr>
              <p:cNvPr id="12" name="Arrow: Right 11">
                <a:extLst>
                  <a:ext uri="{FF2B5EF4-FFF2-40B4-BE49-F238E27FC236}">
                    <a16:creationId xmlns:a16="http://schemas.microsoft.com/office/drawing/2014/main" id="{38782354-BE6F-CCAB-3546-B901F130F641}"/>
                  </a:ext>
                </a:extLst>
              </p:cNvPr>
              <p:cNvSpPr/>
              <p:nvPr/>
            </p:nvSpPr>
            <p:spPr bwMode="gray">
              <a:xfrm>
                <a:off x="5099912" y="3904935"/>
                <a:ext cx="281820" cy="201520"/>
              </a:xfrm>
              <a:prstGeom prst="rightArrow">
                <a:avLst>
                  <a:gd name="adj1" fmla="val 50000"/>
                  <a:gd name="adj2" fmla="val 59926"/>
                </a:avLst>
              </a:prstGeom>
              <a:solidFill>
                <a:schemeClr val="bg1">
                  <a:lumMod val="50000"/>
                </a:schemeClr>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buFont typeface="Wingdings 2" pitchFamily="18" charset="2"/>
                  <a:buNone/>
                </a:pPr>
                <a:endParaRPr lang="en-US" sz="1600" b="1">
                  <a:solidFill>
                    <a:schemeClr val="bg1"/>
                  </a:solidFill>
                </a:endParaRPr>
              </a:p>
            </p:txBody>
          </p:sp>
          <p:sp>
            <p:nvSpPr>
              <p:cNvPr id="13" name="Arrow: Right 12">
                <a:extLst>
                  <a:ext uri="{FF2B5EF4-FFF2-40B4-BE49-F238E27FC236}">
                    <a16:creationId xmlns:a16="http://schemas.microsoft.com/office/drawing/2014/main" id="{ADF7B278-20E5-7308-A397-2B8DE6F169E9}"/>
                  </a:ext>
                </a:extLst>
              </p:cNvPr>
              <p:cNvSpPr/>
              <p:nvPr/>
            </p:nvSpPr>
            <p:spPr bwMode="gray">
              <a:xfrm>
                <a:off x="5099912" y="2206147"/>
                <a:ext cx="281820" cy="201520"/>
              </a:xfrm>
              <a:prstGeom prst="rightArrow">
                <a:avLst>
                  <a:gd name="adj1" fmla="val 50000"/>
                  <a:gd name="adj2" fmla="val 59926"/>
                </a:avLst>
              </a:prstGeom>
              <a:solidFill>
                <a:schemeClr val="bg1">
                  <a:lumMod val="50000"/>
                </a:schemeClr>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buFont typeface="Wingdings 2" pitchFamily="18" charset="2"/>
                  <a:buNone/>
                </a:pPr>
                <a:endParaRPr lang="en-US" sz="1600" b="1">
                  <a:solidFill>
                    <a:schemeClr val="bg1"/>
                  </a:solidFill>
                </a:endParaRPr>
              </a:p>
            </p:txBody>
          </p:sp>
          <p:sp>
            <p:nvSpPr>
              <p:cNvPr id="14" name="Arrow: Right 13">
                <a:extLst>
                  <a:ext uri="{FF2B5EF4-FFF2-40B4-BE49-F238E27FC236}">
                    <a16:creationId xmlns:a16="http://schemas.microsoft.com/office/drawing/2014/main" id="{02ACA2A1-E787-B755-1961-5CCD23C1E48B}"/>
                  </a:ext>
                </a:extLst>
              </p:cNvPr>
              <p:cNvSpPr/>
              <p:nvPr/>
            </p:nvSpPr>
            <p:spPr bwMode="gray">
              <a:xfrm>
                <a:off x="5099912" y="5729631"/>
                <a:ext cx="281820" cy="201520"/>
              </a:xfrm>
              <a:prstGeom prst="rightArrow">
                <a:avLst>
                  <a:gd name="adj1" fmla="val 50000"/>
                  <a:gd name="adj2" fmla="val 59926"/>
                </a:avLst>
              </a:prstGeom>
              <a:solidFill>
                <a:schemeClr val="bg1">
                  <a:lumMod val="50000"/>
                </a:schemeClr>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buFont typeface="Wingdings 2" pitchFamily="18" charset="2"/>
                  <a:buNone/>
                </a:pPr>
                <a:endParaRPr lang="en-US" sz="1600" b="1">
                  <a:solidFill>
                    <a:schemeClr val="bg1"/>
                  </a:solidFill>
                </a:endParaRPr>
              </a:p>
            </p:txBody>
          </p:sp>
        </p:grpSp>
      </p:grpSp>
    </p:spTree>
    <p:extLst>
      <p:ext uri="{BB962C8B-B14F-4D97-AF65-F5344CB8AC3E}">
        <p14:creationId xmlns:p14="http://schemas.microsoft.com/office/powerpoint/2010/main" val="4004656231"/>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512020-EC77-1A14-6588-C2A24A411925}"/>
            </a:ext>
          </a:extLst>
        </p:cNvPr>
        <p:cNvGrpSpPr/>
        <p:nvPr/>
      </p:nvGrpSpPr>
      <p:grpSpPr>
        <a:xfrm>
          <a:off x="0" y="0"/>
          <a:ext cx="0" cy="0"/>
          <a:chOff x="0" y="0"/>
          <a:chExt cx="0" cy="0"/>
        </a:xfrm>
      </p:grpSpPr>
      <p:sp>
        <p:nvSpPr>
          <p:cNvPr id="11" name="Text Placeholder 10">
            <a:extLst>
              <a:ext uri="{FF2B5EF4-FFF2-40B4-BE49-F238E27FC236}">
                <a16:creationId xmlns:a16="http://schemas.microsoft.com/office/drawing/2014/main" id="{DC884003-330A-F9B5-4994-F026BACD0A19}"/>
              </a:ext>
            </a:extLst>
          </p:cNvPr>
          <p:cNvSpPr>
            <a:spLocks noGrp="1"/>
          </p:cNvSpPr>
          <p:nvPr>
            <p:ph type="body" sz="quarter" idx="13"/>
          </p:nvPr>
        </p:nvSpPr>
        <p:spPr>
          <a:xfrm>
            <a:off x="469900" y="736688"/>
            <a:ext cx="11252200" cy="430887"/>
          </a:xfrm>
        </p:spPr>
        <p:txBody>
          <a:bodyPr/>
          <a:lstStyle/>
          <a:p>
            <a:r>
              <a:rPr lang="en-US" dirty="0"/>
              <a:t>Conduct an end-to-end MVP migration to validate the coverage and efficiency of accelerators for Cisco. Outcomes and lessons learned from this phase will help us refine the overall migration roadmap and timeline, if necessary. We will use Expenses for the MVP.</a:t>
            </a:r>
          </a:p>
        </p:txBody>
      </p:sp>
      <p:sp>
        <p:nvSpPr>
          <p:cNvPr id="31" name="Title 30">
            <a:extLst>
              <a:ext uri="{FF2B5EF4-FFF2-40B4-BE49-F238E27FC236}">
                <a16:creationId xmlns:a16="http://schemas.microsoft.com/office/drawing/2014/main" id="{3FF9D804-BA3F-21EE-0268-45BDEBB7C25E}"/>
              </a:ext>
            </a:extLst>
          </p:cNvPr>
          <p:cNvSpPr>
            <a:spLocks noGrp="1"/>
          </p:cNvSpPr>
          <p:nvPr>
            <p:ph type="title"/>
          </p:nvPr>
        </p:nvSpPr>
        <p:spPr>
          <a:xfrm>
            <a:off x="469900" y="402587"/>
            <a:ext cx="11252200" cy="276999"/>
          </a:xfrm>
        </p:spPr>
        <p:txBody>
          <a:bodyPr/>
          <a:lstStyle/>
          <a:p>
            <a:r>
              <a:rPr lang="en-US" b="1" dirty="0"/>
              <a:t>Implement Minimal Viable Product (“MVP”)</a:t>
            </a:r>
          </a:p>
        </p:txBody>
      </p:sp>
      <p:grpSp>
        <p:nvGrpSpPr>
          <p:cNvPr id="8" name="Group 7">
            <a:extLst>
              <a:ext uri="{FF2B5EF4-FFF2-40B4-BE49-F238E27FC236}">
                <a16:creationId xmlns:a16="http://schemas.microsoft.com/office/drawing/2014/main" id="{C711E96E-D6F0-E03B-3D8F-A97FC53AE5D6}"/>
              </a:ext>
            </a:extLst>
          </p:cNvPr>
          <p:cNvGrpSpPr/>
          <p:nvPr/>
        </p:nvGrpSpPr>
        <p:grpSpPr>
          <a:xfrm>
            <a:off x="9891784" y="1231243"/>
            <a:ext cx="1830315" cy="124393"/>
            <a:chOff x="469900" y="6032711"/>
            <a:chExt cx="1830315" cy="124393"/>
          </a:xfrm>
        </p:grpSpPr>
        <p:sp>
          <p:nvSpPr>
            <p:cNvPr id="9" name="Rectangle 8">
              <a:extLst>
                <a:ext uri="{FF2B5EF4-FFF2-40B4-BE49-F238E27FC236}">
                  <a16:creationId xmlns:a16="http://schemas.microsoft.com/office/drawing/2014/main" id="{A44D93D8-A5F0-4805-A779-08D445DD1EFB}"/>
                </a:ext>
              </a:extLst>
            </p:cNvPr>
            <p:cNvSpPr/>
            <p:nvPr/>
          </p:nvSpPr>
          <p:spPr bwMode="gray">
            <a:xfrm>
              <a:off x="469900" y="6032711"/>
              <a:ext cx="399148" cy="124393"/>
            </a:xfrm>
            <a:prstGeom prst="rect">
              <a:avLst/>
            </a:prstGeom>
            <a:noFill/>
            <a:ln w="19050" algn="ctr">
              <a:noFill/>
              <a:miter lim="800000"/>
              <a:headEnd/>
              <a:tailEnd/>
            </a:ln>
          </p:spPr>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buFont typeface="Wingdings 2" pitchFamily="18" charset="2"/>
                <a:buNone/>
              </a:pPr>
              <a:r>
                <a:rPr lang="en-US" sz="800" b="1"/>
                <a:t>Legend:</a:t>
              </a:r>
            </a:p>
          </p:txBody>
        </p:sp>
        <p:grpSp>
          <p:nvGrpSpPr>
            <p:cNvPr id="10" name="Group 9">
              <a:extLst>
                <a:ext uri="{FF2B5EF4-FFF2-40B4-BE49-F238E27FC236}">
                  <a16:creationId xmlns:a16="http://schemas.microsoft.com/office/drawing/2014/main" id="{83CCA2B2-B81A-EE78-1ADD-748C23DEDB62}"/>
                </a:ext>
              </a:extLst>
            </p:cNvPr>
            <p:cNvGrpSpPr/>
            <p:nvPr/>
          </p:nvGrpSpPr>
          <p:grpSpPr>
            <a:xfrm>
              <a:off x="1045795" y="6032711"/>
              <a:ext cx="474716" cy="124393"/>
              <a:chOff x="975360" y="6032711"/>
              <a:chExt cx="474716" cy="124393"/>
            </a:xfrm>
          </p:grpSpPr>
          <p:sp>
            <p:nvSpPr>
              <p:cNvPr id="15" name="Rectangle 14">
                <a:extLst>
                  <a:ext uri="{FF2B5EF4-FFF2-40B4-BE49-F238E27FC236}">
                    <a16:creationId xmlns:a16="http://schemas.microsoft.com/office/drawing/2014/main" id="{1887467D-3A09-6A99-ED36-505D33E2DB53}"/>
                  </a:ext>
                </a:extLst>
              </p:cNvPr>
              <p:cNvSpPr/>
              <p:nvPr/>
            </p:nvSpPr>
            <p:spPr bwMode="gray">
              <a:xfrm>
                <a:off x="975360" y="6032711"/>
                <a:ext cx="170507" cy="124393"/>
              </a:xfrm>
              <a:prstGeom prst="rect">
                <a:avLst/>
              </a:prstGeom>
              <a:solidFill>
                <a:srgbClr val="00A3E0"/>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buFont typeface="Wingdings 2" pitchFamily="18" charset="2"/>
                  <a:buNone/>
                </a:pPr>
                <a:endParaRPr lang="en-US" sz="800" b="1">
                  <a:solidFill>
                    <a:schemeClr val="bg1"/>
                  </a:solidFill>
                </a:endParaRPr>
              </a:p>
            </p:txBody>
          </p:sp>
          <p:sp>
            <p:nvSpPr>
              <p:cNvPr id="16" name="Rectangle 15">
                <a:extLst>
                  <a:ext uri="{FF2B5EF4-FFF2-40B4-BE49-F238E27FC236}">
                    <a16:creationId xmlns:a16="http://schemas.microsoft.com/office/drawing/2014/main" id="{B8287B9F-3258-F726-A8CB-5F300700513A}"/>
                  </a:ext>
                </a:extLst>
              </p:cNvPr>
              <p:cNvSpPr/>
              <p:nvPr/>
            </p:nvSpPr>
            <p:spPr bwMode="gray">
              <a:xfrm>
                <a:off x="1200008" y="6032711"/>
                <a:ext cx="250068" cy="124393"/>
              </a:xfrm>
              <a:prstGeom prst="rect">
                <a:avLst/>
              </a:prstGeom>
              <a:noFill/>
              <a:ln w="19050" algn="ctr">
                <a:noFill/>
                <a:miter lim="800000"/>
                <a:headEnd/>
                <a:tailEnd/>
              </a:ln>
            </p:spPr>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buFont typeface="Wingdings 2" pitchFamily="18" charset="2"/>
                  <a:buNone/>
                </a:pPr>
                <a:r>
                  <a:rPr lang="en-US" sz="800"/>
                  <a:t>Cisco</a:t>
                </a:r>
              </a:p>
            </p:txBody>
          </p:sp>
        </p:grpSp>
        <p:grpSp>
          <p:nvGrpSpPr>
            <p:cNvPr id="12" name="Group 11">
              <a:extLst>
                <a:ext uri="{FF2B5EF4-FFF2-40B4-BE49-F238E27FC236}">
                  <a16:creationId xmlns:a16="http://schemas.microsoft.com/office/drawing/2014/main" id="{58729F21-34AF-F8D5-5124-B7391F069009}"/>
                </a:ext>
              </a:extLst>
            </p:cNvPr>
            <p:cNvGrpSpPr/>
            <p:nvPr/>
          </p:nvGrpSpPr>
          <p:grpSpPr>
            <a:xfrm>
              <a:off x="1697257" y="6032711"/>
              <a:ext cx="602958" cy="124393"/>
              <a:chOff x="1697257" y="6032711"/>
              <a:chExt cx="602958" cy="124393"/>
            </a:xfrm>
          </p:grpSpPr>
          <p:sp>
            <p:nvSpPr>
              <p:cNvPr id="13" name="Rectangle 12">
                <a:extLst>
                  <a:ext uri="{FF2B5EF4-FFF2-40B4-BE49-F238E27FC236}">
                    <a16:creationId xmlns:a16="http://schemas.microsoft.com/office/drawing/2014/main" id="{24F8BC14-8DB5-5EA5-FEEF-7F0D92F523D1}"/>
                  </a:ext>
                </a:extLst>
              </p:cNvPr>
              <p:cNvSpPr/>
              <p:nvPr/>
            </p:nvSpPr>
            <p:spPr bwMode="gray">
              <a:xfrm>
                <a:off x="1697257" y="6032711"/>
                <a:ext cx="170507" cy="124393"/>
              </a:xfrm>
              <a:prstGeom prst="rect">
                <a:avLst/>
              </a:prstGeom>
              <a:solidFill>
                <a:schemeClr val="accent1"/>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buFont typeface="Wingdings 2" pitchFamily="18" charset="2"/>
                  <a:buNone/>
                </a:pPr>
                <a:endParaRPr lang="en-US" sz="800" b="1">
                  <a:solidFill>
                    <a:schemeClr val="bg1"/>
                  </a:solidFill>
                </a:endParaRPr>
              </a:p>
            </p:txBody>
          </p:sp>
          <p:sp>
            <p:nvSpPr>
              <p:cNvPr id="14" name="Rectangle 13">
                <a:extLst>
                  <a:ext uri="{FF2B5EF4-FFF2-40B4-BE49-F238E27FC236}">
                    <a16:creationId xmlns:a16="http://schemas.microsoft.com/office/drawing/2014/main" id="{745E9824-9D09-9369-48E1-51F1E80E3AE9}"/>
                  </a:ext>
                </a:extLst>
              </p:cNvPr>
              <p:cNvSpPr/>
              <p:nvPr/>
            </p:nvSpPr>
            <p:spPr bwMode="gray">
              <a:xfrm>
                <a:off x="1921906" y="6032711"/>
                <a:ext cx="378309" cy="124393"/>
              </a:xfrm>
              <a:prstGeom prst="rect">
                <a:avLst/>
              </a:prstGeom>
              <a:noFill/>
              <a:ln w="19050" algn="ctr">
                <a:noFill/>
                <a:miter lim="800000"/>
                <a:headEnd/>
                <a:tailEnd/>
              </a:ln>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buFont typeface="Wingdings 2" pitchFamily="18" charset="2"/>
                  <a:buNone/>
                </a:pPr>
                <a:r>
                  <a:rPr lang="en-US" sz="800"/>
                  <a:t>Deloitte</a:t>
                </a:r>
              </a:p>
            </p:txBody>
          </p:sp>
        </p:grpSp>
      </p:grpSp>
      <p:grpSp>
        <p:nvGrpSpPr>
          <p:cNvPr id="47" name="Group 46">
            <a:extLst>
              <a:ext uri="{FF2B5EF4-FFF2-40B4-BE49-F238E27FC236}">
                <a16:creationId xmlns:a16="http://schemas.microsoft.com/office/drawing/2014/main" id="{20E63192-D06F-25E9-7A01-A28A5D298D6B}"/>
              </a:ext>
            </a:extLst>
          </p:cNvPr>
          <p:cNvGrpSpPr/>
          <p:nvPr/>
        </p:nvGrpSpPr>
        <p:grpSpPr>
          <a:xfrm>
            <a:off x="9550400" y="1459534"/>
            <a:ext cx="2171699" cy="4839666"/>
            <a:chOff x="9550400" y="1459534"/>
            <a:chExt cx="2171699" cy="4839666"/>
          </a:xfrm>
        </p:grpSpPr>
        <p:sp>
          <p:nvSpPr>
            <p:cNvPr id="2" name="Rectangle 1">
              <a:extLst>
                <a:ext uri="{FF2B5EF4-FFF2-40B4-BE49-F238E27FC236}">
                  <a16:creationId xmlns:a16="http://schemas.microsoft.com/office/drawing/2014/main" id="{7D46ECA4-C214-F8CF-F042-106E8BB7D9D3}"/>
                </a:ext>
              </a:extLst>
            </p:cNvPr>
            <p:cNvSpPr/>
            <p:nvPr/>
          </p:nvSpPr>
          <p:spPr bwMode="gray">
            <a:xfrm>
              <a:off x="9550400" y="1459534"/>
              <a:ext cx="2171699" cy="186590"/>
            </a:xfrm>
            <a:prstGeom prst="rect">
              <a:avLst/>
            </a:prstGeom>
            <a:noFill/>
            <a:ln w="1905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a:buFont typeface="Wingdings 2" pitchFamily="18" charset="2"/>
                <a:buNone/>
              </a:pPr>
              <a:r>
                <a:rPr lang="en-US" sz="1200" b="1" dirty="0"/>
                <a:t>Deliverables/Outcomes</a:t>
              </a:r>
            </a:p>
          </p:txBody>
        </p:sp>
        <p:sp>
          <p:nvSpPr>
            <p:cNvPr id="18" name="Rectangle 17">
              <a:extLst>
                <a:ext uri="{FF2B5EF4-FFF2-40B4-BE49-F238E27FC236}">
                  <a16:creationId xmlns:a16="http://schemas.microsoft.com/office/drawing/2014/main" id="{3D1F56AE-3FB5-C3D0-8FB2-E386C1A869C6}"/>
                </a:ext>
              </a:extLst>
            </p:cNvPr>
            <p:cNvSpPr/>
            <p:nvPr/>
          </p:nvSpPr>
          <p:spPr bwMode="gray">
            <a:xfrm>
              <a:off x="9630424" y="2070476"/>
              <a:ext cx="2011651" cy="395894"/>
            </a:xfrm>
            <a:prstGeom prst="rect">
              <a:avLst/>
            </a:prstGeom>
            <a:solidFill>
              <a:schemeClr val="accent1"/>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marL="85725">
                <a:buFont typeface="Wingdings 2" pitchFamily="18" charset="2"/>
                <a:buNone/>
              </a:pPr>
              <a:r>
                <a:rPr lang="en-US" sz="1000">
                  <a:solidFill>
                    <a:schemeClr val="bg1"/>
                  </a:solidFill>
                </a:rPr>
                <a:t>MVP</a:t>
              </a:r>
            </a:p>
          </p:txBody>
        </p:sp>
        <p:sp>
          <p:nvSpPr>
            <p:cNvPr id="19" name="Rectangle 18">
              <a:extLst>
                <a:ext uri="{FF2B5EF4-FFF2-40B4-BE49-F238E27FC236}">
                  <a16:creationId xmlns:a16="http://schemas.microsoft.com/office/drawing/2014/main" id="{7084921E-8F9A-DFD5-7A9D-AC712D59002F}"/>
                </a:ext>
              </a:extLst>
            </p:cNvPr>
            <p:cNvSpPr/>
            <p:nvPr/>
          </p:nvSpPr>
          <p:spPr bwMode="gray">
            <a:xfrm>
              <a:off x="9630424" y="2538982"/>
              <a:ext cx="2011651" cy="395894"/>
            </a:xfrm>
            <a:prstGeom prst="rect">
              <a:avLst/>
            </a:prstGeom>
            <a:solidFill>
              <a:schemeClr val="accent1"/>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marL="85725">
                <a:buFont typeface="Wingdings 2" pitchFamily="18" charset="2"/>
                <a:buNone/>
              </a:pPr>
              <a:r>
                <a:rPr lang="en-US" sz="1000">
                  <a:solidFill>
                    <a:schemeClr val="bg1"/>
                  </a:solidFill>
                </a:rPr>
                <a:t>Accelerator Efficiency Report </a:t>
              </a:r>
            </a:p>
          </p:txBody>
        </p:sp>
        <p:sp>
          <p:nvSpPr>
            <p:cNvPr id="20" name="Rectangle 19">
              <a:extLst>
                <a:ext uri="{FF2B5EF4-FFF2-40B4-BE49-F238E27FC236}">
                  <a16:creationId xmlns:a16="http://schemas.microsoft.com/office/drawing/2014/main" id="{A2287A3C-20B6-E229-2E96-C2217E59CDBC}"/>
                </a:ext>
              </a:extLst>
            </p:cNvPr>
            <p:cNvSpPr/>
            <p:nvPr/>
          </p:nvSpPr>
          <p:spPr bwMode="gray">
            <a:xfrm>
              <a:off x="9630424" y="3007488"/>
              <a:ext cx="2011651" cy="395894"/>
            </a:xfrm>
            <a:prstGeom prst="rect">
              <a:avLst/>
            </a:prstGeom>
            <a:solidFill>
              <a:schemeClr val="accent1"/>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marL="85725">
                <a:buFont typeface="Wingdings 2" pitchFamily="18" charset="2"/>
                <a:buNone/>
              </a:pPr>
              <a:r>
                <a:rPr lang="en-US" sz="1000">
                  <a:solidFill>
                    <a:schemeClr val="bg1"/>
                  </a:solidFill>
                </a:rPr>
                <a:t>Effort Estimation </a:t>
              </a:r>
            </a:p>
          </p:txBody>
        </p:sp>
        <p:sp>
          <p:nvSpPr>
            <p:cNvPr id="21" name="Rectangle 20">
              <a:extLst>
                <a:ext uri="{FF2B5EF4-FFF2-40B4-BE49-F238E27FC236}">
                  <a16:creationId xmlns:a16="http://schemas.microsoft.com/office/drawing/2014/main" id="{D0004DA7-4A89-C818-DC35-D7203732C08E}"/>
                </a:ext>
              </a:extLst>
            </p:cNvPr>
            <p:cNvSpPr/>
            <p:nvPr/>
          </p:nvSpPr>
          <p:spPr bwMode="gray">
            <a:xfrm>
              <a:off x="9630424" y="3475994"/>
              <a:ext cx="2011651" cy="395894"/>
            </a:xfrm>
            <a:prstGeom prst="rect">
              <a:avLst/>
            </a:prstGeom>
            <a:solidFill>
              <a:schemeClr val="accent1"/>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marL="85725">
                <a:buFont typeface="Wingdings 2" pitchFamily="18" charset="2"/>
                <a:buNone/>
              </a:pPr>
              <a:r>
                <a:rPr lang="en-US" sz="1000">
                  <a:solidFill>
                    <a:schemeClr val="bg1"/>
                  </a:solidFill>
                </a:rPr>
                <a:t>Re-platform Backlog and Plan </a:t>
              </a:r>
            </a:p>
          </p:txBody>
        </p:sp>
        <p:sp>
          <p:nvSpPr>
            <p:cNvPr id="22" name="Rectangle 21">
              <a:extLst>
                <a:ext uri="{FF2B5EF4-FFF2-40B4-BE49-F238E27FC236}">
                  <a16:creationId xmlns:a16="http://schemas.microsoft.com/office/drawing/2014/main" id="{99AA83F1-B9B0-FF87-C3EE-54FCB2819F80}"/>
                </a:ext>
              </a:extLst>
            </p:cNvPr>
            <p:cNvSpPr/>
            <p:nvPr/>
          </p:nvSpPr>
          <p:spPr bwMode="gray">
            <a:xfrm>
              <a:off x="9630424" y="3944500"/>
              <a:ext cx="2011651" cy="395894"/>
            </a:xfrm>
            <a:prstGeom prst="rect">
              <a:avLst/>
            </a:prstGeom>
            <a:solidFill>
              <a:schemeClr val="accent1"/>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marL="85725">
                <a:buFont typeface="Wingdings 2" pitchFamily="18" charset="2"/>
                <a:buNone/>
              </a:pPr>
              <a:r>
                <a:rPr lang="en-US" sz="1000">
                  <a:solidFill>
                    <a:schemeClr val="bg1"/>
                  </a:solidFill>
                </a:rPr>
                <a:t>Migration Roadmap </a:t>
              </a:r>
            </a:p>
          </p:txBody>
        </p:sp>
        <p:sp>
          <p:nvSpPr>
            <p:cNvPr id="23" name="Rectangle 22">
              <a:extLst>
                <a:ext uri="{FF2B5EF4-FFF2-40B4-BE49-F238E27FC236}">
                  <a16:creationId xmlns:a16="http://schemas.microsoft.com/office/drawing/2014/main" id="{9A3CDF35-DBF5-6017-9B00-15B78E933E27}"/>
                </a:ext>
              </a:extLst>
            </p:cNvPr>
            <p:cNvSpPr/>
            <p:nvPr/>
          </p:nvSpPr>
          <p:spPr bwMode="gray">
            <a:xfrm>
              <a:off x="9630424" y="4413006"/>
              <a:ext cx="2011651" cy="395894"/>
            </a:xfrm>
            <a:prstGeom prst="rect">
              <a:avLst/>
            </a:prstGeom>
            <a:solidFill>
              <a:schemeClr val="accent1"/>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marL="85725">
                <a:buFont typeface="Wingdings 2" pitchFamily="18" charset="2"/>
                <a:buNone/>
              </a:pPr>
              <a:r>
                <a:rPr lang="en-US" sz="1000">
                  <a:solidFill>
                    <a:schemeClr val="bg1"/>
                  </a:solidFill>
                </a:rPr>
                <a:t>Accelerator Usage Recommendations</a:t>
              </a:r>
            </a:p>
          </p:txBody>
        </p:sp>
        <p:sp>
          <p:nvSpPr>
            <p:cNvPr id="24" name="Rectangle 23">
              <a:extLst>
                <a:ext uri="{FF2B5EF4-FFF2-40B4-BE49-F238E27FC236}">
                  <a16:creationId xmlns:a16="http://schemas.microsoft.com/office/drawing/2014/main" id="{4EFC619A-28AA-FAA3-E6FF-B4A142F3123F}"/>
                </a:ext>
              </a:extLst>
            </p:cNvPr>
            <p:cNvSpPr/>
            <p:nvPr/>
          </p:nvSpPr>
          <p:spPr bwMode="gray">
            <a:xfrm>
              <a:off x="9630424" y="4881512"/>
              <a:ext cx="2011651" cy="395894"/>
            </a:xfrm>
            <a:prstGeom prst="rect">
              <a:avLst/>
            </a:prstGeom>
            <a:solidFill>
              <a:schemeClr val="accent1"/>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marL="85725">
                <a:buFont typeface="Wingdings 2" pitchFamily="18" charset="2"/>
                <a:buNone/>
              </a:pPr>
              <a:r>
                <a:rPr lang="en-US" sz="1000">
                  <a:solidFill>
                    <a:schemeClr val="bg1"/>
                  </a:solidFill>
                </a:rPr>
                <a:t>Resourcing and PODs </a:t>
              </a:r>
            </a:p>
          </p:txBody>
        </p:sp>
        <p:sp>
          <p:nvSpPr>
            <p:cNvPr id="25" name="Rectangle 24">
              <a:extLst>
                <a:ext uri="{FF2B5EF4-FFF2-40B4-BE49-F238E27FC236}">
                  <a16:creationId xmlns:a16="http://schemas.microsoft.com/office/drawing/2014/main" id="{C8BF1478-647A-97DD-374E-0FC3ABAB4F12}"/>
                </a:ext>
              </a:extLst>
            </p:cNvPr>
            <p:cNvSpPr/>
            <p:nvPr/>
          </p:nvSpPr>
          <p:spPr bwMode="gray">
            <a:xfrm>
              <a:off x="9630424" y="5350018"/>
              <a:ext cx="2011651" cy="395894"/>
            </a:xfrm>
            <a:prstGeom prst="rect">
              <a:avLst/>
            </a:prstGeom>
            <a:solidFill>
              <a:schemeClr val="accent1"/>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marL="85725">
                <a:buFont typeface="Wingdings 2" pitchFamily="18" charset="2"/>
                <a:buNone/>
              </a:pPr>
              <a:r>
                <a:rPr lang="en-US" sz="1000">
                  <a:solidFill>
                    <a:schemeClr val="bg1"/>
                  </a:solidFill>
                </a:rPr>
                <a:t>Testing and Implementation Accelerator Setup</a:t>
              </a:r>
            </a:p>
          </p:txBody>
        </p:sp>
        <p:sp>
          <p:nvSpPr>
            <p:cNvPr id="26" name="Rectangle 25">
              <a:extLst>
                <a:ext uri="{FF2B5EF4-FFF2-40B4-BE49-F238E27FC236}">
                  <a16:creationId xmlns:a16="http://schemas.microsoft.com/office/drawing/2014/main" id="{0A19F1EF-1CCE-A6AA-1FDC-571EE548B0AD}"/>
                </a:ext>
              </a:extLst>
            </p:cNvPr>
            <p:cNvSpPr/>
            <p:nvPr/>
          </p:nvSpPr>
          <p:spPr bwMode="gray">
            <a:xfrm>
              <a:off x="9630424" y="5818524"/>
              <a:ext cx="2011651" cy="395894"/>
            </a:xfrm>
            <a:prstGeom prst="rect">
              <a:avLst/>
            </a:prstGeom>
            <a:solidFill>
              <a:schemeClr val="accent1"/>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marL="85725">
                <a:buFont typeface="Wingdings 2" pitchFamily="18" charset="2"/>
                <a:buNone/>
              </a:pPr>
              <a:r>
                <a:rPr lang="en-US" sz="1000">
                  <a:solidFill>
                    <a:schemeClr val="bg1"/>
                  </a:solidFill>
                </a:rPr>
                <a:t>Accelerator Enhancements Backlog</a:t>
              </a:r>
            </a:p>
          </p:txBody>
        </p:sp>
        <p:sp>
          <p:nvSpPr>
            <p:cNvPr id="27" name="Rectangle 26">
              <a:extLst>
                <a:ext uri="{FF2B5EF4-FFF2-40B4-BE49-F238E27FC236}">
                  <a16:creationId xmlns:a16="http://schemas.microsoft.com/office/drawing/2014/main" id="{C66B6A11-3F66-FA24-E52A-B8D113B13FAE}"/>
                </a:ext>
              </a:extLst>
            </p:cNvPr>
            <p:cNvSpPr/>
            <p:nvPr/>
          </p:nvSpPr>
          <p:spPr bwMode="gray">
            <a:xfrm>
              <a:off x="9550400" y="1712191"/>
              <a:ext cx="2171699" cy="301156"/>
            </a:xfrm>
            <a:prstGeom prst="rect">
              <a:avLst/>
            </a:prstGeom>
            <a:solidFill>
              <a:srgbClr val="012169"/>
            </a:solidFill>
            <a:ln w="19050" algn="ctr">
              <a:solidFill>
                <a:srgbClr val="012169"/>
              </a:solid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buFont typeface="Wingdings 2" pitchFamily="18" charset="2"/>
                <a:buNone/>
              </a:pPr>
              <a:r>
                <a:rPr lang="en-US" sz="1000" b="1">
                  <a:solidFill>
                    <a:schemeClr val="bg1"/>
                  </a:solidFill>
                </a:rPr>
                <a:t>Dimensions for Assessment</a:t>
              </a:r>
            </a:p>
          </p:txBody>
        </p:sp>
        <p:sp>
          <p:nvSpPr>
            <p:cNvPr id="28" name="Rectangle 27">
              <a:extLst>
                <a:ext uri="{FF2B5EF4-FFF2-40B4-BE49-F238E27FC236}">
                  <a16:creationId xmlns:a16="http://schemas.microsoft.com/office/drawing/2014/main" id="{39143BB4-49A1-D043-4F80-04D5ABAA5CE2}"/>
                </a:ext>
              </a:extLst>
            </p:cNvPr>
            <p:cNvSpPr/>
            <p:nvPr/>
          </p:nvSpPr>
          <p:spPr bwMode="gray">
            <a:xfrm>
              <a:off x="9550400" y="1712190"/>
              <a:ext cx="2171699" cy="4587010"/>
            </a:xfrm>
            <a:prstGeom prst="rect">
              <a:avLst/>
            </a:prstGeom>
            <a:noFill/>
            <a:ln w="19050" algn="ctr">
              <a:solidFill>
                <a:srgbClr val="012169"/>
              </a:solid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buFont typeface="Wingdings 2" pitchFamily="18" charset="2"/>
                <a:buNone/>
              </a:pPr>
              <a:endParaRPr lang="en-US" sz="1000" b="1">
                <a:solidFill>
                  <a:schemeClr val="bg1"/>
                </a:solidFill>
              </a:endParaRPr>
            </a:p>
          </p:txBody>
        </p:sp>
      </p:grpSp>
      <p:grpSp>
        <p:nvGrpSpPr>
          <p:cNvPr id="45" name="Group 44">
            <a:extLst>
              <a:ext uri="{FF2B5EF4-FFF2-40B4-BE49-F238E27FC236}">
                <a16:creationId xmlns:a16="http://schemas.microsoft.com/office/drawing/2014/main" id="{D688A175-4877-5738-0B31-D4F3397D0646}"/>
              </a:ext>
            </a:extLst>
          </p:cNvPr>
          <p:cNvGrpSpPr/>
          <p:nvPr/>
        </p:nvGrpSpPr>
        <p:grpSpPr>
          <a:xfrm>
            <a:off x="2926615" y="1459534"/>
            <a:ext cx="2171699" cy="4839666"/>
            <a:chOff x="2926615" y="1459534"/>
            <a:chExt cx="2171699" cy="4839666"/>
          </a:xfrm>
        </p:grpSpPr>
        <p:sp>
          <p:nvSpPr>
            <p:cNvPr id="4" name="Rectangle 3">
              <a:extLst>
                <a:ext uri="{FF2B5EF4-FFF2-40B4-BE49-F238E27FC236}">
                  <a16:creationId xmlns:a16="http://schemas.microsoft.com/office/drawing/2014/main" id="{0BC5AE98-F46C-B894-FFDE-1BE8B52303BE}"/>
                </a:ext>
              </a:extLst>
            </p:cNvPr>
            <p:cNvSpPr/>
            <p:nvPr/>
          </p:nvSpPr>
          <p:spPr bwMode="gray">
            <a:xfrm>
              <a:off x="2926615" y="1459534"/>
              <a:ext cx="2171699" cy="186590"/>
            </a:xfrm>
            <a:prstGeom prst="rect">
              <a:avLst/>
            </a:prstGeom>
            <a:noFill/>
            <a:ln w="1905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a:buFont typeface="Wingdings 2" pitchFamily="18" charset="2"/>
                <a:buNone/>
              </a:pPr>
              <a:r>
                <a:rPr lang="en-US" sz="1200" b="1"/>
                <a:t>Assess</a:t>
              </a:r>
            </a:p>
          </p:txBody>
        </p:sp>
        <p:sp>
          <p:nvSpPr>
            <p:cNvPr id="29" name="Rectangle 28">
              <a:extLst>
                <a:ext uri="{FF2B5EF4-FFF2-40B4-BE49-F238E27FC236}">
                  <a16:creationId xmlns:a16="http://schemas.microsoft.com/office/drawing/2014/main" id="{3D50DF43-45E8-98A2-D5F4-E218A706ECFA}"/>
                </a:ext>
              </a:extLst>
            </p:cNvPr>
            <p:cNvSpPr/>
            <p:nvPr/>
          </p:nvSpPr>
          <p:spPr bwMode="gray">
            <a:xfrm>
              <a:off x="2926615" y="1712191"/>
              <a:ext cx="2171699" cy="301156"/>
            </a:xfrm>
            <a:prstGeom prst="rect">
              <a:avLst/>
            </a:prstGeom>
            <a:solidFill>
              <a:srgbClr val="012169"/>
            </a:solidFill>
            <a:ln w="19050" algn="ctr">
              <a:solidFill>
                <a:srgbClr val="012169"/>
              </a:solid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buFont typeface="Wingdings 2" pitchFamily="18" charset="2"/>
                <a:buNone/>
              </a:pPr>
              <a:r>
                <a:rPr lang="en-US" sz="1000" b="1">
                  <a:solidFill>
                    <a:schemeClr val="bg1"/>
                  </a:solidFill>
                </a:rPr>
                <a:t>Dimensions for Assessment</a:t>
              </a:r>
            </a:p>
          </p:txBody>
        </p:sp>
        <p:sp>
          <p:nvSpPr>
            <p:cNvPr id="30" name="Rectangle 29">
              <a:extLst>
                <a:ext uri="{FF2B5EF4-FFF2-40B4-BE49-F238E27FC236}">
                  <a16:creationId xmlns:a16="http://schemas.microsoft.com/office/drawing/2014/main" id="{E819834D-599C-5312-501C-7023112D9409}"/>
                </a:ext>
              </a:extLst>
            </p:cNvPr>
            <p:cNvSpPr/>
            <p:nvPr/>
          </p:nvSpPr>
          <p:spPr bwMode="gray">
            <a:xfrm>
              <a:off x="2926615" y="1712190"/>
              <a:ext cx="2171699" cy="4587010"/>
            </a:xfrm>
            <a:prstGeom prst="rect">
              <a:avLst/>
            </a:prstGeom>
            <a:noFill/>
            <a:ln w="19050" algn="ctr">
              <a:solidFill>
                <a:srgbClr val="012169"/>
              </a:solid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buFont typeface="Wingdings 2" pitchFamily="18" charset="2"/>
                <a:buNone/>
              </a:pPr>
              <a:endParaRPr lang="en-US" sz="1000" b="1">
                <a:solidFill>
                  <a:schemeClr val="bg1"/>
                </a:solidFill>
              </a:endParaRPr>
            </a:p>
          </p:txBody>
        </p:sp>
        <p:grpSp>
          <p:nvGrpSpPr>
            <p:cNvPr id="32" name="Group 31">
              <a:extLst>
                <a:ext uri="{FF2B5EF4-FFF2-40B4-BE49-F238E27FC236}">
                  <a16:creationId xmlns:a16="http://schemas.microsoft.com/office/drawing/2014/main" id="{DA414B38-8030-0477-C88A-A8F9D28E9F19}"/>
                </a:ext>
              </a:extLst>
            </p:cNvPr>
            <p:cNvGrpSpPr/>
            <p:nvPr/>
          </p:nvGrpSpPr>
          <p:grpSpPr>
            <a:xfrm>
              <a:off x="3006639" y="2070475"/>
              <a:ext cx="2011651" cy="4143941"/>
              <a:chOff x="3006639" y="2315070"/>
              <a:chExt cx="2011651" cy="3834270"/>
            </a:xfrm>
          </p:grpSpPr>
          <p:sp>
            <p:nvSpPr>
              <p:cNvPr id="54" name="Rectangle 53">
                <a:extLst>
                  <a:ext uri="{FF2B5EF4-FFF2-40B4-BE49-F238E27FC236}">
                    <a16:creationId xmlns:a16="http://schemas.microsoft.com/office/drawing/2014/main" id="{BDB18FA4-8B80-A47F-F666-0FCFDC3C2DFB}"/>
                  </a:ext>
                </a:extLst>
              </p:cNvPr>
              <p:cNvSpPr/>
              <p:nvPr/>
            </p:nvSpPr>
            <p:spPr bwMode="gray">
              <a:xfrm>
                <a:off x="3006639" y="2315070"/>
                <a:ext cx="2011651" cy="454572"/>
              </a:xfrm>
              <a:prstGeom prst="rect">
                <a:avLst/>
              </a:prstGeom>
              <a:solidFill>
                <a:schemeClr val="bg1">
                  <a:lumMod val="95000"/>
                </a:schemeClr>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buFont typeface="Wingdings 2" pitchFamily="18" charset="2"/>
                  <a:buNone/>
                </a:pPr>
                <a:r>
                  <a:rPr lang="en-US" sz="1000"/>
                  <a:t>Volume of objects and workloads </a:t>
                </a:r>
              </a:p>
            </p:txBody>
          </p:sp>
          <p:sp>
            <p:nvSpPr>
              <p:cNvPr id="61" name="Rectangle 60">
                <a:extLst>
                  <a:ext uri="{FF2B5EF4-FFF2-40B4-BE49-F238E27FC236}">
                    <a16:creationId xmlns:a16="http://schemas.microsoft.com/office/drawing/2014/main" id="{10A4B5AF-2591-0BC4-1278-598B2E89127A}"/>
                  </a:ext>
                </a:extLst>
              </p:cNvPr>
              <p:cNvSpPr/>
              <p:nvPr/>
            </p:nvSpPr>
            <p:spPr bwMode="gray">
              <a:xfrm>
                <a:off x="3006639" y="2878353"/>
                <a:ext cx="2011651" cy="454572"/>
              </a:xfrm>
              <a:prstGeom prst="rect">
                <a:avLst/>
              </a:prstGeom>
              <a:solidFill>
                <a:schemeClr val="bg1">
                  <a:lumMod val="95000"/>
                </a:schemeClr>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buFont typeface="Wingdings 2" pitchFamily="18" charset="2"/>
                  <a:buNone/>
                </a:pPr>
                <a:r>
                  <a:rPr lang="en-US" sz="1000"/>
                  <a:t>Scope </a:t>
                </a:r>
              </a:p>
            </p:txBody>
          </p:sp>
          <p:sp>
            <p:nvSpPr>
              <p:cNvPr id="62" name="Rectangle 61">
                <a:extLst>
                  <a:ext uri="{FF2B5EF4-FFF2-40B4-BE49-F238E27FC236}">
                    <a16:creationId xmlns:a16="http://schemas.microsoft.com/office/drawing/2014/main" id="{99EC8429-F058-20FB-887F-0604224D8185}"/>
                  </a:ext>
                </a:extLst>
              </p:cNvPr>
              <p:cNvSpPr/>
              <p:nvPr/>
            </p:nvSpPr>
            <p:spPr bwMode="gray">
              <a:xfrm>
                <a:off x="3006639" y="3441636"/>
                <a:ext cx="2011651" cy="454572"/>
              </a:xfrm>
              <a:prstGeom prst="rect">
                <a:avLst/>
              </a:prstGeom>
              <a:solidFill>
                <a:schemeClr val="bg1">
                  <a:lumMod val="95000"/>
                </a:schemeClr>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buFont typeface="Wingdings 2" pitchFamily="18" charset="2"/>
                  <a:buNone/>
                </a:pPr>
                <a:r>
                  <a:rPr lang="en-US" sz="1000"/>
                  <a:t>Dependencies and Complexities </a:t>
                </a:r>
              </a:p>
            </p:txBody>
          </p:sp>
          <p:sp>
            <p:nvSpPr>
              <p:cNvPr id="63" name="Rectangle 62">
                <a:extLst>
                  <a:ext uri="{FF2B5EF4-FFF2-40B4-BE49-F238E27FC236}">
                    <a16:creationId xmlns:a16="http://schemas.microsoft.com/office/drawing/2014/main" id="{800B76DE-A50F-2611-6FFE-3830C8F4F4C7}"/>
                  </a:ext>
                </a:extLst>
              </p:cNvPr>
              <p:cNvSpPr/>
              <p:nvPr/>
            </p:nvSpPr>
            <p:spPr bwMode="gray">
              <a:xfrm>
                <a:off x="3006639" y="4004919"/>
                <a:ext cx="2011651" cy="454572"/>
              </a:xfrm>
              <a:prstGeom prst="rect">
                <a:avLst/>
              </a:prstGeom>
              <a:solidFill>
                <a:schemeClr val="bg1">
                  <a:lumMod val="95000"/>
                </a:schemeClr>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buFont typeface="Wingdings 2" pitchFamily="18" charset="2"/>
                  <a:buNone/>
                </a:pPr>
                <a:r>
                  <a:rPr lang="en-US" sz="1000"/>
                  <a:t>Architecture &amp; Tech BOM </a:t>
                </a:r>
              </a:p>
            </p:txBody>
          </p:sp>
          <p:sp>
            <p:nvSpPr>
              <p:cNvPr id="64" name="Rectangle 63">
                <a:extLst>
                  <a:ext uri="{FF2B5EF4-FFF2-40B4-BE49-F238E27FC236}">
                    <a16:creationId xmlns:a16="http://schemas.microsoft.com/office/drawing/2014/main" id="{8FAE5C7D-4916-08C4-F0D3-93E686D6FFB1}"/>
                  </a:ext>
                </a:extLst>
              </p:cNvPr>
              <p:cNvSpPr/>
              <p:nvPr/>
            </p:nvSpPr>
            <p:spPr bwMode="gray">
              <a:xfrm>
                <a:off x="3006639" y="4568202"/>
                <a:ext cx="2011651" cy="454572"/>
              </a:xfrm>
              <a:prstGeom prst="rect">
                <a:avLst/>
              </a:prstGeom>
              <a:solidFill>
                <a:schemeClr val="bg1">
                  <a:lumMod val="95000"/>
                </a:schemeClr>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buFont typeface="Wingdings 2" pitchFamily="18" charset="2"/>
                  <a:buNone/>
                </a:pPr>
                <a:r>
                  <a:rPr lang="en-US" sz="1000"/>
                  <a:t>Technical Debt </a:t>
                </a:r>
              </a:p>
            </p:txBody>
          </p:sp>
          <p:sp>
            <p:nvSpPr>
              <p:cNvPr id="65" name="Rectangle 64">
                <a:extLst>
                  <a:ext uri="{FF2B5EF4-FFF2-40B4-BE49-F238E27FC236}">
                    <a16:creationId xmlns:a16="http://schemas.microsoft.com/office/drawing/2014/main" id="{11D1C9BE-923C-4AEE-8C5A-35B2ABB48327}"/>
                  </a:ext>
                </a:extLst>
              </p:cNvPr>
              <p:cNvSpPr/>
              <p:nvPr/>
            </p:nvSpPr>
            <p:spPr bwMode="gray">
              <a:xfrm>
                <a:off x="3006639" y="5131485"/>
                <a:ext cx="2011651" cy="454572"/>
              </a:xfrm>
              <a:prstGeom prst="rect">
                <a:avLst/>
              </a:prstGeom>
              <a:solidFill>
                <a:schemeClr val="bg1">
                  <a:lumMod val="95000"/>
                </a:schemeClr>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buFont typeface="Wingdings 2" pitchFamily="18" charset="2"/>
                  <a:buNone/>
                </a:pPr>
                <a:r>
                  <a:rPr lang="en-US" sz="1000"/>
                  <a:t>Accelerator Efficiencies </a:t>
                </a:r>
              </a:p>
            </p:txBody>
          </p:sp>
          <p:sp>
            <p:nvSpPr>
              <p:cNvPr id="66" name="Rectangle 65">
                <a:extLst>
                  <a:ext uri="{FF2B5EF4-FFF2-40B4-BE49-F238E27FC236}">
                    <a16:creationId xmlns:a16="http://schemas.microsoft.com/office/drawing/2014/main" id="{9C463435-C3CA-D2D2-29D3-FCCF21E2ECDB}"/>
                  </a:ext>
                </a:extLst>
              </p:cNvPr>
              <p:cNvSpPr/>
              <p:nvPr/>
            </p:nvSpPr>
            <p:spPr bwMode="gray">
              <a:xfrm>
                <a:off x="3006639" y="5694768"/>
                <a:ext cx="2011651" cy="454572"/>
              </a:xfrm>
              <a:prstGeom prst="rect">
                <a:avLst/>
              </a:prstGeom>
              <a:solidFill>
                <a:schemeClr val="bg1">
                  <a:lumMod val="95000"/>
                </a:schemeClr>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buFont typeface="Wingdings 2" pitchFamily="18" charset="2"/>
                  <a:buNone/>
                </a:pPr>
                <a:r>
                  <a:rPr lang="en-US" sz="1000"/>
                  <a:t>Non-functional Requirements </a:t>
                </a:r>
              </a:p>
            </p:txBody>
          </p:sp>
        </p:grpSp>
      </p:grpSp>
      <p:grpSp>
        <p:nvGrpSpPr>
          <p:cNvPr id="46" name="Group 45">
            <a:extLst>
              <a:ext uri="{FF2B5EF4-FFF2-40B4-BE49-F238E27FC236}">
                <a16:creationId xmlns:a16="http://schemas.microsoft.com/office/drawing/2014/main" id="{9DC6A910-CB49-44DC-F720-0F710F3A2FB2}"/>
              </a:ext>
            </a:extLst>
          </p:cNvPr>
          <p:cNvGrpSpPr/>
          <p:nvPr/>
        </p:nvGrpSpPr>
        <p:grpSpPr>
          <a:xfrm>
            <a:off x="5383331" y="1459534"/>
            <a:ext cx="3882053" cy="4839666"/>
            <a:chOff x="5383331" y="1459534"/>
            <a:chExt cx="3882053" cy="4839666"/>
          </a:xfrm>
        </p:grpSpPr>
        <p:sp>
          <p:nvSpPr>
            <p:cNvPr id="17" name="Rectangle 16">
              <a:extLst>
                <a:ext uri="{FF2B5EF4-FFF2-40B4-BE49-F238E27FC236}">
                  <a16:creationId xmlns:a16="http://schemas.microsoft.com/office/drawing/2014/main" id="{30FC5ACA-BC57-38AF-E728-E867618B87A4}"/>
                </a:ext>
              </a:extLst>
            </p:cNvPr>
            <p:cNvSpPr/>
            <p:nvPr/>
          </p:nvSpPr>
          <p:spPr bwMode="gray">
            <a:xfrm>
              <a:off x="5383331" y="1459534"/>
              <a:ext cx="3882053" cy="186590"/>
            </a:xfrm>
            <a:prstGeom prst="rect">
              <a:avLst/>
            </a:prstGeom>
            <a:noFill/>
            <a:ln w="1905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a:buFont typeface="Wingdings 2" pitchFamily="18" charset="2"/>
                <a:buNone/>
              </a:pPr>
              <a:r>
                <a:rPr lang="en-US" sz="1200" b="1" dirty="0"/>
                <a:t>Accelerators</a:t>
              </a:r>
            </a:p>
          </p:txBody>
        </p:sp>
        <p:sp>
          <p:nvSpPr>
            <p:cNvPr id="86" name="Rectangle 85">
              <a:extLst>
                <a:ext uri="{FF2B5EF4-FFF2-40B4-BE49-F238E27FC236}">
                  <a16:creationId xmlns:a16="http://schemas.microsoft.com/office/drawing/2014/main" id="{C56E5667-0D1C-3512-B9AF-62A2CE449981}"/>
                </a:ext>
              </a:extLst>
            </p:cNvPr>
            <p:cNvSpPr/>
            <p:nvPr/>
          </p:nvSpPr>
          <p:spPr bwMode="gray">
            <a:xfrm>
              <a:off x="5383331" y="1712191"/>
              <a:ext cx="1962125" cy="301156"/>
            </a:xfrm>
            <a:prstGeom prst="rect">
              <a:avLst/>
            </a:prstGeom>
            <a:solidFill>
              <a:srgbClr val="012169"/>
            </a:solidFill>
            <a:ln w="19050" algn="ctr">
              <a:solidFill>
                <a:srgbClr val="012169"/>
              </a:solid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buFont typeface="Wingdings 2" pitchFamily="18" charset="2"/>
                <a:buNone/>
              </a:pPr>
              <a:r>
                <a:rPr lang="en-US" sz="1000" b="1">
                  <a:solidFill>
                    <a:schemeClr val="bg1"/>
                  </a:solidFill>
                </a:rPr>
                <a:t>Purpose</a:t>
              </a:r>
            </a:p>
          </p:txBody>
        </p:sp>
        <p:sp>
          <p:nvSpPr>
            <p:cNvPr id="87" name="Rectangle 86">
              <a:extLst>
                <a:ext uri="{FF2B5EF4-FFF2-40B4-BE49-F238E27FC236}">
                  <a16:creationId xmlns:a16="http://schemas.microsoft.com/office/drawing/2014/main" id="{F11A2D37-6773-37EA-DD86-58CE1FF7DA61}"/>
                </a:ext>
              </a:extLst>
            </p:cNvPr>
            <p:cNvSpPr/>
            <p:nvPr/>
          </p:nvSpPr>
          <p:spPr bwMode="gray">
            <a:xfrm>
              <a:off x="7463222" y="1712191"/>
              <a:ext cx="1802162" cy="301156"/>
            </a:xfrm>
            <a:prstGeom prst="rect">
              <a:avLst/>
            </a:prstGeom>
            <a:solidFill>
              <a:srgbClr val="012169"/>
            </a:solidFill>
            <a:ln w="19050" algn="ctr">
              <a:solidFill>
                <a:srgbClr val="012169"/>
              </a:solid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buFont typeface="Wingdings 2" pitchFamily="18" charset="2"/>
                <a:buNone/>
              </a:pPr>
              <a:r>
                <a:rPr lang="en-US" sz="1000" b="1" dirty="0">
                  <a:solidFill>
                    <a:schemeClr val="bg1"/>
                  </a:solidFill>
                </a:rPr>
                <a:t>Accelerators</a:t>
              </a:r>
            </a:p>
          </p:txBody>
        </p:sp>
        <p:sp>
          <p:nvSpPr>
            <p:cNvPr id="88" name="Rectangle 87">
              <a:extLst>
                <a:ext uri="{FF2B5EF4-FFF2-40B4-BE49-F238E27FC236}">
                  <a16:creationId xmlns:a16="http://schemas.microsoft.com/office/drawing/2014/main" id="{376A6BC6-C087-8F55-D9B2-7F0B7B7F1E1E}"/>
                </a:ext>
              </a:extLst>
            </p:cNvPr>
            <p:cNvSpPr/>
            <p:nvPr/>
          </p:nvSpPr>
          <p:spPr bwMode="gray">
            <a:xfrm>
              <a:off x="5383331" y="1712190"/>
              <a:ext cx="3882052" cy="4587010"/>
            </a:xfrm>
            <a:prstGeom prst="rect">
              <a:avLst/>
            </a:prstGeom>
            <a:noFill/>
            <a:ln w="19050" algn="ctr">
              <a:solidFill>
                <a:srgbClr val="012169"/>
              </a:solid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buFont typeface="Wingdings 2" pitchFamily="18" charset="2"/>
                <a:buNone/>
              </a:pPr>
              <a:endParaRPr lang="en-US" sz="1000" b="1">
                <a:solidFill>
                  <a:schemeClr val="bg1"/>
                </a:solidFill>
              </a:endParaRPr>
            </a:p>
          </p:txBody>
        </p:sp>
        <p:sp>
          <p:nvSpPr>
            <p:cNvPr id="95" name="Rectangle 94">
              <a:extLst>
                <a:ext uri="{FF2B5EF4-FFF2-40B4-BE49-F238E27FC236}">
                  <a16:creationId xmlns:a16="http://schemas.microsoft.com/office/drawing/2014/main" id="{410207B8-0BE2-D131-4FB4-E17B0D61D40E}"/>
                </a:ext>
              </a:extLst>
            </p:cNvPr>
            <p:cNvSpPr/>
            <p:nvPr/>
          </p:nvSpPr>
          <p:spPr bwMode="gray">
            <a:xfrm>
              <a:off x="5465064" y="5168296"/>
              <a:ext cx="1872000" cy="1046122"/>
            </a:xfrm>
            <a:prstGeom prst="rect">
              <a:avLst/>
            </a:prstGeom>
            <a:noFill/>
            <a:ln w="9525" algn="ctr">
              <a:solidFill>
                <a:schemeClr val="bg1">
                  <a:lumMod val="85000"/>
                </a:schemeClr>
              </a:solid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buFont typeface="Wingdings 2" pitchFamily="18" charset="2"/>
                <a:buNone/>
              </a:pPr>
              <a:r>
                <a:rPr lang="en-US" sz="1000"/>
                <a:t>Convert SnowSQL code to DBT </a:t>
              </a:r>
            </a:p>
          </p:txBody>
        </p:sp>
        <p:sp>
          <p:nvSpPr>
            <p:cNvPr id="91" name="Rectangle 90">
              <a:extLst>
                <a:ext uri="{FF2B5EF4-FFF2-40B4-BE49-F238E27FC236}">
                  <a16:creationId xmlns:a16="http://schemas.microsoft.com/office/drawing/2014/main" id="{7E5BCA59-FF5C-4E75-EE5D-C9659AEA1ABD}"/>
                </a:ext>
              </a:extLst>
            </p:cNvPr>
            <p:cNvSpPr/>
            <p:nvPr/>
          </p:nvSpPr>
          <p:spPr bwMode="gray">
            <a:xfrm>
              <a:off x="5465064" y="3309604"/>
              <a:ext cx="1872000" cy="426556"/>
            </a:xfrm>
            <a:prstGeom prst="rect">
              <a:avLst/>
            </a:prstGeom>
            <a:noFill/>
            <a:ln w="9525" algn="ctr">
              <a:solidFill>
                <a:schemeClr val="bg1">
                  <a:lumMod val="85000"/>
                </a:schemeClr>
              </a:solid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buFont typeface="Wingdings 2" pitchFamily="18" charset="2"/>
                <a:buNone/>
              </a:pPr>
              <a:r>
                <a:rPr lang="en-US" sz="1000"/>
                <a:t>Convert Teradata Code to SnowSQL </a:t>
              </a:r>
            </a:p>
          </p:txBody>
        </p:sp>
        <p:sp>
          <p:nvSpPr>
            <p:cNvPr id="93" name="Rectangle 92">
              <a:extLst>
                <a:ext uri="{FF2B5EF4-FFF2-40B4-BE49-F238E27FC236}">
                  <a16:creationId xmlns:a16="http://schemas.microsoft.com/office/drawing/2014/main" id="{1D8D4F95-E2EB-E375-A2F7-4032396A3908}"/>
                </a:ext>
              </a:extLst>
            </p:cNvPr>
            <p:cNvSpPr/>
            <p:nvPr/>
          </p:nvSpPr>
          <p:spPr bwMode="gray">
            <a:xfrm>
              <a:off x="5465064" y="4548732"/>
              <a:ext cx="1872000" cy="426556"/>
            </a:xfrm>
            <a:prstGeom prst="rect">
              <a:avLst/>
            </a:prstGeom>
            <a:noFill/>
            <a:ln w="9525" algn="ctr">
              <a:solidFill>
                <a:schemeClr val="bg1">
                  <a:lumMod val="85000"/>
                </a:schemeClr>
              </a:solid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buFont typeface="Wingdings 2" pitchFamily="18" charset="2"/>
                <a:buNone/>
              </a:pPr>
              <a:r>
                <a:rPr lang="en-US" sz="1000"/>
                <a:t>Historical Data Migration </a:t>
              </a:r>
            </a:p>
          </p:txBody>
        </p:sp>
        <p:sp>
          <p:nvSpPr>
            <p:cNvPr id="89" name="Rectangle 88">
              <a:extLst>
                <a:ext uri="{FF2B5EF4-FFF2-40B4-BE49-F238E27FC236}">
                  <a16:creationId xmlns:a16="http://schemas.microsoft.com/office/drawing/2014/main" id="{C069BE24-145E-5F4F-20F9-B26CBFF89E30}"/>
                </a:ext>
              </a:extLst>
            </p:cNvPr>
            <p:cNvSpPr/>
            <p:nvPr/>
          </p:nvSpPr>
          <p:spPr bwMode="gray">
            <a:xfrm>
              <a:off x="5465064" y="2070476"/>
              <a:ext cx="1872000" cy="426556"/>
            </a:xfrm>
            <a:prstGeom prst="rect">
              <a:avLst/>
            </a:prstGeom>
            <a:noFill/>
            <a:ln w="9525" algn="ctr">
              <a:solidFill>
                <a:schemeClr val="bg1">
                  <a:lumMod val="85000"/>
                </a:schemeClr>
              </a:solid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buFont typeface="Wingdings 2" pitchFamily="18" charset="2"/>
                <a:buNone/>
              </a:pPr>
              <a:r>
                <a:rPr lang="it-IT" sz="1000"/>
                <a:t>Separate Informatica XML &amp; DB native code </a:t>
              </a:r>
            </a:p>
          </p:txBody>
        </p:sp>
        <p:sp>
          <p:nvSpPr>
            <p:cNvPr id="90" name="Rectangle 89">
              <a:extLst>
                <a:ext uri="{FF2B5EF4-FFF2-40B4-BE49-F238E27FC236}">
                  <a16:creationId xmlns:a16="http://schemas.microsoft.com/office/drawing/2014/main" id="{DC96F51E-27DB-4327-2B38-AB40C97F7167}"/>
                </a:ext>
              </a:extLst>
            </p:cNvPr>
            <p:cNvSpPr/>
            <p:nvPr/>
          </p:nvSpPr>
          <p:spPr bwMode="gray">
            <a:xfrm>
              <a:off x="5465064" y="2690040"/>
              <a:ext cx="1872000" cy="426556"/>
            </a:xfrm>
            <a:prstGeom prst="rect">
              <a:avLst/>
            </a:prstGeom>
            <a:noFill/>
            <a:ln w="9525" algn="ctr">
              <a:solidFill>
                <a:schemeClr val="bg1">
                  <a:lumMod val="85000"/>
                </a:schemeClr>
              </a:solid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buFont typeface="Wingdings 2" pitchFamily="18" charset="2"/>
                <a:buNone/>
              </a:pPr>
              <a:r>
                <a:rPr lang="en-US" sz="1000"/>
                <a:t>Convert INFA XML code to SnowSQL </a:t>
              </a:r>
            </a:p>
          </p:txBody>
        </p:sp>
        <p:sp>
          <p:nvSpPr>
            <p:cNvPr id="92" name="Rectangle 91">
              <a:extLst>
                <a:ext uri="{FF2B5EF4-FFF2-40B4-BE49-F238E27FC236}">
                  <a16:creationId xmlns:a16="http://schemas.microsoft.com/office/drawing/2014/main" id="{12766BEC-E402-2BDB-75D6-B5C8ECCD4F0F}"/>
                </a:ext>
              </a:extLst>
            </p:cNvPr>
            <p:cNvSpPr/>
            <p:nvPr/>
          </p:nvSpPr>
          <p:spPr bwMode="gray">
            <a:xfrm>
              <a:off x="5465064" y="3929168"/>
              <a:ext cx="1872000" cy="426556"/>
            </a:xfrm>
            <a:prstGeom prst="rect">
              <a:avLst/>
            </a:prstGeom>
            <a:noFill/>
            <a:ln w="9525" algn="ctr">
              <a:solidFill>
                <a:schemeClr val="bg1">
                  <a:lumMod val="85000"/>
                </a:schemeClr>
              </a:solid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buFont typeface="Wingdings 2" pitchFamily="18" charset="2"/>
                <a:buNone/>
              </a:pPr>
              <a:r>
                <a:rPr lang="en-US" sz="1000" dirty="0"/>
                <a:t>Orchestrate accelerators to reduce manual intervention </a:t>
              </a:r>
            </a:p>
          </p:txBody>
        </p:sp>
        <p:sp>
          <p:nvSpPr>
            <p:cNvPr id="98" name="Rectangle 97">
              <a:extLst>
                <a:ext uri="{FF2B5EF4-FFF2-40B4-BE49-F238E27FC236}">
                  <a16:creationId xmlns:a16="http://schemas.microsoft.com/office/drawing/2014/main" id="{C45A0547-CE5D-3917-9319-7D9013C8E876}"/>
                </a:ext>
              </a:extLst>
            </p:cNvPr>
            <p:cNvSpPr/>
            <p:nvPr/>
          </p:nvSpPr>
          <p:spPr bwMode="gray">
            <a:xfrm>
              <a:off x="7463222" y="3309604"/>
              <a:ext cx="1714306" cy="426556"/>
            </a:xfrm>
            <a:prstGeom prst="rect">
              <a:avLst/>
            </a:prstGeom>
            <a:noFill/>
            <a:ln w="9525" algn="ctr">
              <a:solidFill>
                <a:schemeClr val="bg1">
                  <a:lumMod val="85000"/>
                </a:schemeClr>
              </a:solid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marL="381000"/>
              <a:r>
                <a:rPr lang="en-US" sz="1000" b="1"/>
                <a:t>SnowConvert AI</a:t>
              </a:r>
            </a:p>
          </p:txBody>
        </p:sp>
        <p:pic>
          <p:nvPicPr>
            <p:cNvPr id="118" name="Picture 2" descr="Snowflake logo in transparent PNG and vectorized SVG formats">
              <a:extLst>
                <a:ext uri="{FF2B5EF4-FFF2-40B4-BE49-F238E27FC236}">
                  <a16:creationId xmlns:a16="http://schemas.microsoft.com/office/drawing/2014/main" id="{416CAD3A-4C3E-7756-C662-98FC129D50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41715" y="3393513"/>
              <a:ext cx="259756" cy="258738"/>
            </a:xfrm>
            <a:prstGeom prst="rect">
              <a:avLst/>
            </a:prstGeom>
            <a:noFill/>
            <a:extLst>
              <a:ext uri="{909E8E84-426E-40DD-AFC4-6F175D3DCCD1}">
                <a14:hiddenFill xmlns:a14="http://schemas.microsoft.com/office/drawing/2010/main">
                  <a:solidFill>
                    <a:srgbClr val="FFFFFF"/>
                  </a:solidFill>
                </a14:hiddenFill>
              </a:ext>
            </a:extLst>
          </p:spPr>
        </p:pic>
        <p:sp>
          <p:nvSpPr>
            <p:cNvPr id="100" name="Rectangle 99">
              <a:extLst>
                <a:ext uri="{FF2B5EF4-FFF2-40B4-BE49-F238E27FC236}">
                  <a16:creationId xmlns:a16="http://schemas.microsoft.com/office/drawing/2014/main" id="{CA4F6F70-F95B-ABA5-7BB3-5D23B1095B69}"/>
                </a:ext>
              </a:extLst>
            </p:cNvPr>
            <p:cNvSpPr/>
            <p:nvPr/>
          </p:nvSpPr>
          <p:spPr bwMode="gray">
            <a:xfrm>
              <a:off x="7463222" y="4548732"/>
              <a:ext cx="1714306" cy="426556"/>
            </a:xfrm>
            <a:prstGeom prst="rect">
              <a:avLst/>
            </a:prstGeom>
            <a:noFill/>
            <a:ln w="9525" algn="ctr">
              <a:solidFill>
                <a:schemeClr val="bg1">
                  <a:lumMod val="85000"/>
                </a:schemeClr>
              </a:solid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marL="381000">
                <a:buFont typeface="Wingdings 2" pitchFamily="18" charset="2"/>
                <a:buNone/>
              </a:pPr>
              <a:r>
                <a:rPr lang="en-US" sz="1000" b="1"/>
                <a:t>CCI</a:t>
              </a:r>
            </a:p>
          </p:txBody>
        </p:sp>
        <p:pic>
          <p:nvPicPr>
            <p:cNvPr id="119" name="Picture 4" descr="Cisco - Wikipedia">
              <a:extLst>
                <a:ext uri="{FF2B5EF4-FFF2-40B4-BE49-F238E27FC236}">
                  <a16:creationId xmlns:a16="http://schemas.microsoft.com/office/drawing/2014/main" id="{44E7D5DC-3A1B-EB38-A278-B44DF254FA0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08336" y="4660336"/>
              <a:ext cx="384884" cy="203348"/>
            </a:xfrm>
            <a:prstGeom prst="rect">
              <a:avLst/>
            </a:prstGeom>
            <a:noFill/>
            <a:extLst>
              <a:ext uri="{909E8E84-426E-40DD-AFC4-6F175D3DCCD1}">
                <a14:hiddenFill xmlns:a14="http://schemas.microsoft.com/office/drawing/2010/main">
                  <a:solidFill>
                    <a:srgbClr val="FFFFFF"/>
                  </a:solidFill>
                </a14:hiddenFill>
              </a:ext>
            </a:extLst>
          </p:spPr>
        </p:pic>
        <p:sp>
          <p:nvSpPr>
            <p:cNvPr id="96" name="Rectangle 95">
              <a:extLst>
                <a:ext uri="{FF2B5EF4-FFF2-40B4-BE49-F238E27FC236}">
                  <a16:creationId xmlns:a16="http://schemas.microsoft.com/office/drawing/2014/main" id="{03BC0D3A-3BF4-3937-1DD3-EF8669F07104}"/>
                </a:ext>
              </a:extLst>
            </p:cNvPr>
            <p:cNvSpPr/>
            <p:nvPr/>
          </p:nvSpPr>
          <p:spPr bwMode="gray">
            <a:xfrm>
              <a:off x="7463222" y="2070476"/>
              <a:ext cx="1714306" cy="426556"/>
            </a:xfrm>
            <a:prstGeom prst="rect">
              <a:avLst/>
            </a:prstGeom>
            <a:solidFill>
              <a:schemeClr val="bg1">
                <a:lumMod val="95000"/>
              </a:schemeClr>
            </a:solidFill>
            <a:ln w="9525" algn="ctr">
              <a:solidFill>
                <a:schemeClr val="bg1">
                  <a:lumMod val="85000"/>
                </a:schemeClr>
              </a:solid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marL="381000"/>
              <a:r>
                <a:rPr lang="en-US" sz="1000" b="1"/>
                <a:t>Informatica Parser</a:t>
              </a:r>
            </a:p>
          </p:txBody>
        </p:sp>
        <p:grpSp>
          <p:nvGrpSpPr>
            <p:cNvPr id="120" name="Group 119">
              <a:extLst>
                <a:ext uri="{FF2B5EF4-FFF2-40B4-BE49-F238E27FC236}">
                  <a16:creationId xmlns:a16="http://schemas.microsoft.com/office/drawing/2014/main" id="{0D29F274-5DFC-2BBD-84C9-46B3D71E9BFD}"/>
                </a:ext>
              </a:extLst>
            </p:cNvPr>
            <p:cNvGrpSpPr/>
            <p:nvPr/>
          </p:nvGrpSpPr>
          <p:grpSpPr>
            <a:xfrm>
              <a:off x="7541360" y="2161076"/>
              <a:ext cx="245356" cy="245356"/>
              <a:chOff x="12770671" y="633694"/>
              <a:chExt cx="226365" cy="226365"/>
            </a:xfrm>
          </p:grpSpPr>
          <p:sp>
            <p:nvSpPr>
              <p:cNvPr id="121" name="Rectangle 120">
                <a:extLst>
                  <a:ext uri="{FF2B5EF4-FFF2-40B4-BE49-F238E27FC236}">
                    <a16:creationId xmlns:a16="http://schemas.microsoft.com/office/drawing/2014/main" id="{F27552C4-81BD-60A0-58F0-150C81800E29}"/>
                  </a:ext>
                </a:extLst>
              </p:cNvPr>
              <p:cNvSpPr/>
              <p:nvPr/>
            </p:nvSpPr>
            <p:spPr bwMode="gray">
              <a:xfrm>
                <a:off x="12770671" y="633694"/>
                <a:ext cx="226365" cy="226365"/>
              </a:xfrm>
              <a:prstGeom prst="rect">
                <a:avLst/>
              </a:prstGeom>
              <a:solidFill>
                <a:schemeClr val="tx1"/>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buFont typeface="Wingdings 2" pitchFamily="18" charset="2"/>
                  <a:buNone/>
                </a:pPr>
                <a:endParaRPr lang="en-US" sz="1600" b="1">
                  <a:solidFill>
                    <a:schemeClr val="bg1"/>
                  </a:solidFill>
                </a:endParaRPr>
              </a:p>
            </p:txBody>
          </p:sp>
          <p:sp>
            <p:nvSpPr>
              <p:cNvPr id="122" name="Oval 121">
                <a:extLst>
                  <a:ext uri="{FF2B5EF4-FFF2-40B4-BE49-F238E27FC236}">
                    <a16:creationId xmlns:a16="http://schemas.microsoft.com/office/drawing/2014/main" id="{04C0D1E4-E180-01F2-8C6A-5C67B30AA656}"/>
                  </a:ext>
                </a:extLst>
              </p:cNvPr>
              <p:cNvSpPr/>
              <p:nvPr/>
            </p:nvSpPr>
            <p:spPr bwMode="gray">
              <a:xfrm>
                <a:off x="12806648" y="669690"/>
                <a:ext cx="154373" cy="154373"/>
              </a:xfrm>
              <a:prstGeom prst="ellipse">
                <a:avLst/>
              </a:prstGeom>
              <a:solidFill>
                <a:schemeClr val="accent1"/>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buFont typeface="Wingdings 2" pitchFamily="18" charset="2"/>
                  <a:buNone/>
                </a:pPr>
                <a:endParaRPr lang="en-US" sz="1600" b="1">
                  <a:solidFill>
                    <a:schemeClr val="bg1"/>
                  </a:solidFill>
                </a:endParaRPr>
              </a:p>
            </p:txBody>
          </p:sp>
        </p:grpSp>
        <p:sp>
          <p:nvSpPr>
            <p:cNvPr id="97" name="Rectangle 96">
              <a:extLst>
                <a:ext uri="{FF2B5EF4-FFF2-40B4-BE49-F238E27FC236}">
                  <a16:creationId xmlns:a16="http://schemas.microsoft.com/office/drawing/2014/main" id="{F6FC4B6C-E3EE-F8E9-CB40-1AD6E70436CC}"/>
                </a:ext>
              </a:extLst>
            </p:cNvPr>
            <p:cNvSpPr/>
            <p:nvPr/>
          </p:nvSpPr>
          <p:spPr bwMode="gray">
            <a:xfrm>
              <a:off x="7463222" y="2690040"/>
              <a:ext cx="1714306" cy="426556"/>
            </a:xfrm>
            <a:prstGeom prst="rect">
              <a:avLst/>
            </a:prstGeom>
            <a:noFill/>
            <a:ln w="9525" algn="ctr">
              <a:solidFill>
                <a:schemeClr val="bg1">
                  <a:lumMod val="85000"/>
                </a:schemeClr>
              </a:solid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marL="381000">
                <a:buFont typeface="Wingdings 2" pitchFamily="18" charset="2"/>
                <a:buNone/>
              </a:pPr>
              <a:r>
                <a:rPr lang="en-US" sz="1000" b="1"/>
                <a:t>ETL Code Converter</a:t>
              </a:r>
            </a:p>
          </p:txBody>
        </p:sp>
        <p:grpSp>
          <p:nvGrpSpPr>
            <p:cNvPr id="123" name="Group 122">
              <a:extLst>
                <a:ext uri="{FF2B5EF4-FFF2-40B4-BE49-F238E27FC236}">
                  <a16:creationId xmlns:a16="http://schemas.microsoft.com/office/drawing/2014/main" id="{59FC9917-828D-93EB-9FBE-3E3639C6960A}"/>
                </a:ext>
              </a:extLst>
            </p:cNvPr>
            <p:cNvGrpSpPr/>
            <p:nvPr/>
          </p:nvGrpSpPr>
          <p:grpSpPr>
            <a:xfrm>
              <a:off x="7541360" y="2780640"/>
              <a:ext cx="245356" cy="245356"/>
              <a:chOff x="12770671" y="633694"/>
              <a:chExt cx="226365" cy="226365"/>
            </a:xfrm>
          </p:grpSpPr>
          <p:sp>
            <p:nvSpPr>
              <p:cNvPr id="124" name="Rectangle 123">
                <a:extLst>
                  <a:ext uri="{FF2B5EF4-FFF2-40B4-BE49-F238E27FC236}">
                    <a16:creationId xmlns:a16="http://schemas.microsoft.com/office/drawing/2014/main" id="{151B67A1-0804-DB0F-F64C-D0DDDD8AB7AA}"/>
                  </a:ext>
                </a:extLst>
              </p:cNvPr>
              <p:cNvSpPr/>
              <p:nvPr/>
            </p:nvSpPr>
            <p:spPr bwMode="gray">
              <a:xfrm>
                <a:off x="12770671" y="633694"/>
                <a:ext cx="226365" cy="226365"/>
              </a:xfrm>
              <a:prstGeom prst="rect">
                <a:avLst/>
              </a:prstGeom>
              <a:solidFill>
                <a:schemeClr val="tx1"/>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buFont typeface="Wingdings 2" pitchFamily="18" charset="2"/>
                  <a:buNone/>
                </a:pPr>
                <a:endParaRPr lang="en-US" sz="1600" b="1">
                  <a:solidFill>
                    <a:schemeClr val="bg1"/>
                  </a:solidFill>
                </a:endParaRPr>
              </a:p>
            </p:txBody>
          </p:sp>
          <p:sp>
            <p:nvSpPr>
              <p:cNvPr id="125" name="Oval 124">
                <a:extLst>
                  <a:ext uri="{FF2B5EF4-FFF2-40B4-BE49-F238E27FC236}">
                    <a16:creationId xmlns:a16="http://schemas.microsoft.com/office/drawing/2014/main" id="{E3F438B0-8850-3241-D7B1-B0388738861D}"/>
                  </a:ext>
                </a:extLst>
              </p:cNvPr>
              <p:cNvSpPr/>
              <p:nvPr/>
            </p:nvSpPr>
            <p:spPr bwMode="gray">
              <a:xfrm>
                <a:off x="12806648" y="669690"/>
                <a:ext cx="154373" cy="154373"/>
              </a:xfrm>
              <a:prstGeom prst="ellipse">
                <a:avLst/>
              </a:prstGeom>
              <a:solidFill>
                <a:schemeClr val="accent1"/>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buFont typeface="Wingdings 2" pitchFamily="18" charset="2"/>
                  <a:buNone/>
                </a:pPr>
                <a:endParaRPr lang="en-US" sz="1600" b="1">
                  <a:solidFill>
                    <a:schemeClr val="bg1"/>
                  </a:solidFill>
                </a:endParaRPr>
              </a:p>
            </p:txBody>
          </p:sp>
        </p:grpSp>
        <p:sp>
          <p:nvSpPr>
            <p:cNvPr id="99" name="Rectangle 98">
              <a:extLst>
                <a:ext uri="{FF2B5EF4-FFF2-40B4-BE49-F238E27FC236}">
                  <a16:creationId xmlns:a16="http://schemas.microsoft.com/office/drawing/2014/main" id="{E0BAE0D6-4479-FBE4-26BF-3E80CA7580EF}"/>
                </a:ext>
              </a:extLst>
            </p:cNvPr>
            <p:cNvSpPr/>
            <p:nvPr/>
          </p:nvSpPr>
          <p:spPr bwMode="gray">
            <a:xfrm>
              <a:off x="7463222" y="3929168"/>
              <a:ext cx="1714306" cy="426556"/>
            </a:xfrm>
            <a:prstGeom prst="rect">
              <a:avLst/>
            </a:prstGeom>
            <a:solidFill>
              <a:schemeClr val="bg1">
                <a:lumMod val="95000"/>
              </a:schemeClr>
            </a:solidFill>
            <a:ln w="9525" algn="ctr">
              <a:solidFill>
                <a:schemeClr val="bg1">
                  <a:lumMod val="85000"/>
                </a:schemeClr>
              </a:solid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marL="381000"/>
              <a:r>
                <a:rPr lang="en-US" sz="1000" b="1"/>
                <a:t>Orchestration Agent</a:t>
              </a:r>
            </a:p>
          </p:txBody>
        </p:sp>
        <p:grpSp>
          <p:nvGrpSpPr>
            <p:cNvPr id="126" name="Group 125">
              <a:extLst>
                <a:ext uri="{FF2B5EF4-FFF2-40B4-BE49-F238E27FC236}">
                  <a16:creationId xmlns:a16="http://schemas.microsoft.com/office/drawing/2014/main" id="{53260E22-B31B-3C8E-724A-F2FE99A61B9D}"/>
                </a:ext>
              </a:extLst>
            </p:cNvPr>
            <p:cNvGrpSpPr/>
            <p:nvPr/>
          </p:nvGrpSpPr>
          <p:grpSpPr>
            <a:xfrm>
              <a:off x="7541360" y="4019768"/>
              <a:ext cx="245356" cy="245356"/>
              <a:chOff x="12770671" y="633694"/>
              <a:chExt cx="226365" cy="226365"/>
            </a:xfrm>
          </p:grpSpPr>
          <p:sp>
            <p:nvSpPr>
              <p:cNvPr id="127" name="Rectangle 126">
                <a:extLst>
                  <a:ext uri="{FF2B5EF4-FFF2-40B4-BE49-F238E27FC236}">
                    <a16:creationId xmlns:a16="http://schemas.microsoft.com/office/drawing/2014/main" id="{67AC78B9-6B9E-BF51-784F-65E7DA4EEFC7}"/>
                  </a:ext>
                </a:extLst>
              </p:cNvPr>
              <p:cNvSpPr/>
              <p:nvPr/>
            </p:nvSpPr>
            <p:spPr bwMode="gray">
              <a:xfrm>
                <a:off x="12770671" y="633694"/>
                <a:ext cx="226365" cy="226365"/>
              </a:xfrm>
              <a:prstGeom prst="rect">
                <a:avLst/>
              </a:prstGeom>
              <a:solidFill>
                <a:schemeClr val="tx1"/>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buFont typeface="Wingdings 2" pitchFamily="18" charset="2"/>
                  <a:buNone/>
                </a:pPr>
                <a:endParaRPr lang="en-US" sz="1600" b="1">
                  <a:solidFill>
                    <a:schemeClr val="bg1"/>
                  </a:solidFill>
                </a:endParaRPr>
              </a:p>
            </p:txBody>
          </p:sp>
          <p:sp>
            <p:nvSpPr>
              <p:cNvPr id="128" name="Oval 127">
                <a:extLst>
                  <a:ext uri="{FF2B5EF4-FFF2-40B4-BE49-F238E27FC236}">
                    <a16:creationId xmlns:a16="http://schemas.microsoft.com/office/drawing/2014/main" id="{AA77FB32-07E0-9997-E94F-E29494013889}"/>
                  </a:ext>
                </a:extLst>
              </p:cNvPr>
              <p:cNvSpPr/>
              <p:nvPr/>
            </p:nvSpPr>
            <p:spPr bwMode="gray">
              <a:xfrm>
                <a:off x="12806648" y="669690"/>
                <a:ext cx="154373" cy="154373"/>
              </a:xfrm>
              <a:prstGeom prst="ellipse">
                <a:avLst/>
              </a:prstGeom>
              <a:solidFill>
                <a:schemeClr val="accent1"/>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buFont typeface="Wingdings 2" pitchFamily="18" charset="2"/>
                  <a:buNone/>
                </a:pPr>
                <a:endParaRPr lang="en-US" sz="1600" b="1">
                  <a:solidFill>
                    <a:schemeClr val="bg1"/>
                  </a:solidFill>
                </a:endParaRPr>
              </a:p>
            </p:txBody>
          </p:sp>
        </p:grpSp>
        <p:sp>
          <p:nvSpPr>
            <p:cNvPr id="102" name="Rectangle 101">
              <a:extLst>
                <a:ext uri="{FF2B5EF4-FFF2-40B4-BE49-F238E27FC236}">
                  <a16:creationId xmlns:a16="http://schemas.microsoft.com/office/drawing/2014/main" id="{B4F0B272-56C8-A1A8-C6B0-5B2F59F84704}"/>
                </a:ext>
              </a:extLst>
            </p:cNvPr>
            <p:cNvSpPr/>
            <p:nvPr/>
          </p:nvSpPr>
          <p:spPr bwMode="gray">
            <a:xfrm>
              <a:off x="7463222" y="5168296"/>
              <a:ext cx="1714306" cy="426556"/>
            </a:xfrm>
            <a:prstGeom prst="rect">
              <a:avLst/>
            </a:prstGeom>
            <a:noFill/>
            <a:ln w="9525" algn="ctr">
              <a:solidFill>
                <a:schemeClr val="bg1">
                  <a:lumMod val="85000"/>
                </a:schemeClr>
              </a:solid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marL="381000">
                <a:buFont typeface="Wingdings 2" pitchFamily="18" charset="2"/>
                <a:buNone/>
              </a:pPr>
              <a:r>
                <a:rPr lang="en-US" sz="1000" b="1"/>
                <a:t>DBT Code Converter v1</a:t>
              </a:r>
            </a:p>
          </p:txBody>
        </p:sp>
        <p:grpSp>
          <p:nvGrpSpPr>
            <p:cNvPr id="132" name="Group 131">
              <a:extLst>
                <a:ext uri="{FF2B5EF4-FFF2-40B4-BE49-F238E27FC236}">
                  <a16:creationId xmlns:a16="http://schemas.microsoft.com/office/drawing/2014/main" id="{FFED1C2F-92E7-7EF5-A359-6A6BC8766447}"/>
                </a:ext>
              </a:extLst>
            </p:cNvPr>
            <p:cNvGrpSpPr/>
            <p:nvPr/>
          </p:nvGrpSpPr>
          <p:grpSpPr>
            <a:xfrm>
              <a:off x="7541361" y="5258899"/>
              <a:ext cx="245356" cy="245356"/>
              <a:chOff x="12770671" y="633694"/>
              <a:chExt cx="226365" cy="226365"/>
            </a:xfrm>
          </p:grpSpPr>
          <p:sp>
            <p:nvSpPr>
              <p:cNvPr id="133" name="Rectangle 132">
                <a:extLst>
                  <a:ext uri="{FF2B5EF4-FFF2-40B4-BE49-F238E27FC236}">
                    <a16:creationId xmlns:a16="http://schemas.microsoft.com/office/drawing/2014/main" id="{C46713D2-9693-EFDD-B4C4-AC13D74B0C90}"/>
                  </a:ext>
                </a:extLst>
              </p:cNvPr>
              <p:cNvSpPr/>
              <p:nvPr/>
            </p:nvSpPr>
            <p:spPr bwMode="gray">
              <a:xfrm>
                <a:off x="12770671" y="633694"/>
                <a:ext cx="226365" cy="226365"/>
              </a:xfrm>
              <a:prstGeom prst="rect">
                <a:avLst/>
              </a:prstGeom>
              <a:solidFill>
                <a:schemeClr val="tx1"/>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buFont typeface="Wingdings 2" pitchFamily="18" charset="2"/>
                  <a:buNone/>
                </a:pPr>
                <a:endParaRPr lang="en-US" sz="1600" b="1">
                  <a:solidFill>
                    <a:schemeClr val="bg1"/>
                  </a:solidFill>
                </a:endParaRPr>
              </a:p>
            </p:txBody>
          </p:sp>
          <p:sp>
            <p:nvSpPr>
              <p:cNvPr id="134" name="Oval 133">
                <a:extLst>
                  <a:ext uri="{FF2B5EF4-FFF2-40B4-BE49-F238E27FC236}">
                    <a16:creationId xmlns:a16="http://schemas.microsoft.com/office/drawing/2014/main" id="{1225313C-11CB-2388-36AB-0E2927934FBB}"/>
                  </a:ext>
                </a:extLst>
              </p:cNvPr>
              <p:cNvSpPr/>
              <p:nvPr/>
            </p:nvSpPr>
            <p:spPr bwMode="gray">
              <a:xfrm>
                <a:off x="12806648" y="669690"/>
                <a:ext cx="154373" cy="154373"/>
              </a:xfrm>
              <a:prstGeom prst="ellipse">
                <a:avLst/>
              </a:prstGeom>
              <a:solidFill>
                <a:schemeClr val="accent1"/>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buFont typeface="Wingdings 2" pitchFamily="18" charset="2"/>
                  <a:buNone/>
                </a:pPr>
                <a:endParaRPr lang="en-US" sz="1600" b="1">
                  <a:solidFill>
                    <a:schemeClr val="bg1"/>
                  </a:solidFill>
                </a:endParaRPr>
              </a:p>
            </p:txBody>
          </p:sp>
        </p:grpSp>
        <p:sp>
          <p:nvSpPr>
            <p:cNvPr id="103" name="Rectangle 102">
              <a:extLst>
                <a:ext uri="{FF2B5EF4-FFF2-40B4-BE49-F238E27FC236}">
                  <a16:creationId xmlns:a16="http://schemas.microsoft.com/office/drawing/2014/main" id="{3E96284C-F60A-F7AD-CE6B-B802C2D4C0CE}"/>
                </a:ext>
              </a:extLst>
            </p:cNvPr>
            <p:cNvSpPr/>
            <p:nvPr/>
          </p:nvSpPr>
          <p:spPr bwMode="gray">
            <a:xfrm>
              <a:off x="7463222" y="5787862"/>
              <a:ext cx="1714306" cy="426556"/>
            </a:xfrm>
            <a:prstGeom prst="rect">
              <a:avLst/>
            </a:prstGeom>
            <a:solidFill>
              <a:schemeClr val="bg1">
                <a:lumMod val="95000"/>
              </a:schemeClr>
            </a:solidFill>
            <a:ln w="9525" algn="ctr">
              <a:solidFill>
                <a:schemeClr val="bg1">
                  <a:lumMod val="85000"/>
                </a:schemeClr>
              </a:solid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marL="381000">
                <a:buFont typeface="Wingdings 2" pitchFamily="18" charset="2"/>
                <a:buNone/>
              </a:pPr>
              <a:r>
                <a:rPr lang="en-US" sz="1000" b="1"/>
                <a:t>DBT Code Converter v2</a:t>
              </a:r>
            </a:p>
          </p:txBody>
        </p:sp>
        <p:grpSp>
          <p:nvGrpSpPr>
            <p:cNvPr id="135" name="Group 134">
              <a:extLst>
                <a:ext uri="{FF2B5EF4-FFF2-40B4-BE49-F238E27FC236}">
                  <a16:creationId xmlns:a16="http://schemas.microsoft.com/office/drawing/2014/main" id="{34863652-3149-D336-8EE9-5D5E0B0BDEB9}"/>
                </a:ext>
              </a:extLst>
            </p:cNvPr>
            <p:cNvGrpSpPr/>
            <p:nvPr/>
          </p:nvGrpSpPr>
          <p:grpSpPr>
            <a:xfrm>
              <a:off x="7541361" y="5878465"/>
              <a:ext cx="245356" cy="245356"/>
              <a:chOff x="12770671" y="633694"/>
              <a:chExt cx="226365" cy="226365"/>
            </a:xfrm>
          </p:grpSpPr>
          <p:sp>
            <p:nvSpPr>
              <p:cNvPr id="136" name="Rectangle 135">
                <a:extLst>
                  <a:ext uri="{FF2B5EF4-FFF2-40B4-BE49-F238E27FC236}">
                    <a16:creationId xmlns:a16="http://schemas.microsoft.com/office/drawing/2014/main" id="{19589DE2-9ED5-D438-D6DD-6E96CB7B01E7}"/>
                  </a:ext>
                </a:extLst>
              </p:cNvPr>
              <p:cNvSpPr/>
              <p:nvPr/>
            </p:nvSpPr>
            <p:spPr bwMode="gray">
              <a:xfrm>
                <a:off x="12770671" y="633694"/>
                <a:ext cx="226365" cy="226365"/>
              </a:xfrm>
              <a:prstGeom prst="rect">
                <a:avLst/>
              </a:prstGeom>
              <a:solidFill>
                <a:schemeClr val="tx1"/>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buFont typeface="Wingdings 2" pitchFamily="18" charset="2"/>
                  <a:buNone/>
                </a:pPr>
                <a:endParaRPr lang="en-US" sz="1600" b="1">
                  <a:solidFill>
                    <a:schemeClr val="bg1"/>
                  </a:solidFill>
                </a:endParaRPr>
              </a:p>
            </p:txBody>
          </p:sp>
          <p:sp>
            <p:nvSpPr>
              <p:cNvPr id="137" name="Oval 136">
                <a:extLst>
                  <a:ext uri="{FF2B5EF4-FFF2-40B4-BE49-F238E27FC236}">
                    <a16:creationId xmlns:a16="http://schemas.microsoft.com/office/drawing/2014/main" id="{0B7B81F4-E156-4C94-CFE7-60B2FC995114}"/>
                  </a:ext>
                </a:extLst>
              </p:cNvPr>
              <p:cNvSpPr/>
              <p:nvPr/>
            </p:nvSpPr>
            <p:spPr bwMode="gray">
              <a:xfrm>
                <a:off x="12806648" y="669690"/>
                <a:ext cx="154373" cy="154373"/>
              </a:xfrm>
              <a:prstGeom prst="ellipse">
                <a:avLst/>
              </a:prstGeom>
              <a:solidFill>
                <a:schemeClr val="accent1"/>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buFont typeface="Wingdings 2" pitchFamily="18" charset="2"/>
                  <a:buNone/>
                </a:pPr>
                <a:endParaRPr lang="en-US" sz="1600" b="1">
                  <a:solidFill>
                    <a:schemeClr val="bg1"/>
                  </a:solidFill>
                </a:endParaRPr>
              </a:p>
            </p:txBody>
          </p:sp>
        </p:grpSp>
      </p:grpSp>
      <p:grpSp>
        <p:nvGrpSpPr>
          <p:cNvPr id="44" name="Group 43">
            <a:extLst>
              <a:ext uri="{FF2B5EF4-FFF2-40B4-BE49-F238E27FC236}">
                <a16:creationId xmlns:a16="http://schemas.microsoft.com/office/drawing/2014/main" id="{9C858E27-F17A-84A2-86E1-2D93D33715F0}"/>
              </a:ext>
            </a:extLst>
          </p:cNvPr>
          <p:cNvGrpSpPr/>
          <p:nvPr/>
        </p:nvGrpSpPr>
        <p:grpSpPr>
          <a:xfrm>
            <a:off x="469899" y="1459534"/>
            <a:ext cx="2171699" cy="4839666"/>
            <a:chOff x="469899" y="1459534"/>
            <a:chExt cx="2171699" cy="4839666"/>
          </a:xfrm>
        </p:grpSpPr>
        <p:sp>
          <p:nvSpPr>
            <p:cNvPr id="6" name="Rectangle 5">
              <a:extLst>
                <a:ext uri="{FF2B5EF4-FFF2-40B4-BE49-F238E27FC236}">
                  <a16:creationId xmlns:a16="http://schemas.microsoft.com/office/drawing/2014/main" id="{4C30FE90-3376-59A2-D165-3C43AAEF3BA9}"/>
                </a:ext>
              </a:extLst>
            </p:cNvPr>
            <p:cNvSpPr/>
            <p:nvPr/>
          </p:nvSpPr>
          <p:spPr bwMode="gray">
            <a:xfrm>
              <a:off x="469899" y="1459534"/>
              <a:ext cx="2171699" cy="186590"/>
            </a:xfrm>
            <a:prstGeom prst="rect">
              <a:avLst/>
            </a:prstGeom>
            <a:noFill/>
            <a:ln w="1905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a:buFont typeface="Wingdings 2" pitchFamily="18" charset="2"/>
                <a:buNone/>
              </a:pPr>
              <a:r>
                <a:rPr lang="en-US" sz="1200" b="1"/>
                <a:t>Input</a:t>
              </a:r>
            </a:p>
          </p:txBody>
        </p:sp>
        <p:sp>
          <p:nvSpPr>
            <p:cNvPr id="67" name="Rectangle 66">
              <a:extLst>
                <a:ext uri="{FF2B5EF4-FFF2-40B4-BE49-F238E27FC236}">
                  <a16:creationId xmlns:a16="http://schemas.microsoft.com/office/drawing/2014/main" id="{6DFB26E7-B9D8-EDB2-8694-DC4A431C88C5}"/>
                </a:ext>
              </a:extLst>
            </p:cNvPr>
            <p:cNvSpPr/>
            <p:nvPr/>
          </p:nvSpPr>
          <p:spPr bwMode="gray">
            <a:xfrm>
              <a:off x="469899" y="1712191"/>
              <a:ext cx="2171699" cy="301156"/>
            </a:xfrm>
            <a:prstGeom prst="rect">
              <a:avLst/>
            </a:prstGeom>
            <a:solidFill>
              <a:srgbClr val="012169"/>
            </a:solidFill>
            <a:ln w="19050" algn="ctr">
              <a:solidFill>
                <a:srgbClr val="012169"/>
              </a:solid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buFont typeface="Wingdings 2" pitchFamily="18" charset="2"/>
                <a:buNone/>
              </a:pPr>
              <a:r>
                <a:rPr lang="en-US" sz="1000" b="1">
                  <a:solidFill>
                    <a:schemeClr val="bg1"/>
                  </a:solidFill>
                </a:rPr>
                <a:t>MVP environment</a:t>
              </a:r>
            </a:p>
          </p:txBody>
        </p:sp>
        <p:sp>
          <p:nvSpPr>
            <p:cNvPr id="68" name="Rectangle 67">
              <a:extLst>
                <a:ext uri="{FF2B5EF4-FFF2-40B4-BE49-F238E27FC236}">
                  <a16:creationId xmlns:a16="http://schemas.microsoft.com/office/drawing/2014/main" id="{49554D8A-F88B-8844-E91F-7B9317774CFE}"/>
                </a:ext>
              </a:extLst>
            </p:cNvPr>
            <p:cNvSpPr/>
            <p:nvPr/>
          </p:nvSpPr>
          <p:spPr bwMode="gray">
            <a:xfrm>
              <a:off x="469899" y="1712190"/>
              <a:ext cx="2171699" cy="1189435"/>
            </a:xfrm>
            <a:prstGeom prst="rect">
              <a:avLst/>
            </a:prstGeom>
            <a:noFill/>
            <a:ln w="19050" algn="ctr">
              <a:solidFill>
                <a:srgbClr val="012169"/>
              </a:solid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buFont typeface="Wingdings 2" pitchFamily="18" charset="2"/>
                <a:buNone/>
              </a:pPr>
              <a:endParaRPr lang="en-US" sz="1000" b="1">
                <a:solidFill>
                  <a:schemeClr val="bg1"/>
                </a:solidFill>
              </a:endParaRPr>
            </a:p>
          </p:txBody>
        </p:sp>
        <p:sp>
          <p:nvSpPr>
            <p:cNvPr id="69" name="Rectangle 68">
              <a:extLst>
                <a:ext uri="{FF2B5EF4-FFF2-40B4-BE49-F238E27FC236}">
                  <a16:creationId xmlns:a16="http://schemas.microsoft.com/office/drawing/2014/main" id="{89D41725-5D54-13B2-161A-A96F75792081}"/>
                </a:ext>
              </a:extLst>
            </p:cNvPr>
            <p:cNvSpPr/>
            <p:nvPr/>
          </p:nvSpPr>
          <p:spPr bwMode="gray">
            <a:xfrm>
              <a:off x="549923" y="2070476"/>
              <a:ext cx="2011651" cy="216085"/>
            </a:xfrm>
            <a:prstGeom prst="rect">
              <a:avLst/>
            </a:prstGeom>
            <a:solidFill>
              <a:schemeClr val="accent1"/>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buFont typeface="Wingdings 2" pitchFamily="18" charset="2"/>
                <a:buNone/>
              </a:pPr>
              <a:r>
                <a:rPr lang="en-US" sz="1000" dirty="0">
                  <a:solidFill>
                    <a:schemeClr val="bg1"/>
                  </a:solidFill>
                </a:rPr>
                <a:t>Accelerators</a:t>
              </a:r>
            </a:p>
          </p:txBody>
        </p:sp>
        <p:sp>
          <p:nvSpPr>
            <p:cNvPr id="70" name="Rectangle 69">
              <a:extLst>
                <a:ext uri="{FF2B5EF4-FFF2-40B4-BE49-F238E27FC236}">
                  <a16:creationId xmlns:a16="http://schemas.microsoft.com/office/drawing/2014/main" id="{4ACC47D2-D72F-1AE6-16BD-D3BE397BC987}"/>
                </a:ext>
              </a:extLst>
            </p:cNvPr>
            <p:cNvSpPr/>
            <p:nvPr/>
          </p:nvSpPr>
          <p:spPr bwMode="gray">
            <a:xfrm>
              <a:off x="549923" y="2343690"/>
              <a:ext cx="2011651" cy="216085"/>
            </a:xfrm>
            <a:prstGeom prst="rect">
              <a:avLst/>
            </a:prstGeom>
            <a:solidFill>
              <a:srgbClr val="00A3E0"/>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buFont typeface="Wingdings 2" pitchFamily="18" charset="2"/>
                <a:buNone/>
              </a:pPr>
              <a:r>
                <a:rPr lang="en-US" sz="1000">
                  <a:solidFill>
                    <a:schemeClr val="bg1"/>
                  </a:solidFill>
                </a:rPr>
                <a:t>Instantiated Architecture</a:t>
              </a:r>
            </a:p>
          </p:txBody>
        </p:sp>
        <p:sp>
          <p:nvSpPr>
            <p:cNvPr id="71" name="Rectangle 70">
              <a:extLst>
                <a:ext uri="{FF2B5EF4-FFF2-40B4-BE49-F238E27FC236}">
                  <a16:creationId xmlns:a16="http://schemas.microsoft.com/office/drawing/2014/main" id="{AE2C6F48-A314-8E1F-87D0-56D86E3BC3C3}"/>
                </a:ext>
              </a:extLst>
            </p:cNvPr>
            <p:cNvSpPr/>
            <p:nvPr/>
          </p:nvSpPr>
          <p:spPr bwMode="gray">
            <a:xfrm>
              <a:off x="549923" y="2616904"/>
              <a:ext cx="2011651" cy="216085"/>
            </a:xfrm>
            <a:prstGeom prst="rect">
              <a:avLst/>
            </a:prstGeom>
            <a:solidFill>
              <a:srgbClr val="00A3E0"/>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buFont typeface="Wingdings 2" pitchFamily="18" charset="2"/>
                <a:buNone/>
              </a:pPr>
              <a:r>
                <a:rPr lang="en-US" sz="1000">
                  <a:solidFill>
                    <a:schemeClr val="bg1"/>
                  </a:solidFill>
                </a:rPr>
                <a:t>Developer Access Provisioned</a:t>
              </a:r>
            </a:p>
          </p:txBody>
        </p:sp>
        <p:sp>
          <p:nvSpPr>
            <p:cNvPr id="73" name="Rectangle 72">
              <a:extLst>
                <a:ext uri="{FF2B5EF4-FFF2-40B4-BE49-F238E27FC236}">
                  <a16:creationId xmlns:a16="http://schemas.microsoft.com/office/drawing/2014/main" id="{4F9923F0-5E6B-BA5C-91A4-848211838F70}"/>
                </a:ext>
              </a:extLst>
            </p:cNvPr>
            <p:cNvSpPr/>
            <p:nvPr/>
          </p:nvSpPr>
          <p:spPr bwMode="gray">
            <a:xfrm>
              <a:off x="469899" y="3795562"/>
              <a:ext cx="2171699" cy="1502288"/>
            </a:xfrm>
            <a:prstGeom prst="rect">
              <a:avLst/>
            </a:prstGeom>
            <a:noFill/>
            <a:ln w="19050" algn="ctr">
              <a:solidFill>
                <a:srgbClr val="012169"/>
              </a:solid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buFont typeface="Wingdings 2" pitchFamily="18" charset="2"/>
                <a:buNone/>
              </a:pPr>
              <a:endParaRPr lang="en-US" sz="1000" b="1">
                <a:solidFill>
                  <a:schemeClr val="bg1"/>
                </a:solidFill>
              </a:endParaRPr>
            </a:p>
          </p:txBody>
        </p:sp>
        <p:sp>
          <p:nvSpPr>
            <p:cNvPr id="74" name="Rectangle 73">
              <a:extLst>
                <a:ext uri="{FF2B5EF4-FFF2-40B4-BE49-F238E27FC236}">
                  <a16:creationId xmlns:a16="http://schemas.microsoft.com/office/drawing/2014/main" id="{37009E1D-74D9-07CE-E4B7-66E6DAEC221B}"/>
                </a:ext>
              </a:extLst>
            </p:cNvPr>
            <p:cNvSpPr/>
            <p:nvPr/>
          </p:nvSpPr>
          <p:spPr bwMode="gray">
            <a:xfrm>
              <a:off x="469899" y="3795562"/>
              <a:ext cx="2171699" cy="301156"/>
            </a:xfrm>
            <a:prstGeom prst="rect">
              <a:avLst/>
            </a:prstGeom>
            <a:solidFill>
              <a:srgbClr val="012169"/>
            </a:solidFill>
            <a:ln w="19050" algn="ctr">
              <a:solidFill>
                <a:srgbClr val="012169"/>
              </a:solid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buFont typeface="Wingdings 2" pitchFamily="18" charset="2"/>
                <a:buNone/>
              </a:pPr>
              <a:r>
                <a:rPr lang="en-US" sz="1000" b="1">
                  <a:solidFill>
                    <a:schemeClr val="bg1"/>
                  </a:solidFill>
                </a:rPr>
                <a:t>MVP scope</a:t>
              </a:r>
            </a:p>
          </p:txBody>
        </p:sp>
        <p:sp>
          <p:nvSpPr>
            <p:cNvPr id="75" name="Rectangle 74">
              <a:extLst>
                <a:ext uri="{FF2B5EF4-FFF2-40B4-BE49-F238E27FC236}">
                  <a16:creationId xmlns:a16="http://schemas.microsoft.com/office/drawing/2014/main" id="{6562DB27-526C-D296-BA19-46338FD2B958}"/>
                </a:ext>
              </a:extLst>
            </p:cNvPr>
            <p:cNvSpPr/>
            <p:nvPr/>
          </p:nvSpPr>
          <p:spPr bwMode="gray">
            <a:xfrm>
              <a:off x="549923" y="4174395"/>
              <a:ext cx="2011651" cy="216085"/>
            </a:xfrm>
            <a:prstGeom prst="rect">
              <a:avLst/>
            </a:prstGeom>
            <a:solidFill>
              <a:srgbClr val="00A3E0"/>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buFont typeface="Wingdings 2" pitchFamily="18" charset="2"/>
                <a:buNone/>
              </a:pPr>
              <a:r>
                <a:rPr lang="en-US" sz="1000">
                  <a:solidFill>
                    <a:schemeClr val="bg1"/>
                  </a:solidFill>
                </a:rPr>
                <a:t>Database Objects</a:t>
              </a:r>
            </a:p>
          </p:txBody>
        </p:sp>
        <p:sp>
          <p:nvSpPr>
            <p:cNvPr id="76" name="Rectangle 75">
              <a:extLst>
                <a:ext uri="{FF2B5EF4-FFF2-40B4-BE49-F238E27FC236}">
                  <a16:creationId xmlns:a16="http://schemas.microsoft.com/office/drawing/2014/main" id="{0192976F-7758-9827-12B8-7D0F3EA0BD0A}"/>
                </a:ext>
              </a:extLst>
            </p:cNvPr>
            <p:cNvSpPr/>
            <p:nvPr/>
          </p:nvSpPr>
          <p:spPr bwMode="gray">
            <a:xfrm>
              <a:off x="549923" y="4457769"/>
              <a:ext cx="2011651" cy="216085"/>
            </a:xfrm>
            <a:prstGeom prst="rect">
              <a:avLst/>
            </a:prstGeom>
            <a:solidFill>
              <a:srgbClr val="00A3E0"/>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buFont typeface="Wingdings 2" pitchFamily="18" charset="2"/>
                <a:buNone/>
              </a:pPr>
              <a:r>
                <a:rPr lang="en-US" sz="1000">
                  <a:solidFill>
                    <a:schemeClr val="bg1"/>
                  </a:solidFill>
                </a:rPr>
                <a:t>ETL Objects</a:t>
              </a:r>
            </a:p>
          </p:txBody>
        </p:sp>
        <p:sp>
          <p:nvSpPr>
            <p:cNvPr id="77" name="Rectangle 76">
              <a:extLst>
                <a:ext uri="{FF2B5EF4-FFF2-40B4-BE49-F238E27FC236}">
                  <a16:creationId xmlns:a16="http://schemas.microsoft.com/office/drawing/2014/main" id="{B2115555-EB48-1098-43B6-1BAC5FE7D123}"/>
                </a:ext>
              </a:extLst>
            </p:cNvPr>
            <p:cNvSpPr/>
            <p:nvPr/>
          </p:nvSpPr>
          <p:spPr bwMode="gray">
            <a:xfrm>
              <a:off x="549923" y="4741143"/>
              <a:ext cx="2011651" cy="216085"/>
            </a:xfrm>
            <a:prstGeom prst="rect">
              <a:avLst/>
            </a:prstGeom>
            <a:solidFill>
              <a:srgbClr val="00A3E0"/>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buFont typeface="Wingdings 2" pitchFamily="18" charset="2"/>
                <a:buNone/>
              </a:pPr>
              <a:r>
                <a:rPr lang="en-US" sz="1000">
                  <a:solidFill>
                    <a:schemeClr val="bg1"/>
                  </a:solidFill>
                </a:rPr>
                <a:t>Reporting Objects</a:t>
              </a:r>
            </a:p>
          </p:txBody>
        </p:sp>
        <p:sp>
          <p:nvSpPr>
            <p:cNvPr id="78" name="Rectangle 77">
              <a:extLst>
                <a:ext uri="{FF2B5EF4-FFF2-40B4-BE49-F238E27FC236}">
                  <a16:creationId xmlns:a16="http://schemas.microsoft.com/office/drawing/2014/main" id="{75ECBC11-D7D0-8574-41ED-907D45ADD17C}"/>
                </a:ext>
              </a:extLst>
            </p:cNvPr>
            <p:cNvSpPr/>
            <p:nvPr/>
          </p:nvSpPr>
          <p:spPr bwMode="gray">
            <a:xfrm>
              <a:off x="549923" y="5024517"/>
              <a:ext cx="2011651" cy="216085"/>
            </a:xfrm>
            <a:prstGeom prst="rect">
              <a:avLst/>
            </a:prstGeom>
            <a:solidFill>
              <a:srgbClr val="00A3E0"/>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buFont typeface="Wingdings 2" pitchFamily="18" charset="2"/>
                <a:buNone/>
              </a:pPr>
              <a:r>
                <a:rPr lang="en-US" sz="1000">
                  <a:solidFill>
                    <a:schemeClr val="bg1"/>
                  </a:solidFill>
                </a:rPr>
                <a:t>Job Orchestration</a:t>
              </a:r>
            </a:p>
          </p:txBody>
        </p:sp>
        <p:sp>
          <p:nvSpPr>
            <p:cNvPr id="81" name="Rectangle 80">
              <a:extLst>
                <a:ext uri="{FF2B5EF4-FFF2-40B4-BE49-F238E27FC236}">
                  <a16:creationId xmlns:a16="http://schemas.microsoft.com/office/drawing/2014/main" id="{F2FA2B20-18E2-615B-752A-6D63DEEFACCC}"/>
                </a:ext>
              </a:extLst>
            </p:cNvPr>
            <p:cNvSpPr/>
            <p:nvPr/>
          </p:nvSpPr>
          <p:spPr bwMode="gray">
            <a:xfrm>
              <a:off x="469899" y="5361582"/>
              <a:ext cx="2171699" cy="301156"/>
            </a:xfrm>
            <a:prstGeom prst="rect">
              <a:avLst/>
            </a:prstGeom>
            <a:solidFill>
              <a:srgbClr val="012169"/>
            </a:solidFill>
            <a:ln w="19050" algn="ctr">
              <a:solidFill>
                <a:srgbClr val="012169"/>
              </a:solid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buFont typeface="Wingdings 2" pitchFamily="18" charset="2"/>
                <a:buNone/>
              </a:pPr>
              <a:r>
                <a:rPr lang="en-US" sz="1000" b="1">
                  <a:solidFill>
                    <a:schemeClr val="bg1"/>
                  </a:solidFill>
                </a:rPr>
                <a:t>Roadmap and Estimation</a:t>
              </a:r>
            </a:p>
          </p:txBody>
        </p:sp>
        <p:sp>
          <p:nvSpPr>
            <p:cNvPr id="82" name="Rectangle 81">
              <a:extLst>
                <a:ext uri="{FF2B5EF4-FFF2-40B4-BE49-F238E27FC236}">
                  <a16:creationId xmlns:a16="http://schemas.microsoft.com/office/drawing/2014/main" id="{4F0F92F2-8F97-2D59-D2FC-D7BEF873694D}"/>
                </a:ext>
              </a:extLst>
            </p:cNvPr>
            <p:cNvSpPr/>
            <p:nvPr/>
          </p:nvSpPr>
          <p:spPr bwMode="gray">
            <a:xfrm>
              <a:off x="469899" y="5361582"/>
              <a:ext cx="2171699" cy="937618"/>
            </a:xfrm>
            <a:prstGeom prst="rect">
              <a:avLst/>
            </a:prstGeom>
            <a:noFill/>
            <a:ln w="19050" algn="ctr">
              <a:solidFill>
                <a:srgbClr val="012169"/>
              </a:solid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buFont typeface="Wingdings 2" pitchFamily="18" charset="2"/>
                <a:buNone/>
              </a:pPr>
              <a:endParaRPr lang="en-US" sz="1000" b="1">
                <a:solidFill>
                  <a:schemeClr val="bg1"/>
                </a:solidFill>
              </a:endParaRPr>
            </a:p>
          </p:txBody>
        </p:sp>
        <p:grpSp>
          <p:nvGrpSpPr>
            <p:cNvPr id="83" name="Group 82">
              <a:extLst>
                <a:ext uri="{FF2B5EF4-FFF2-40B4-BE49-F238E27FC236}">
                  <a16:creationId xmlns:a16="http://schemas.microsoft.com/office/drawing/2014/main" id="{1D362D63-D871-C6D4-5865-7AF49BFBCF89}"/>
                </a:ext>
              </a:extLst>
            </p:cNvPr>
            <p:cNvGrpSpPr/>
            <p:nvPr/>
          </p:nvGrpSpPr>
          <p:grpSpPr>
            <a:xfrm>
              <a:off x="549923" y="5725123"/>
              <a:ext cx="2011651" cy="489295"/>
              <a:chOff x="549923" y="5245972"/>
              <a:chExt cx="2011651" cy="489295"/>
            </a:xfrm>
          </p:grpSpPr>
          <p:sp>
            <p:nvSpPr>
              <p:cNvPr id="84" name="Rectangle 83">
                <a:extLst>
                  <a:ext uri="{FF2B5EF4-FFF2-40B4-BE49-F238E27FC236}">
                    <a16:creationId xmlns:a16="http://schemas.microsoft.com/office/drawing/2014/main" id="{4B3A3854-6F35-B5DE-B078-DA8FAB65B628}"/>
                  </a:ext>
                </a:extLst>
              </p:cNvPr>
              <p:cNvSpPr/>
              <p:nvPr/>
            </p:nvSpPr>
            <p:spPr bwMode="gray">
              <a:xfrm>
                <a:off x="549923" y="5245972"/>
                <a:ext cx="2011651" cy="216085"/>
              </a:xfrm>
              <a:prstGeom prst="rect">
                <a:avLst/>
              </a:prstGeom>
              <a:solidFill>
                <a:schemeClr val="accent1"/>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r>
                  <a:rPr lang="en-US" sz="1000">
                    <a:solidFill>
                      <a:schemeClr val="bg1"/>
                    </a:solidFill>
                  </a:rPr>
                  <a:t>Effort Estimation</a:t>
                </a:r>
              </a:p>
            </p:txBody>
          </p:sp>
          <p:sp>
            <p:nvSpPr>
              <p:cNvPr id="85" name="Rectangle 84">
                <a:extLst>
                  <a:ext uri="{FF2B5EF4-FFF2-40B4-BE49-F238E27FC236}">
                    <a16:creationId xmlns:a16="http://schemas.microsoft.com/office/drawing/2014/main" id="{EBAE4657-BE90-53F1-D3B6-0AF6361D1472}"/>
                  </a:ext>
                </a:extLst>
              </p:cNvPr>
              <p:cNvSpPr/>
              <p:nvPr/>
            </p:nvSpPr>
            <p:spPr bwMode="gray">
              <a:xfrm>
                <a:off x="549923" y="5519182"/>
                <a:ext cx="2011651" cy="216085"/>
              </a:xfrm>
              <a:prstGeom prst="rect">
                <a:avLst/>
              </a:prstGeom>
              <a:solidFill>
                <a:schemeClr val="accent1"/>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r>
                  <a:rPr lang="en-US" sz="1000">
                    <a:solidFill>
                      <a:schemeClr val="bg1"/>
                    </a:solidFill>
                  </a:rPr>
                  <a:t>Roadmap</a:t>
                </a:r>
              </a:p>
            </p:txBody>
          </p:sp>
        </p:grpSp>
        <p:sp>
          <p:nvSpPr>
            <p:cNvPr id="141" name="Rectangle 140">
              <a:extLst>
                <a:ext uri="{FF2B5EF4-FFF2-40B4-BE49-F238E27FC236}">
                  <a16:creationId xmlns:a16="http://schemas.microsoft.com/office/drawing/2014/main" id="{11448AC7-49A7-5B2B-4CF8-8001055FDB12}"/>
                </a:ext>
              </a:extLst>
            </p:cNvPr>
            <p:cNvSpPr/>
            <p:nvPr/>
          </p:nvSpPr>
          <p:spPr bwMode="gray">
            <a:xfrm>
              <a:off x="469899" y="2965357"/>
              <a:ext cx="2171699" cy="766473"/>
            </a:xfrm>
            <a:prstGeom prst="rect">
              <a:avLst/>
            </a:prstGeom>
            <a:noFill/>
            <a:ln w="19050" algn="ctr">
              <a:solidFill>
                <a:srgbClr val="012169"/>
              </a:solid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buFont typeface="Wingdings 2" pitchFamily="18" charset="2"/>
                <a:buNone/>
              </a:pPr>
              <a:endParaRPr lang="en-US" sz="1000" b="1">
                <a:solidFill>
                  <a:schemeClr val="bg1"/>
                </a:solidFill>
              </a:endParaRPr>
            </a:p>
          </p:txBody>
        </p:sp>
        <p:sp>
          <p:nvSpPr>
            <p:cNvPr id="142" name="Rectangle 141">
              <a:extLst>
                <a:ext uri="{FF2B5EF4-FFF2-40B4-BE49-F238E27FC236}">
                  <a16:creationId xmlns:a16="http://schemas.microsoft.com/office/drawing/2014/main" id="{FEB66250-5DAA-F60F-6393-D9744261532B}"/>
                </a:ext>
              </a:extLst>
            </p:cNvPr>
            <p:cNvSpPr/>
            <p:nvPr/>
          </p:nvSpPr>
          <p:spPr bwMode="gray">
            <a:xfrm>
              <a:off x="469899" y="2965357"/>
              <a:ext cx="2171699" cy="301156"/>
            </a:xfrm>
            <a:prstGeom prst="rect">
              <a:avLst/>
            </a:prstGeom>
            <a:solidFill>
              <a:srgbClr val="012169"/>
            </a:solidFill>
            <a:ln w="19050" algn="ctr">
              <a:solidFill>
                <a:srgbClr val="012169"/>
              </a:solid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buFont typeface="Wingdings 2" pitchFamily="18" charset="2"/>
                <a:buNone/>
              </a:pPr>
              <a:r>
                <a:rPr lang="en-US" sz="1000" b="1" dirty="0">
                  <a:solidFill>
                    <a:schemeClr val="bg1"/>
                  </a:solidFill>
                </a:rPr>
                <a:t>Accelerators</a:t>
              </a:r>
            </a:p>
          </p:txBody>
        </p:sp>
        <p:sp>
          <p:nvSpPr>
            <p:cNvPr id="143" name="Rectangle 142">
              <a:extLst>
                <a:ext uri="{FF2B5EF4-FFF2-40B4-BE49-F238E27FC236}">
                  <a16:creationId xmlns:a16="http://schemas.microsoft.com/office/drawing/2014/main" id="{3D15B0E8-4B27-A99F-2C76-5131D97EB1C8}"/>
                </a:ext>
              </a:extLst>
            </p:cNvPr>
            <p:cNvSpPr/>
            <p:nvPr/>
          </p:nvSpPr>
          <p:spPr bwMode="gray">
            <a:xfrm>
              <a:off x="549923" y="3333916"/>
              <a:ext cx="2011651" cy="345967"/>
            </a:xfrm>
            <a:prstGeom prst="rect">
              <a:avLst/>
            </a:prstGeom>
            <a:solidFill>
              <a:schemeClr val="accent1"/>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r>
                <a:rPr lang="en-US" sz="1000">
                  <a:solidFill>
                    <a:schemeClr val="bg1"/>
                  </a:solidFill>
                </a:rPr>
                <a:t>Projected Accelerator Efficiencies</a:t>
              </a:r>
            </a:p>
          </p:txBody>
        </p:sp>
      </p:grpSp>
      <p:grpSp>
        <p:nvGrpSpPr>
          <p:cNvPr id="3" name="Group 2">
            <a:extLst>
              <a:ext uri="{FF2B5EF4-FFF2-40B4-BE49-F238E27FC236}">
                <a16:creationId xmlns:a16="http://schemas.microsoft.com/office/drawing/2014/main" id="{D500E2E4-66EE-F748-1605-797956FDADA1}"/>
              </a:ext>
            </a:extLst>
          </p:cNvPr>
          <p:cNvGrpSpPr/>
          <p:nvPr/>
        </p:nvGrpSpPr>
        <p:grpSpPr>
          <a:xfrm>
            <a:off x="2644491" y="2206147"/>
            <a:ext cx="6915099" cy="3725004"/>
            <a:chOff x="2644491" y="2206147"/>
            <a:chExt cx="6915099" cy="3725004"/>
          </a:xfrm>
        </p:grpSpPr>
        <p:grpSp>
          <p:nvGrpSpPr>
            <p:cNvPr id="5" name="Group 4">
              <a:extLst>
                <a:ext uri="{FF2B5EF4-FFF2-40B4-BE49-F238E27FC236}">
                  <a16:creationId xmlns:a16="http://schemas.microsoft.com/office/drawing/2014/main" id="{7929E23A-E134-FFEF-0D1F-3BCCAD6C9EE3}"/>
                </a:ext>
              </a:extLst>
            </p:cNvPr>
            <p:cNvGrpSpPr/>
            <p:nvPr/>
          </p:nvGrpSpPr>
          <p:grpSpPr>
            <a:xfrm>
              <a:off x="2644491" y="2206147"/>
              <a:ext cx="281820" cy="3725004"/>
              <a:chOff x="2644491" y="2206147"/>
              <a:chExt cx="281820" cy="3725004"/>
            </a:xfrm>
          </p:grpSpPr>
          <p:sp>
            <p:nvSpPr>
              <p:cNvPr id="41" name="Arrow: Right 40">
                <a:extLst>
                  <a:ext uri="{FF2B5EF4-FFF2-40B4-BE49-F238E27FC236}">
                    <a16:creationId xmlns:a16="http://schemas.microsoft.com/office/drawing/2014/main" id="{88B6BDA6-A002-F6B7-E197-B1AA4BBCF829}"/>
                  </a:ext>
                </a:extLst>
              </p:cNvPr>
              <p:cNvSpPr/>
              <p:nvPr/>
            </p:nvSpPr>
            <p:spPr bwMode="gray">
              <a:xfrm>
                <a:off x="2644491" y="2206147"/>
                <a:ext cx="281820" cy="201520"/>
              </a:xfrm>
              <a:prstGeom prst="rightArrow">
                <a:avLst>
                  <a:gd name="adj1" fmla="val 50000"/>
                  <a:gd name="adj2" fmla="val 59926"/>
                </a:avLst>
              </a:prstGeom>
              <a:solidFill>
                <a:schemeClr val="bg1">
                  <a:lumMod val="50000"/>
                </a:schemeClr>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buFont typeface="Wingdings 2" pitchFamily="18" charset="2"/>
                  <a:buNone/>
                </a:pPr>
                <a:endParaRPr lang="en-US" sz="1600" b="1">
                  <a:solidFill>
                    <a:schemeClr val="bg1"/>
                  </a:solidFill>
                </a:endParaRPr>
              </a:p>
            </p:txBody>
          </p:sp>
          <p:sp>
            <p:nvSpPr>
              <p:cNvPr id="42" name="Arrow: Right 41">
                <a:extLst>
                  <a:ext uri="{FF2B5EF4-FFF2-40B4-BE49-F238E27FC236}">
                    <a16:creationId xmlns:a16="http://schemas.microsoft.com/office/drawing/2014/main" id="{F3B830DA-B712-C749-25E4-5E0153A4DBC5}"/>
                  </a:ext>
                </a:extLst>
              </p:cNvPr>
              <p:cNvSpPr/>
              <p:nvPr/>
            </p:nvSpPr>
            <p:spPr bwMode="gray">
              <a:xfrm>
                <a:off x="2644491" y="3904935"/>
                <a:ext cx="281820" cy="201520"/>
              </a:xfrm>
              <a:prstGeom prst="rightArrow">
                <a:avLst>
                  <a:gd name="adj1" fmla="val 50000"/>
                  <a:gd name="adj2" fmla="val 59926"/>
                </a:avLst>
              </a:prstGeom>
              <a:solidFill>
                <a:schemeClr val="bg1">
                  <a:lumMod val="50000"/>
                </a:schemeClr>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buFont typeface="Wingdings 2" pitchFamily="18" charset="2"/>
                  <a:buNone/>
                </a:pPr>
                <a:endParaRPr lang="en-US" sz="1600" b="1">
                  <a:solidFill>
                    <a:schemeClr val="bg1"/>
                  </a:solidFill>
                </a:endParaRPr>
              </a:p>
            </p:txBody>
          </p:sp>
          <p:sp>
            <p:nvSpPr>
              <p:cNvPr id="43" name="Arrow: Right 42">
                <a:extLst>
                  <a:ext uri="{FF2B5EF4-FFF2-40B4-BE49-F238E27FC236}">
                    <a16:creationId xmlns:a16="http://schemas.microsoft.com/office/drawing/2014/main" id="{D8C3AAA7-8550-60D0-D02D-208265D0E457}"/>
                  </a:ext>
                </a:extLst>
              </p:cNvPr>
              <p:cNvSpPr/>
              <p:nvPr/>
            </p:nvSpPr>
            <p:spPr bwMode="gray">
              <a:xfrm>
                <a:off x="2644491" y="5729631"/>
                <a:ext cx="281820" cy="201520"/>
              </a:xfrm>
              <a:prstGeom prst="rightArrow">
                <a:avLst>
                  <a:gd name="adj1" fmla="val 50000"/>
                  <a:gd name="adj2" fmla="val 59926"/>
                </a:avLst>
              </a:prstGeom>
              <a:solidFill>
                <a:schemeClr val="bg1">
                  <a:lumMod val="50000"/>
                </a:schemeClr>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buFont typeface="Wingdings 2" pitchFamily="18" charset="2"/>
                  <a:buNone/>
                </a:pPr>
                <a:endParaRPr lang="en-US" sz="1600" b="1">
                  <a:solidFill>
                    <a:schemeClr val="bg1"/>
                  </a:solidFill>
                </a:endParaRPr>
              </a:p>
            </p:txBody>
          </p:sp>
        </p:grpSp>
        <p:grpSp>
          <p:nvGrpSpPr>
            <p:cNvPr id="33" name="Group 32">
              <a:extLst>
                <a:ext uri="{FF2B5EF4-FFF2-40B4-BE49-F238E27FC236}">
                  <a16:creationId xmlns:a16="http://schemas.microsoft.com/office/drawing/2014/main" id="{D4C18B9F-3118-8A88-943F-959DBF28FC8C}"/>
                </a:ext>
              </a:extLst>
            </p:cNvPr>
            <p:cNvGrpSpPr/>
            <p:nvPr/>
          </p:nvGrpSpPr>
          <p:grpSpPr>
            <a:xfrm>
              <a:off x="5099912" y="2206147"/>
              <a:ext cx="281820" cy="3725004"/>
              <a:chOff x="5099912" y="2206147"/>
              <a:chExt cx="281820" cy="3725004"/>
            </a:xfrm>
          </p:grpSpPr>
          <p:sp>
            <p:nvSpPr>
              <p:cNvPr id="38" name="Arrow: Right 37">
                <a:extLst>
                  <a:ext uri="{FF2B5EF4-FFF2-40B4-BE49-F238E27FC236}">
                    <a16:creationId xmlns:a16="http://schemas.microsoft.com/office/drawing/2014/main" id="{12B6B64E-2F91-F5C6-F9E0-FA015F2A4221}"/>
                  </a:ext>
                </a:extLst>
              </p:cNvPr>
              <p:cNvSpPr/>
              <p:nvPr/>
            </p:nvSpPr>
            <p:spPr bwMode="gray">
              <a:xfrm>
                <a:off x="5099912" y="3904935"/>
                <a:ext cx="281820" cy="201520"/>
              </a:xfrm>
              <a:prstGeom prst="rightArrow">
                <a:avLst>
                  <a:gd name="adj1" fmla="val 50000"/>
                  <a:gd name="adj2" fmla="val 59926"/>
                </a:avLst>
              </a:prstGeom>
              <a:solidFill>
                <a:schemeClr val="bg1">
                  <a:lumMod val="50000"/>
                </a:schemeClr>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buFont typeface="Wingdings 2" pitchFamily="18" charset="2"/>
                  <a:buNone/>
                </a:pPr>
                <a:endParaRPr lang="en-US" sz="1600" b="1">
                  <a:solidFill>
                    <a:schemeClr val="bg1"/>
                  </a:solidFill>
                </a:endParaRPr>
              </a:p>
            </p:txBody>
          </p:sp>
          <p:sp>
            <p:nvSpPr>
              <p:cNvPr id="39" name="Arrow: Right 38">
                <a:extLst>
                  <a:ext uri="{FF2B5EF4-FFF2-40B4-BE49-F238E27FC236}">
                    <a16:creationId xmlns:a16="http://schemas.microsoft.com/office/drawing/2014/main" id="{7ACE83C0-AA33-D4F8-6094-62C9747542C2}"/>
                  </a:ext>
                </a:extLst>
              </p:cNvPr>
              <p:cNvSpPr/>
              <p:nvPr/>
            </p:nvSpPr>
            <p:spPr bwMode="gray">
              <a:xfrm>
                <a:off x="5099912" y="2206147"/>
                <a:ext cx="281820" cy="201520"/>
              </a:xfrm>
              <a:prstGeom prst="rightArrow">
                <a:avLst>
                  <a:gd name="adj1" fmla="val 50000"/>
                  <a:gd name="adj2" fmla="val 59926"/>
                </a:avLst>
              </a:prstGeom>
              <a:solidFill>
                <a:schemeClr val="bg1">
                  <a:lumMod val="50000"/>
                </a:schemeClr>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buFont typeface="Wingdings 2" pitchFamily="18" charset="2"/>
                  <a:buNone/>
                </a:pPr>
                <a:endParaRPr lang="en-US" sz="1600" b="1">
                  <a:solidFill>
                    <a:schemeClr val="bg1"/>
                  </a:solidFill>
                </a:endParaRPr>
              </a:p>
            </p:txBody>
          </p:sp>
          <p:sp>
            <p:nvSpPr>
              <p:cNvPr id="40" name="Arrow: Right 39">
                <a:extLst>
                  <a:ext uri="{FF2B5EF4-FFF2-40B4-BE49-F238E27FC236}">
                    <a16:creationId xmlns:a16="http://schemas.microsoft.com/office/drawing/2014/main" id="{4407F285-000D-2CC8-07A6-E1C47440AF88}"/>
                  </a:ext>
                </a:extLst>
              </p:cNvPr>
              <p:cNvSpPr/>
              <p:nvPr/>
            </p:nvSpPr>
            <p:spPr bwMode="gray">
              <a:xfrm>
                <a:off x="5099912" y="5729631"/>
                <a:ext cx="281820" cy="201520"/>
              </a:xfrm>
              <a:prstGeom prst="rightArrow">
                <a:avLst>
                  <a:gd name="adj1" fmla="val 50000"/>
                  <a:gd name="adj2" fmla="val 59926"/>
                </a:avLst>
              </a:prstGeom>
              <a:solidFill>
                <a:schemeClr val="bg1">
                  <a:lumMod val="50000"/>
                </a:schemeClr>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buFont typeface="Wingdings 2" pitchFamily="18" charset="2"/>
                  <a:buNone/>
                </a:pPr>
                <a:endParaRPr lang="en-US" sz="1600" b="1">
                  <a:solidFill>
                    <a:schemeClr val="bg1"/>
                  </a:solidFill>
                </a:endParaRPr>
              </a:p>
            </p:txBody>
          </p:sp>
        </p:grpSp>
        <p:grpSp>
          <p:nvGrpSpPr>
            <p:cNvPr id="34" name="Group 33">
              <a:extLst>
                <a:ext uri="{FF2B5EF4-FFF2-40B4-BE49-F238E27FC236}">
                  <a16:creationId xmlns:a16="http://schemas.microsoft.com/office/drawing/2014/main" id="{23F0F757-7D0F-8E5B-E138-9BBF5A6D24DB}"/>
                </a:ext>
              </a:extLst>
            </p:cNvPr>
            <p:cNvGrpSpPr/>
            <p:nvPr/>
          </p:nvGrpSpPr>
          <p:grpSpPr>
            <a:xfrm>
              <a:off x="9277770" y="2206147"/>
              <a:ext cx="281820" cy="3725004"/>
              <a:chOff x="5099912" y="2206147"/>
              <a:chExt cx="281820" cy="3725004"/>
            </a:xfrm>
          </p:grpSpPr>
          <p:sp>
            <p:nvSpPr>
              <p:cNvPr id="35" name="Arrow: Right 34">
                <a:extLst>
                  <a:ext uri="{FF2B5EF4-FFF2-40B4-BE49-F238E27FC236}">
                    <a16:creationId xmlns:a16="http://schemas.microsoft.com/office/drawing/2014/main" id="{2C405E6D-E46A-BA98-8652-A40F1DEC1409}"/>
                  </a:ext>
                </a:extLst>
              </p:cNvPr>
              <p:cNvSpPr/>
              <p:nvPr/>
            </p:nvSpPr>
            <p:spPr bwMode="gray">
              <a:xfrm>
                <a:off x="5099912" y="3904935"/>
                <a:ext cx="281820" cy="201520"/>
              </a:xfrm>
              <a:prstGeom prst="rightArrow">
                <a:avLst>
                  <a:gd name="adj1" fmla="val 50000"/>
                  <a:gd name="adj2" fmla="val 59926"/>
                </a:avLst>
              </a:prstGeom>
              <a:solidFill>
                <a:schemeClr val="bg1">
                  <a:lumMod val="50000"/>
                </a:schemeClr>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buFont typeface="Wingdings 2" pitchFamily="18" charset="2"/>
                  <a:buNone/>
                </a:pPr>
                <a:endParaRPr lang="en-US" sz="1600" b="1">
                  <a:solidFill>
                    <a:schemeClr val="bg1"/>
                  </a:solidFill>
                </a:endParaRPr>
              </a:p>
            </p:txBody>
          </p:sp>
          <p:sp>
            <p:nvSpPr>
              <p:cNvPr id="36" name="Arrow: Right 35">
                <a:extLst>
                  <a:ext uri="{FF2B5EF4-FFF2-40B4-BE49-F238E27FC236}">
                    <a16:creationId xmlns:a16="http://schemas.microsoft.com/office/drawing/2014/main" id="{94335C12-ABAF-62D9-8F9D-3722E42BF0AB}"/>
                  </a:ext>
                </a:extLst>
              </p:cNvPr>
              <p:cNvSpPr/>
              <p:nvPr/>
            </p:nvSpPr>
            <p:spPr bwMode="gray">
              <a:xfrm>
                <a:off x="5099912" y="2206147"/>
                <a:ext cx="281820" cy="201520"/>
              </a:xfrm>
              <a:prstGeom prst="rightArrow">
                <a:avLst>
                  <a:gd name="adj1" fmla="val 50000"/>
                  <a:gd name="adj2" fmla="val 59926"/>
                </a:avLst>
              </a:prstGeom>
              <a:solidFill>
                <a:schemeClr val="bg1">
                  <a:lumMod val="50000"/>
                </a:schemeClr>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buFont typeface="Wingdings 2" pitchFamily="18" charset="2"/>
                  <a:buNone/>
                </a:pPr>
                <a:endParaRPr lang="en-US" sz="1600" b="1">
                  <a:solidFill>
                    <a:schemeClr val="bg1"/>
                  </a:solidFill>
                </a:endParaRPr>
              </a:p>
            </p:txBody>
          </p:sp>
          <p:sp>
            <p:nvSpPr>
              <p:cNvPr id="37" name="Arrow: Right 36">
                <a:extLst>
                  <a:ext uri="{FF2B5EF4-FFF2-40B4-BE49-F238E27FC236}">
                    <a16:creationId xmlns:a16="http://schemas.microsoft.com/office/drawing/2014/main" id="{C886B73A-5E5D-F55B-7D41-20E161AE17F9}"/>
                  </a:ext>
                </a:extLst>
              </p:cNvPr>
              <p:cNvSpPr/>
              <p:nvPr/>
            </p:nvSpPr>
            <p:spPr bwMode="gray">
              <a:xfrm>
                <a:off x="5099912" y="5729631"/>
                <a:ext cx="281820" cy="201520"/>
              </a:xfrm>
              <a:prstGeom prst="rightArrow">
                <a:avLst>
                  <a:gd name="adj1" fmla="val 50000"/>
                  <a:gd name="adj2" fmla="val 59926"/>
                </a:avLst>
              </a:prstGeom>
              <a:solidFill>
                <a:schemeClr val="bg1">
                  <a:lumMod val="50000"/>
                </a:schemeClr>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buFont typeface="Wingdings 2" pitchFamily="18" charset="2"/>
                  <a:buNone/>
                </a:pPr>
                <a:endParaRPr lang="en-US" sz="1600" b="1">
                  <a:solidFill>
                    <a:schemeClr val="bg1"/>
                  </a:solidFill>
                </a:endParaRPr>
              </a:p>
            </p:txBody>
          </p:sp>
        </p:grpSp>
      </p:grpSp>
    </p:spTree>
    <p:extLst>
      <p:ext uri="{BB962C8B-B14F-4D97-AF65-F5344CB8AC3E}">
        <p14:creationId xmlns:p14="http://schemas.microsoft.com/office/powerpoint/2010/main" val="866649248"/>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7EB6B6-2461-2D8C-601F-F7D521A2EDCA}"/>
            </a:ext>
          </a:extLst>
        </p:cNvPr>
        <p:cNvGrpSpPr/>
        <p:nvPr/>
      </p:nvGrpSpPr>
      <p:grpSpPr>
        <a:xfrm>
          <a:off x="0" y="0"/>
          <a:ext cx="0" cy="0"/>
          <a:chOff x="0" y="0"/>
          <a:chExt cx="0" cy="0"/>
        </a:xfrm>
      </p:grpSpPr>
      <p:sp>
        <p:nvSpPr>
          <p:cNvPr id="11" name="Text Placeholder 10">
            <a:extLst>
              <a:ext uri="{FF2B5EF4-FFF2-40B4-BE49-F238E27FC236}">
                <a16:creationId xmlns:a16="http://schemas.microsoft.com/office/drawing/2014/main" id="{9BDA6B6E-2032-4D0B-9B20-233DC17717D4}"/>
              </a:ext>
            </a:extLst>
          </p:cNvPr>
          <p:cNvSpPr>
            <a:spLocks noGrp="1"/>
          </p:cNvSpPr>
          <p:nvPr>
            <p:ph type="body" sz="quarter" idx="13"/>
          </p:nvPr>
        </p:nvSpPr>
        <p:spPr>
          <a:xfrm>
            <a:off x="469900" y="736688"/>
            <a:ext cx="11252200" cy="430887"/>
          </a:xfrm>
        </p:spPr>
        <p:txBody>
          <a:bodyPr wrap="square">
            <a:spAutoFit/>
          </a:bodyPr>
          <a:lstStyle/>
          <a:p>
            <a:r>
              <a:rPr lang="en-US"/>
              <a:t>Using the updated migration, Scale-out Phase starts execution of the migration roadmap to re-platform from Teradata to Snowflake using a POD based delivery model.</a:t>
            </a:r>
          </a:p>
        </p:txBody>
      </p:sp>
      <p:sp>
        <p:nvSpPr>
          <p:cNvPr id="31" name="Title 30">
            <a:extLst>
              <a:ext uri="{FF2B5EF4-FFF2-40B4-BE49-F238E27FC236}">
                <a16:creationId xmlns:a16="http://schemas.microsoft.com/office/drawing/2014/main" id="{02245E78-6518-4447-4F54-4389F67A96D6}"/>
              </a:ext>
            </a:extLst>
          </p:cNvPr>
          <p:cNvSpPr>
            <a:spLocks noGrp="1"/>
          </p:cNvSpPr>
          <p:nvPr>
            <p:ph type="title"/>
          </p:nvPr>
        </p:nvSpPr>
        <p:spPr>
          <a:xfrm>
            <a:off x="469900" y="402587"/>
            <a:ext cx="11252200" cy="276999"/>
          </a:xfrm>
        </p:spPr>
        <p:txBody>
          <a:bodyPr/>
          <a:lstStyle/>
          <a:p>
            <a:r>
              <a:rPr lang="en-US" b="1" dirty="0"/>
              <a:t>Scale-out – Re-platform, Enhance and Optimize (Track 1A, 1B, 1C)</a:t>
            </a:r>
          </a:p>
        </p:txBody>
      </p:sp>
      <p:grpSp>
        <p:nvGrpSpPr>
          <p:cNvPr id="103" name="Group 102">
            <a:extLst>
              <a:ext uri="{FF2B5EF4-FFF2-40B4-BE49-F238E27FC236}">
                <a16:creationId xmlns:a16="http://schemas.microsoft.com/office/drawing/2014/main" id="{7E33A22D-F052-694E-1615-D3762E31D3E3}"/>
              </a:ext>
            </a:extLst>
          </p:cNvPr>
          <p:cNvGrpSpPr/>
          <p:nvPr/>
        </p:nvGrpSpPr>
        <p:grpSpPr>
          <a:xfrm>
            <a:off x="9891784" y="1231243"/>
            <a:ext cx="1830315" cy="124393"/>
            <a:chOff x="469900" y="6032711"/>
            <a:chExt cx="1830315" cy="124393"/>
          </a:xfrm>
        </p:grpSpPr>
        <p:sp>
          <p:nvSpPr>
            <p:cNvPr id="98" name="Rectangle 97">
              <a:extLst>
                <a:ext uri="{FF2B5EF4-FFF2-40B4-BE49-F238E27FC236}">
                  <a16:creationId xmlns:a16="http://schemas.microsoft.com/office/drawing/2014/main" id="{FA7ED3AA-E615-F360-10DF-7925D82947F9}"/>
                </a:ext>
              </a:extLst>
            </p:cNvPr>
            <p:cNvSpPr/>
            <p:nvPr/>
          </p:nvSpPr>
          <p:spPr bwMode="gray">
            <a:xfrm>
              <a:off x="469900" y="6032711"/>
              <a:ext cx="399148" cy="124393"/>
            </a:xfrm>
            <a:prstGeom prst="rect">
              <a:avLst/>
            </a:prstGeom>
            <a:noFill/>
            <a:ln w="19050" algn="ctr">
              <a:noFill/>
              <a:miter lim="800000"/>
              <a:headEnd/>
              <a:tailEnd/>
            </a:ln>
          </p:spPr>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buFont typeface="Wingdings 2" pitchFamily="18" charset="2"/>
                <a:buNone/>
              </a:pPr>
              <a:r>
                <a:rPr lang="en-US" sz="800" b="1"/>
                <a:t>Legend:</a:t>
              </a:r>
            </a:p>
          </p:txBody>
        </p:sp>
        <p:grpSp>
          <p:nvGrpSpPr>
            <p:cNvPr id="101" name="Group 100">
              <a:extLst>
                <a:ext uri="{FF2B5EF4-FFF2-40B4-BE49-F238E27FC236}">
                  <a16:creationId xmlns:a16="http://schemas.microsoft.com/office/drawing/2014/main" id="{6FBD7303-064E-39EE-1043-0F1B1C127F2E}"/>
                </a:ext>
              </a:extLst>
            </p:cNvPr>
            <p:cNvGrpSpPr/>
            <p:nvPr/>
          </p:nvGrpSpPr>
          <p:grpSpPr>
            <a:xfrm>
              <a:off x="1045795" y="6032711"/>
              <a:ext cx="474716" cy="124393"/>
              <a:chOff x="975360" y="6032711"/>
              <a:chExt cx="474716" cy="124393"/>
            </a:xfrm>
          </p:grpSpPr>
          <p:sp>
            <p:nvSpPr>
              <p:cNvPr id="96" name="Rectangle 95">
                <a:extLst>
                  <a:ext uri="{FF2B5EF4-FFF2-40B4-BE49-F238E27FC236}">
                    <a16:creationId xmlns:a16="http://schemas.microsoft.com/office/drawing/2014/main" id="{22F1E172-5817-BE1A-1F28-0B6302A10987}"/>
                  </a:ext>
                </a:extLst>
              </p:cNvPr>
              <p:cNvSpPr/>
              <p:nvPr/>
            </p:nvSpPr>
            <p:spPr bwMode="gray">
              <a:xfrm>
                <a:off x="975360" y="6032711"/>
                <a:ext cx="170507" cy="124393"/>
              </a:xfrm>
              <a:prstGeom prst="rect">
                <a:avLst/>
              </a:prstGeom>
              <a:solidFill>
                <a:srgbClr val="00A3E0"/>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buFont typeface="Wingdings 2" pitchFamily="18" charset="2"/>
                  <a:buNone/>
                </a:pPr>
                <a:endParaRPr lang="en-US" sz="800" b="1">
                  <a:solidFill>
                    <a:schemeClr val="bg1"/>
                  </a:solidFill>
                </a:endParaRPr>
              </a:p>
            </p:txBody>
          </p:sp>
          <p:sp>
            <p:nvSpPr>
              <p:cNvPr id="99" name="Rectangle 98">
                <a:extLst>
                  <a:ext uri="{FF2B5EF4-FFF2-40B4-BE49-F238E27FC236}">
                    <a16:creationId xmlns:a16="http://schemas.microsoft.com/office/drawing/2014/main" id="{2245533F-3400-7334-DE5D-5A70E4F154D7}"/>
                  </a:ext>
                </a:extLst>
              </p:cNvPr>
              <p:cNvSpPr/>
              <p:nvPr/>
            </p:nvSpPr>
            <p:spPr bwMode="gray">
              <a:xfrm>
                <a:off x="1200008" y="6032711"/>
                <a:ext cx="250068" cy="124393"/>
              </a:xfrm>
              <a:prstGeom prst="rect">
                <a:avLst/>
              </a:prstGeom>
              <a:noFill/>
              <a:ln w="19050" algn="ctr">
                <a:noFill/>
                <a:miter lim="800000"/>
                <a:headEnd/>
                <a:tailEnd/>
              </a:ln>
            </p:spPr>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buFont typeface="Wingdings 2" pitchFamily="18" charset="2"/>
                  <a:buNone/>
                </a:pPr>
                <a:r>
                  <a:rPr lang="en-US" sz="800"/>
                  <a:t>Cisco</a:t>
                </a:r>
              </a:p>
            </p:txBody>
          </p:sp>
        </p:grpSp>
        <p:grpSp>
          <p:nvGrpSpPr>
            <p:cNvPr id="102" name="Group 101">
              <a:extLst>
                <a:ext uri="{FF2B5EF4-FFF2-40B4-BE49-F238E27FC236}">
                  <a16:creationId xmlns:a16="http://schemas.microsoft.com/office/drawing/2014/main" id="{EBA127B2-F526-B935-0386-A9EED8F440BD}"/>
                </a:ext>
              </a:extLst>
            </p:cNvPr>
            <p:cNvGrpSpPr/>
            <p:nvPr/>
          </p:nvGrpSpPr>
          <p:grpSpPr>
            <a:xfrm>
              <a:off x="1697257" y="6032711"/>
              <a:ext cx="602958" cy="124393"/>
              <a:chOff x="1697257" y="6032711"/>
              <a:chExt cx="602958" cy="124393"/>
            </a:xfrm>
          </p:grpSpPr>
          <p:sp>
            <p:nvSpPr>
              <p:cNvPr id="95" name="Rectangle 94">
                <a:extLst>
                  <a:ext uri="{FF2B5EF4-FFF2-40B4-BE49-F238E27FC236}">
                    <a16:creationId xmlns:a16="http://schemas.microsoft.com/office/drawing/2014/main" id="{67F096FF-1A48-7826-1A95-042B1CF6D9A6}"/>
                  </a:ext>
                </a:extLst>
              </p:cNvPr>
              <p:cNvSpPr/>
              <p:nvPr/>
            </p:nvSpPr>
            <p:spPr bwMode="gray">
              <a:xfrm>
                <a:off x="1697257" y="6032711"/>
                <a:ext cx="170507" cy="124393"/>
              </a:xfrm>
              <a:prstGeom prst="rect">
                <a:avLst/>
              </a:prstGeom>
              <a:solidFill>
                <a:schemeClr val="accent1"/>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buFont typeface="Wingdings 2" pitchFamily="18" charset="2"/>
                  <a:buNone/>
                </a:pPr>
                <a:endParaRPr lang="en-US" sz="800" b="1">
                  <a:solidFill>
                    <a:schemeClr val="bg1"/>
                  </a:solidFill>
                </a:endParaRPr>
              </a:p>
            </p:txBody>
          </p:sp>
          <p:sp>
            <p:nvSpPr>
              <p:cNvPr id="100" name="Rectangle 99">
                <a:extLst>
                  <a:ext uri="{FF2B5EF4-FFF2-40B4-BE49-F238E27FC236}">
                    <a16:creationId xmlns:a16="http://schemas.microsoft.com/office/drawing/2014/main" id="{60E86B64-52AB-7166-A647-221ABA0D1FEE}"/>
                  </a:ext>
                </a:extLst>
              </p:cNvPr>
              <p:cNvSpPr/>
              <p:nvPr/>
            </p:nvSpPr>
            <p:spPr bwMode="gray">
              <a:xfrm>
                <a:off x="1921906" y="6032711"/>
                <a:ext cx="378309" cy="124393"/>
              </a:xfrm>
              <a:prstGeom prst="rect">
                <a:avLst/>
              </a:prstGeom>
              <a:noFill/>
              <a:ln w="19050" algn="ctr">
                <a:noFill/>
                <a:miter lim="800000"/>
                <a:headEnd/>
                <a:tailEnd/>
              </a:ln>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buFont typeface="Wingdings 2" pitchFamily="18" charset="2"/>
                  <a:buNone/>
                </a:pPr>
                <a:r>
                  <a:rPr lang="en-US" sz="800"/>
                  <a:t>Deloitte</a:t>
                </a:r>
              </a:p>
            </p:txBody>
          </p:sp>
        </p:grpSp>
      </p:grpSp>
      <p:grpSp>
        <p:nvGrpSpPr>
          <p:cNvPr id="34" name="Group 33">
            <a:extLst>
              <a:ext uri="{FF2B5EF4-FFF2-40B4-BE49-F238E27FC236}">
                <a16:creationId xmlns:a16="http://schemas.microsoft.com/office/drawing/2014/main" id="{FB3613F4-CBA2-F072-436E-8B26F520513A}"/>
              </a:ext>
            </a:extLst>
          </p:cNvPr>
          <p:cNvGrpSpPr/>
          <p:nvPr/>
        </p:nvGrpSpPr>
        <p:grpSpPr>
          <a:xfrm>
            <a:off x="2926615" y="1459534"/>
            <a:ext cx="2171699" cy="4839666"/>
            <a:chOff x="2926615" y="1459534"/>
            <a:chExt cx="2171699" cy="4839666"/>
          </a:xfrm>
        </p:grpSpPr>
        <p:sp>
          <p:nvSpPr>
            <p:cNvPr id="92" name="Rectangle 91">
              <a:extLst>
                <a:ext uri="{FF2B5EF4-FFF2-40B4-BE49-F238E27FC236}">
                  <a16:creationId xmlns:a16="http://schemas.microsoft.com/office/drawing/2014/main" id="{EAC6FF6C-716E-D00A-5009-2C65778D0685}"/>
                </a:ext>
              </a:extLst>
            </p:cNvPr>
            <p:cNvSpPr/>
            <p:nvPr/>
          </p:nvSpPr>
          <p:spPr bwMode="gray">
            <a:xfrm>
              <a:off x="2926615" y="1459534"/>
              <a:ext cx="2171699" cy="186590"/>
            </a:xfrm>
            <a:prstGeom prst="rect">
              <a:avLst/>
            </a:prstGeom>
            <a:noFill/>
            <a:ln w="1905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a:buFont typeface="Wingdings 2" pitchFamily="18" charset="2"/>
                <a:buNone/>
              </a:pPr>
              <a:r>
                <a:rPr lang="en-US" sz="1200" b="1"/>
                <a:t>Assess</a:t>
              </a:r>
            </a:p>
          </p:txBody>
        </p:sp>
        <p:sp>
          <p:nvSpPr>
            <p:cNvPr id="4" name="Rectangle 3">
              <a:extLst>
                <a:ext uri="{FF2B5EF4-FFF2-40B4-BE49-F238E27FC236}">
                  <a16:creationId xmlns:a16="http://schemas.microsoft.com/office/drawing/2014/main" id="{35D82F91-13A4-6335-D664-5682AD753182}"/>
                </a:ext>
              </a:extLst>
            </p:cNvPr>
            <p:cNvSpPr/>
            <p:nvPr/>
          </p:nvSpPr>
          <p:spPr bwMode="gray">
            <a:xfrm>
              <a:off x="2926615" y="1712191"/>
              <a:ext cx="2171699" cy="301156"/>
            </a:xfrm>
            <a:prstGeom prst="rect">
              <a:avLst/>
            </a:prstGeom>
            <a:solidFill>
              <a:srgbClr val="012169"/>
            </a:solidFill>
            <a:ln w="19050" algn="ctr">
              <a:solidFill>
                <a:srgbClr val="012169"/>
              </a:solid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buFont typeface="Wingdings 2" pitchFamily="18" charset="2"/>
                <a:buNone/>
              </a:pPr>
              <a:r>
                <a:rPr lang="en-US" sz="1000" b="1">
                  <a:solidFill>
                    <a:schemeClr val="bg1"/>
                  </a:solidFill>
                </a:rPr>
                <a:t>Dimensions for Assessment</a:t>
              </a:r>
            </a:p>
          </p:txBody>
        </p:sp>
        <p:sp>
          <p:nvSpPr>
            <p:cNvPr id="51" name="Rectangle 50">
              <a:extLst>
                <a:ext uri="{FF2B5EF4-FFF2-40B4-BE49-F238E27FC236}">
                  <a16:creationId xmlns:a16="http://schemas.microsoft.com/office/drawing/2014/main" id="{D2A2219A-7C7A-B51F-717A-36E22C7DA8ED}"/>
                </a:ext>
              </a:extLst>
            </p:cNvPr>
            <p:cNvSpPr/>
            <p:nvPr/>
          </p:nvSpPr>
          <p:spPr bwMode="gray">
            <a:xfrm>
              <a:off x="2926615" y="1712190"/>
              <a:ext cx="2171699" cy="4587010"/>
            </a:xfrm>
            <a:prstGeom prst="rect">
              <a:avLst/>
            </a:prstGeom>
            <a:noFill/>
            <a:ln w="19050" algn="ctr">
              <a:solidFill>
                <a:srgbClr val="012169"/>
              </a:solid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buFont typeface="Wingdings 2" pitchFamily="18" charset="2"/>
                <a:buNone/>
              </a:pPr>
              <a:endParaRPr lang="en-US" sz="1000" b="1">
                <a:solidFill>
                  <a:schemeClr val="bg1"/>
                </a:solidFill>
              </a:endParaRPr>
            </a:p>
          </p:txBody>
        </p:sp>
        <p:grpSp>
          <p:nvGrpSpPr>
            <p:cNvPr id="154" name="Group 153">
              <a:extLst>
                <a:ext uri="{FF2B5EF4-FFF2-40B4-BE49-F238E27FC236}">
                  <a16:creationId xmlns:a16="http://schemas.microsoft.com/office/drawing/2014/main" id="{DBFC167B-6046-50C3-54B8-BC4777710A99}"/>
                </a:ext>
              </a:extLst>
            </p:cNvPr>
            <p:cNvGrpSpPr/>
            <p:nvPr/>
          </p:nvGrpSpPr>
          <p:grpSpPr>
            <a:xfrm>
              <a:off x="3006639" y="2070475"/>
              <a:ext cx="2011651" cy="4143941"/>
              <a:chOff x="3006639" y="2315070"/>
              <a:chExt cx="2011651" cy="3834270"/>
            </a:xfrm>
          </p:grpSpPr>
          <p:sp>
            <p:nvSpPr>
              <p:cNvPr id="54" name="Rectangle 53">
                <a:extLst>
                  <a:ext uri="{FF2B5EF4-FFF2-40B4-BE49-F238E27FC236}">
                    <a16:creationId xmlns:a16="http://schemas.microsoft.com/office/drawing/2014/main" id="{BD6FC4AD-988E-E9D4-EA7A-5587851D21F2}"/>
                  </a:ext>
                </a:extLst>
              </p:cNvPr>
              <p:cNvSpPr/>
              <p:nvPr/>
            </p:nvSpPr>
            <p:spPr bwMode="gray">
              <a:xfrm>
                <a:off x="3006639" y="2315070"/>
                <a:ext cx="2011651" cy="454572"/>
              </a:xfrm>
              <a:prstGeom prst="rect">
                <a:avLst/>
              </a:prstGeom>
              <a:solidFill>
                <a:schemeClr val="bg1">
                  <a:lumMod val="95000"/>
                </a:schemeClr>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buFont typeface="Wingdings 2" pitchFamily="18" charset="2"/>
                  <a:buNone/>
                </a:pPr>
                <a:r>
                  <a:rPr lang="en-US" sz="1000"/>
                  <a:t>Conversion Accuracy</a:t>
                </a:r>
              </a:p>
            </p:txBody>
          </p:sp>
          <p:sp>
            <p:nvSpPr>
              <p:cNvPr id="55" name="Rectangle 54">
                <a:extLst>
                  <a:ext uri="{FF2B5EF4-FFF2-40B4-BE49-F238E27FC236}">
                    <a16:creationId xmlns:a16="http://schemas.microsoft.com/office/drawing/2014/main" id="{C0038E61-AF56-C9BB-B040-9DB3EFB37860}"/>
                  </a:ext>
                </a:extLst>
              </p:cNvPr>
              <p:cNvSpPr/>
              <p:nvPr/>
            </p:nvSpPr>
            <p:spPr bwMode="gray">
              <a:xfrm>
                <a:off x="3006639" y="2878353"/>
                <a:ext cx="2011651" cy="454572"/>
              </a:xfrm>
              <a:prstGeom prst="rect">
                <a:avLst/>
              </a:prstGeom>
              <a:solidFill>
                <a:schemeClr val="bg1">
                  <a:lumMod val="95000"/>
                </a:schemeClr>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buFont typeface="Wingdings 2" pitchFamily="18" charset="2"/>
                  <a:buNone/>
                </a:pPr>
                <a:r>
                  <a:rPr lang="en-US" sz="1000"/>
                  <a:t>Delivery Velocity</a:t>
                </a:r>
              </a:p>
            </p:txBody>
          </p:sp>
          <p:sp>
            <p:nvSpPr>
              <p:cNvPr id="56" name="Rectangle 55">
                <a:extLst>
                  <a:ext uri="{FF2B5EF4-FFF2-40B4-BE49-F238E27FC236}">
                    <a16:creationId xmlns:a16="http://schemas.microsoft.com/office/drawing/2014/main" id="{C99B7F19-7E58-0558-2A55-031E644208EE}"/>
                  </a:ext>
                </a:extLst>
              </p:cNvPr>
              <p:cNvSpPr/>
              <p:nvPr/>
            </p:nvSpPr>
            <p:spPr bwMode="gray">
              <a:xfrm>
                <a:off x="3006639" y="3441636"/>
                <a:ext cx="2011651" cy="454572"/>
              </a:xfrm>
              <a:prstGeom prst="rect">
                <a:avLst/>
              </a:prstGeom>
              <a:solidFill>
                <a:schemeClr val="bg1">
                  <a:lumMod val="95000"/>
                </a:schemeClr>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buFont typeface="Wingdings 2" pitchFamily="18" charset="2"/>
                  <a:buNone/>
                </a:pPr>
                <a:r>
                  <a:rPr lang="en-US" sz="1000"/>
                  <a:t>Accelerator Efficiencies</a:t>
                </a:r>
              </a:p>
            </p:txBody>
          </p:sp>
          <p:sp>
            <p:nvSpPr>
              <p:cNvPr id="57" name="Rectangle 56">
                <a:extLst>
                  <a:ext uri="{FF2B5EF4-FFF2-40B4-BE49-F238E27FC236}">
                    <a16:creationId xmlns:a16="http://schemas.microsoft.com/office/drawing/2014/main" id="{B91D6873-BBD9-7568-988E-D78756AA376F}"/>
                  </a:ext>
                </a:extLst>
              </p:cNvPr>
              <p:cNvSpPr/>
              <p:nvPr/>
            </p:nvSpPr>
            <p:spPr bwMode="gray">
              <a:xfrm>
                <a:off x="3006639" y="4004919"/>
                <a:ext cx="2011651" cy="454572"/>
              </a:xfrm>
              <a:prstGeom prst="rect">
                <a:avLst/>
              </a:prstGeom>
              <a:solidFill>
                <a:schemeClr val="bg1">
                  <a:lumMod val="95000"/>
                </a:schemeClr>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buFont typeface="Wingdings 2" pitchFamily="18" charset="2"/>
                  <a:buNone/>
                </a:pPr>
                <a:r>
                  <a:rPr lang="en-US" sz="1000"/>
                  <a:t>Non-functional Requirements</a:t>
                </a:r>
              </a:p>
            </p:txBody>
          </p:sp>
          <p:sp>
            <p:nvSpPr>
              <p:cNvPr id="58" name="Rectangle 57">
                <a:extLst>
                  <a:ext uri="{FF2B5EF4-FFF2-40B4-BE49-F238E27FC236}">
                    <a16:creationId xmlns:a16="http://schemas.microsoft.com/office/drawing/2014/main" id="{C5594646-D717-6B3D-F028-FEF97157AAE8}"/>
                  </a:ext>
                </a:extLst>
              </p:cNvPr>
              <p:cNvSpPr/>
              <p:nvPr/>
            </p:nvSpPr>
            <p:spPr bwMode="gray">
              <a:xfrm>
                <a:off x="3006639" y="4568202"/>
                <a:ext cx="2011651" cy="454572"/>
              </a:xfrm>
              <a:prstGeom prst="rect">
                <a:avLst/>
              </a:prstGeom>
              <a:solidFill>
                <a:schemeClr val="bg1">
                  <a:lumMod val="95000"/>
                </a:schemeClr>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buFont typeface="Wingdings 2" pitchFamily="18" charset="2"/>
                  <a:buNone/>
                </a:pPr>
                <a:r>
                  <a:rPr lang="en-US" sz="1000"/>
                  <a:t>Teradata &amp; Snowflake Difference Impact</a:t>
                </a:r>
              </a:p>
            </p:txBody>
          </p:sp>
          <p:sp>
            <p:nvSpPr>
              <p:cNvPr id="59" name="Rectangle 58">
                <a:extLst>
                  <a:ext uri="{FF2B5EF4-FFF2-40B4-BE49-F238E27FC236}">
                    <a16:creationId xmlns:a16="http://schemas.microsoft.com/office/drawing/2014/main" id="{3A72B343-F055-CE78-D454-232079EC937F}"/>
                  </a:ext>
                </a:extLst>
              </p:cNvPr>
              <p:cNvSpPr/>
              <p:nvPr/>
            </p:nvSpPr>
            <p:spPr bwMode="gray">
              <a:xfrm>
                <a:off x="3006639" y="5131485"/>
                <a:ext cx="2011651" cy="454572"/>
              </a:xfrm>
              <a:prstGeom prst="rect">
                <a:avLst/>
              </a:prstGeom>
              <a:solidFill>
                <a:schemeClr val="bg1">
                  <a:lumMod val="95000"/>
                </a:schemeClr>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buFont typeface="Wingdings 2" pitchFamily="18" charset="2"/>
                  <a:buNone/>
                </a:pPr>
                <a:r>
                  <a:rPr lang="en-US" sz="1000"/>
                  <a:t>SIT Readiness</a:t>
                </a:r>
              </a:p>
            </p:txBody>
          </p:sp>
          <p:sp>
            <p:nvSpPr>
              <p:cNvPr id="60" name="Rectangle 59">
                <a:extLst>
                  <a:ext uri="{FF2B5EF4-FFF2-40B4-BE49-F238E27FC236}">
                    <a16:creationId xmlns:a16="http://schemas.microsoft.com/office/drawing/2014/main" id="{AD7A3954-428A-1026-9053-1E3C6DD97B85}"/>
                  </a:ext>
                </a:extLst>
              </p:cNvPr>
              <p:cNvSpPr/>
              <p:nvPr/>
            </p:nvSpPr>
            <p:spPr bwMode="gray">
              <a:xfrm>
                <a:off x="3006639" y="5694768"/>
                <a:ext cx="2011651" cy="454572"/>
              </a:xfrm>
              <a:prstGeom prst="rect">
                <a:avLst/>
              </a:prstGeom>
              <a:solidFill>
                <a:schemeClr val="bg1">
                  <a:lumMod val="95000"/>
                </a:schemeClr>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buFont typeface="Wingdings 2" pitchFamily="18" charset="2"/>
                  <a:buNone/>
                </a:pPr>
                <a:r>
                  <a:rPr lang="en-US" sz="1000"/>
                  <a:t>BAT Test Plans</a:t>
                </a:r>
              </a:p>
            </p:txBody>
          </p:sp>
        </p:grpSp>
      </p:grpSp>
      <p:grpSp>
        <p:nvGrpSpPr>
          <p:cNvPr id="46" name="Group 45">
            <a:extLst>
              <a:ext uri="{FF2B5EF4-FFF2-40B4-BE49-F238E27FC236}">
                <a16:creationId xmlns:a16="http://schemas.microsoft.com/office/drawing/2014/main" id="{0EEFF7C8-71B4-F4CC-C311-336B2C5E4937}"/>
              </a:ext>
            </a:extLst>
          </p:cNvPr>
          <p:cNvGrpSpPr/>
          <p:nvPr/>
        </p:nvGrpSpPr>
        <p:grpSpPr>
          <a:xfrm>
            <a:off x="469899" y="1459534"/>
            <a:ext cx="2171699" cy="4839666"/>
            <a:chOff x="469899" y="1459534"/>
            <a:chExt cx="2171699" cy="4839666"/>
          </a:xfrm>
        </p:grpSpPr>
        <p:sp>
          <p:nvSpPr>
            <p:cNvPr id="93" name="Rectangle 92">
              <a:extLst>
                <a:ext uri="{FF2B5EF4-FFF2-40B4-BE49-F238E27FC236}">
                  <a16:creationId xmlns:a16="http://schemas.microsoft.com/office/drawing/2014/main" id="{06967C88-DD5B-0D12-9D82-467D1706E82E}"/>
                </a:ext>
              </a:extLst>
            </p:cNvPr>
            <p:cNvSpPr/>
            <p:nvPr/>
          </p:nvSpPr>
          <p:spPr bwMode="gray">
            <a:xfrm>
              <a:off x="469899" y="1459534"/>
              <a:ext cx="2171699" cy="186590"/>
            </a:xfrm>
            <a:prstGeom prst="rect">
              <a:avLst/>
            </a:prstGeom>
            <a:noFill/>
            <a:ln w="1905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a:buFont typeface="Wingdings 2" pitchFamily="18" charset="2"/>
                <a:buNone/>
              </a:pPr>
              <a:r>
                <a:rPr lang="en-US" sz="1200" b="1"/>
                <a:t>Input</a:t>
              </a:r>
            </a:p>
          </p:txBody>
        </p:sp>
        <p:grpSp>
          <p:nvGrpSpPr>
            <p:cNvPr id="41" name="Group 40">
              <a:extLst>
                <a:ext uri="{FF2B5EF4-FFF2-40B4-BE49-F238E27FC236}">
                  <a16:creationId xmlns:a16="http://schemas.microsoft.com/office/drawing/2014/main" id="{CDBDA7FA-A521-0ECE-48F6-7332B34D6C9F}"/>
                </a:ext>
              </a:extLst>
            </p:cNvPr>
            <p:cNvGrpSpPr/>
            <p:nvPr/>
          </p:nvGrpSpPr>
          <p:grpSpPr>
            <a:xfrm>
              <a:off x="469899" y="1712190"/>
              <a:ext cx="2171699" cy="1189435"/>
              <a:chOff x="469899" y="1712190"/>
              <a:chExt cx="2171699" cy="1189435"/>
            </a:xfrm>
          </p:grpSpPr>
          <p:sp>
            <p:nvSpPr>
              <p:cNvPr id="24" name="Rectangle 23">
                <a:extLst>
                  <a:ext uri="{FF2B5EF4-FFF2-40B4-BE49-F238E27FC236}">
                    <a16:creationId xmlns:a16="http://schemas.microsoft.com/office/drawing/2014/main" id="{37509A94-7C2D-53E9-085F-752514F78CE6}"/>
                  </a:ext>
                </a:extLst>
              </p:cNvPr>
              <p:cNvSpPr/>
              <p:nvPr/>
            </p:nvSpPr>
            <p:spPr bwMode="gray">
              <a:xfrm>
                <a:off x="469899" y="1712191"/>
                <a:ext cx="2171699" cy="301156"/>
              </a:xfrm>
              <a:prstGeom prst="rect">
                <a:avLst/>
              </a:prstGeom>
              <a:solidFill>
                <a:srgbClr val="012169"/>
              </a:solidFill>
              <a:ln w="19050" algn="ctr">
                <a:solidFill>
                  <a:srgbClr val="012169"/>
                </a:solid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buFont typeface="Wingdings 2" pitchFamily="18" charset="2"/>
                  <a:buNone/>
                </a:pPr>
                <a:r>
                  <a:rPr lang="en-US" sz="1000" b="1">
                    <a:solidFill>
                      <a:schemeClr val="bg1"/>
                    </a:solidFill>
                  </a:rPr>
                  <a:t>Development environment</a:t>
                </a:r>
              </a:p>
            </p:txBody>
          </p:sp>
          <p:sp>
            <p:nvSpPr>
              <p:cNvPr id="44" name="Rectangle 43">
                <a:extLst>
                  <a:ext uri="{FF2B5EF4-FFF2-40B4-BE49-F238E27FC236}">
                    <a16:creationId xmlns:a16="http://schemas.microsoft.com/office/drawing/2014/main" id="{AB835B33-BE8C-2F8F-1852-031FBDF95140}"/>
                  </a:ext>
                </a:extLst>
              </p:cNvPr>
              <p:cNvSpPr/>
              <p:nvPr/>
            </p:nvSpPr>
            <p:spPr bwMode="gray">
              <a:xfrm>
                <a:off x="469899" y="1712190"/>
                <a:ext cx="2171699" cy="1189435"/>
              </a:xfrm>
              <a:prstGeom prst="rect">
                <a:avLst/>
              </a:prstGeom>
              <a:noFill/>
              <a:ln w="19050" algn="ctr">
                <a:solidFill>
                  <a:srgbClr val="012169"/>
                </a:solid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buFont typeface="Wingdings 2" pitchFamily="18" charset="2"/>
                  <a:buNone/>
                </a:pPr>
                <a:endParaRPr lang="en-US" sz="1000" b="1">
                  <a:solidFill>
                    <a:schemeClr val="bg1"/>
                  </a:solidFill>
                </a:endParaRPr>
              </a:p>
            </p:txBody>
          </p:sp>
          <p:sp>
            <p:nvSpPr>
              <p:cNvPr id="61" name="Rectangle 60">
                <a:extLst>
                  <a:ext uri="{FF2B5EF4-FFF2-40B4-BE49-F238E27FC236}">
                    <a16:creationId xmlns:a16="http://schemas.microsoft.com/office/drawing/2014/main" id="{88E99A96-FA73-2DB5-3BDA-22008667F769}"/>
                  </a:ext>
                </a:extLst>
              </p:cNvPr>
              <p:cNvSpPr/>
              <p:nvPr/>
            </p:nvSpPr>
            <p:spPr bwMode="gray">
              <a:xfrm>
                <a:off x="549923" y="2070476"/>
                <a:ext cx="2011651" cy="216085"/>
              </a:xfrm>
              <a:prstGeom prst="rect">
                <a:avLst/>
              </a:prstGeom>
              <a:solidFill>
                <a:schemeClr val="accent1"/>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buFont typeface="Wingdings 2" pitchFamily="18" charset="2"/>
                  <a:buNone/>
                </a:pPr>
                <a:r>
                  <a:rPr lang="en-US" sz="1000" dirty="0">
                    <a:solidFill>
                      <a:schemeClr val="bg1"/>
                    </a:solidFill>
                  </a:rPr>
                  <a:t>Accelerators</a:t>
                </a:r>
              </a:p>
            </p:txBody>
          </p:sp>
          <p:sp>
            <p:nvSpPr>
              <p:cNvPr id="62" name="Rectangle 61">
                <a:extLst>
                  <a:ext uri="{FF2B5EF4-FFF2-40B4-BE49-F238E27FC236}">
                    <a16:creationId xmlns:a16="http://schemas.microsoft.com/office/drawing/2014/main" id="{2643D272-2258-5F93-91BC-ADB540537A36}"/>
                  </a:ext>
                </a:extLst>
              </p:cNvPr>
              <p:cNvSpPr/>
              <p:nvPr/>
            </p:nvSpPr>
            <p:spPr bwMode="gray">
              <a:xfrm>
                <a:off x="549923" y="2343690"/>
                <a:ext cx="2011651" cy="216085"/>
              </a:xfrm>
              <a:prstGeom prst="rect">
                <a:avLst/>
              </a:prstGeom>
              <a:solidFill>
                <a:srgbClr val="00A3E0"/>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buFont typeface="Wingdings 2" pitchFamily="18" charset="2"/>
                  <a:buNone/>
                </a:pPr>
                <a:r>
                  <a:rPr lang="en-US" sz="1000">
                    <a:solidFill>
                      <a:schemeClr val="bg1"/>
                    </a:solidFill>
                  </a:rPr>
                  <a:t>Instantiated Architecture</a:t>
                </a:r>
              </a:p>
            </p:txBody>
          </p:sp>
          <p:sp>
            <p:nvSpPr>
              <p:cNvPr id="63" name="Rectangle 62">
                <a:extLst>
                  <a:ext uri="{FF2B5EF4-FFF2-40B4-BE49-F238E27FC236}">
                    <a16:creationId xmlns:a16="http://schemas.microsoft.com/office/drawing/2014/main" id="{F2AD596C-9686-CDB8-55CA-6CB3E8F63FC6}"/>
                  </a:ext>
                </a:extLst>
              </p:cNvPr>
              <p:cNvSpPr/>
              <p:nvPr/>
            </p:nvSpPr>
            <p:spPr bwMode="gray">
              <a:xfrm>
                <a:off x="549923" y="2616904"/>
                <a:ext cx="2011651" cy="216085"/>
              </a:xfrm>
              <a:prstGeom prst="rect">
                <a:avLst/>
              </a:prstGeom>
              <a:solidFill>
                <a:srgbClr val="00A3E0"/>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buFont typeface="Wingdings 2" pitchFamily="18" charset="2"/>
                  <a:buNone/>
                </a:pPr>
                <a:r>
                  <a:rPr lang="en-US" sz="1000">
                    <a:solidFill>
                      <a:schemeClr val="bg1"/>
                    </a:solidFill>
                  </a:rPr>
                  <a:t>Developer Access Provisioned</a:t>
                </a:r>
              </a:p>
            </p:txBody>
          </p:sp>
        </p:grpSp>
        <p:grpSp>
          <p:nvGrpSpPr>
            <p:cNvPr id="42" name="Group 41">
              <a:extLst>
                <a:ext uri="{FF2B5EF4-FFF2-40B4-BE49-F238E27FC236}">
                  <a16:creationId xmlns:a16="http://schemas.microsoft.com/office/drawing/2014/main" id="{E444555D-92E4-DCD6-F3F0-5A43CAA9C7C7}"/>
                </a:ext>
              </a:extLst>
            </p:cNvPr>
            <p:cNvGrpSpPr/>
            <p:nvPr/>
          </p:nvGrpSpPr>
          <p:grpSpPr>
            <a:xfrm>
              <a:off x="469899" y="3356476"/>
              <a:ext cx="2171699" cy="1828800"/>
              <a:chOff x="469899" y="3097751"/>
              <a:chExt cx="2171699" cy="1828800"/>
            </a:xfrm>
          </p:grpSpPr>
          <p:sp>
            <p:nvSpPr>
              <p:cNvPr id="48" name="Rectangle 47">
                <a:extLst>
                  <a:ext uri="{FF2B5EF4-FFF2-40B4-BE49-F238E27FC236}">
                    <a16:creationId xmlns:a16="http://schemas.microsoft.com/office/drawing/2014/main" id="{78DDB82F-0AA9-D962-42F9-86CEB82E32D0}"/>
                  </a:ext>
                </a:extLst>
              </p:cNvPr>
              <p:cNvSpPr/>
              <p:nvPr/>
            </p:nvSpPr>
            <p:spPr bwMode="gray">
              <a:xfrm>
                <a:off x="469899" y="3097751"/>
                <a:ext cx="2171699" cy="1828800"/>
              </a:xfrm>
              <a:prstGeom prst="rect">
                <a:avLst/>
              </a:prstGeom>
              <a:noFill/>
              <a:ln w="19050" algn="ctr">
                <a:solidFill>
                  <a:srgbClr val="012169"/>
                </a:solid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buFont typeface="Wingdings 2" pitchFamily="18" charset="2"/>
                  <a:buNone/>
                </a:pPr>
                <a:endParaRPr lang="en-US" sz="1000" b="1">
                  <a:solidFill>
                    <a:schemeClr val="bg1"/>
                  </a:solidFill>
                </a:endParaRPr>
              </a:p>
            </p:txBody>
          </p:sp>
          <p:sp>
            <p:nvSpPr>
              <p:cNvPr id="47" name="Rectangle 46">
                <a:extLst>
                  <a:ext uri="{FF2B5EF4-FFF2-40B4-BE49-F238E27FC236}">
                    <a16:creationId xmlns:a16="http://schemas.microsoft.com/office/drawing/2014/main" id="{1F783419-6798-F865-2CE3-840E5CDA4672}"/>
                  </a:ext>
                </a:extLst>
              </p:cNvPr>
              <p:cNvSpPr/>
              <p:nvPr/>
            </p:nvSpPr>
            <p:spPr bwMode="gray">
              <a:xfrm>
                <a:off x="469899" y="3097751"/>
                <a:ext cx="2171699" cy="301156"/>
              </a:xfrm>
              <a:prstGeom prst="rect">
                <a:avLst/>
              </a:prstGeom>
              <a:solidFill>
                <a:srgbClr val="012169"/>
              </a:solidFill>
              <a:ln w="19050" algn="ctr">
                <a:solidFill>
                  <a:srgbClr val="012169"/>
                </a:solid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buFont typeface="Wingdings 2" pitchFamily="18" charset="2"/>
                  <a:buNone/>
                </a:pPr>
                <a:r>
                  <a:rPr lang="en-US" sz="1000" b="1">
                    <a:solidFill>
                      <a:schemeClr val="bg1"/>
                    </a:solidFill>
                  </a:rPr>
                  <a:t>Re-platform scope</a:t>
                </a:r>
              </a:p>
            </p:txBody>
          </p:sp>
          <p:sp>
            <p:nvSpPr>
              <p:cNvPr id="64" name="Rectangle 63">
                <a:extLst>
                  <a:ext uri="{FF2B5EF4-FFF2-40B4-BE49-F238E27FC236}">
                    <a16:creationId xmlns:a16="http://schemas.microsoft.com/office/drawing/2014/main" id="{F45A9958-7582-DBCB-7A3F-9C672A7B0CF7}"/>
                  </a:ext>
                </a:extLst>
              </p:cNvPr>
              <p:cNvSpPr/>
              <p:nvPr/>
            </p:nvSpPr>
            <p:spPr bwMode="gray">
              <a:xfrm>
                <a:off x="549923" y="3486858"/>
                <a:ext cx="2011651" cy="216085"/>
              </a:xfrm>
              <a:prstGeom prst="rect">
                <a:avLst/>
              </a:prstGeom>
              <a:solidFill>
                <a:srgbClr val="00A3E0"/>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buFont typeface="Wingdings 2" pitchFamily="18" charset="2"/>
                  <a:buNone/>
                </a:pPr>
                <a:r>
                  <a:rPr lang="en-US" sz="1000">
                    <a:solidFill>
                      <a:schemeClr val="bg1"/>
                    </a:solidFill>
                  </a:rPr>
                  <a:t>Database Objects</a:t>
                </a:r>
              </a:p>
            </p:txBody>
          </p:sp>
          <p:sp>
            <p:nvSpPr>
              <p:cNvPr id="65" name="Rectangle 64">
                <a:extLst>
                  <a:ext uri="{FF2B5EF4-FFF2-40B4-BE49-F238E27FC236}">
                    <a16:creationId xmlns:a16="http://schemas.microsoft.com/office/drawing/2014/main" id="{A0CE1D21-38C5-4533-E935-109A29103361}"/>
                  </a:ext>
                </a:extLst>
              </p:cNvPr>
              <p:cNvSpPr/>
              <p:nvPr/>
            </p:nvSpPr>
            <p:spPr bwMode="gray">
              <a:xfrm>
                <a:off x="549923" y="3770232"/>
                <a:ext cx="2011651" cy="216085"/>
              </a:xfrm>
              <a:prstGeom prst="rect">
                <a:avLst/>
              </a:prstGeom>
              <a:solidFill>
                <a:srgbClr val="00A3E0"/>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buFont typeface="Wingdings 2" pitchFamily="18" charset="2"/>
                  <a:buNone/>
                </a:pPr>
                <a:r>
                  <a:rPr lang="en-US" sz="1000">
                    <a:solidFill>
                      <a:schemeClr val="bg1"/>
                    </a:solidFill>
                  </a:rPr>
                  <a:t>ETL Objects</a:t>
                </a:r>
              </a:p>
            </p:txBody>
          </p:sp>
          <p:sp>
            <p:nvSpPr>
              <p:cNvPr id="66" name="Rectangle 65">
                <a:extLst>
                  <a:ext uri="{FF2B5EF4-FFF2-40B4-BE49-F238E27FC236}">
                    <a16:creationId xmlns:a16="http://schemas.microsoft.com/office/drawing/2014/main" id="{6BA2EFC1-F49E-E89E-8846-C4B0CCB0A187}"/>
                  </a:ext>
                </a:extLst>
              </p:cNvPr>
              <p:cNvSpPr/>
              <p:nvPr/>
            </p:nvSpPr>
            <p:spPr bwMode="gray">
              <a:xfrm>
                <a:off x="549923" y="4053606"/>
                <a:ext cx="2011651" cy="216085"/>
              </a:xfrm>
              <a:prstGeom prst="rect">
                <a:avLst/>
              </a:prstGeom>
              <a:solidFill>
                <a:srgbClr val="00A3E0"/>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buFont typeface="Wingdings 2" pitchFamily="18" charset="2"/>
                  <a:buNone/>
                </a:pPr>
                <a:r>
                  <a:rPr lang="en-US" sz="1000">
                    <a:solidFill>
                      <a:schemeClr val="bg1"/>
                    </a:solidFill>
                  </a:rPr>
                  <a:t>Reporting Objects</a:t>
                </a:r>
              </a:p>
            </p:txBody>
          </p:sp>
          <p:sp>
            <p:nvSpPr>
              <p:cNvPr id="67" name="Rectangle 66">
                <a:extLst>
                  <a:ext uri="{FF2B5EF4-FFF2-40B4-BE49-F238E27FC236}">
                    <a16:creationId xmlns:a16="http://schemas.microsoft.com/office/drawing/2014/main" id="{C1A28C7F-DFC3-10AC-A2EB-96F48C11D5BA}"/>
                  </a:ext>
                </a:extLst>
              </p:cNvPr>
              <p:cNvSpPr/>
              <p:nvPr/>
            </p:nvSpPr>
            <p:spPr bwMode="gray">
              <a:xfrm>
                <a:off x="549923" y="4336980"/>
                <a:ext cx="2011651" cy="216085"/>
              </a:xfrm>
              <a:prstGeom prst="rect">
                <a:avLst/>
              </a:prstGeom>
              <a:solidFill>
                <a:srgbClr val="00A3E0"/>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buFont typeface="Wingdings 2" pitchFamily="18" charset="2"/>
                  <a:buNone/>
                </a:pPr>
                <a:r>
                  <a:rPr lang="en-US" sz="1000">
                    <a:solidFill>
                      <a:schemeClr val="bg1"/>
                    </a:solidFill>
                  </a:rPr>
                  <a:t>Job Orchestration</a:t>
                </a:r>
              </a:p>
            </p:txBody>
          </p:sp>
          <p:sp>
            <p:nvSpPr>
              <p:cNvPr id="68" name="Rectangle 67">
                <a:extLst>
                  <a:ext uri="{FF2B5EF4-FFF2-40B4-BE49-F238E27FC236}">
                    <a16:creationId xmlns:a16="http://schemas.microsoft.com/office/drawing/2014/main" id="{CD654960-EA38-8CCC-5610-6A3306A35E66}"/>
                  </a:ext>
                </a:extLst>
              </p:cNvPr>
              <p:cNvSpPr/>
              <p:nvPr/>
            </p:nvSpPr>
            <p:spPr bwMode="gray">
              <a:xfrm>
                <a:off x="549923" y="4620354"/>
                <a:ext cx="2011651" cy="216085"/>
              </a:xfrm>
              <a:prstGeom prst="rect">
                <a:avLst/>
              </a:prstGeom>
              <a:solidFill>
                <a:srgbClr val="00A3E0"/>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buFont typeface="Wingdings 2" pitchFamily="18" charset="2"/>
                  <a:buNone/>
                </a:pPr>
                <a:r>
                  <a:rPr lang="en-US" sz="1000">
                    <a:solidFill>
                      <a:schemeClr val="bg1"/>
                    </a:solidFill>
                  </a:rPr>
                  <a:t>Ingestion Repointing</a:t>
                </a:r>
              </a:p>
            </p:txBody>
          </p:sp>
        </p:grpSp>
        <p:grpSp>
          <p:nvGrpSpPr>
            <p:cNvPr id="38" name="Group 37">
              <a:extLst>
                <a:ext uri="{FF2B5EF4-FFF2-40B4-BE49-F238E27FC236}">
                  <a16:creationId xmlns:a16="http://schemas.microsoft.com/office/drawing/2014/main" id="{BD99B1A9-64C4-E60A-AFA3-E354ADBC5747}"/>
                </a:ext>
              </a:extLst>
            </p:cNvPr>
            <p:cNvGrpSpPr/>
            <p:nvPr/>
          </p:nvGrpSpPr>
          <p:grpSpPr>
            <a:xfrm>
              <a:off x="469899" y="5640126"/>
              <a:ext cx="2171699" cy="659074"/>
              <a:chOff x="469899" y="5361582"/>
              <a:chExt cx="2171699" cy="659074"/>
            </a:xfrm>
          </p:grpSpPr>
          <p:sp>
            <p:nvSpPr>
              <p:cNvPr id="49" name="Rectangle 48">
                <a:extLst>
                  <a:ext uri="{FF2B5EF4-FFF2-40B4-BE49-F238E27FC236}">
                    <a16:creationId xmlns:a16="http://schemas.microsoft.com/office/drawing/2014/main" id="{AC3CE641-B79B-A711-02DE-C3C81AA763DD}"/>
                  </a:ext>
                </a:extLst>
              </p:cNvPr>
              <p:cNvSpPr/>
              <p:nvPr/>
            </p:nvSpPr>
            <p:spPr bwMode="gray">
              <a:xfrm>
                <a:off x="469899" y="5361582"/>
                <a:ext cx="2171699" cy="301156"/>
              </a:xfrm>
              <a:prstGeom prst="rect">
                <a:avLst/>
              </a:prstGeom>
              <a:solidFill>
                <a:srgbClr val="012169"/>
              </a:solidFill>
              <a:ln w="19050" algn="ctr">
                <a:solidFill>
                  <a:srgbClr val="012169"/>
                </a:solid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buFont typeface="Wingdings 2" pitchFamily="18" charset="2"/>
                  <a:buNone/>
                </a:pPr>
                <a:r>
                  <a:rPr lang="en-US" sz="1000" b="1">
                    <a:solidFill>
                      <a:schemeClr val="bg1"/>
                    </a:solidFill>
                  </a:rPr>
                  <a:t>Non-Functional Requirements</a:t>
                </a:r>
              </a:p>
            </p:txBody>
          </p:sp>
          <p:sp>
            <p:nvSpPr>
              <p:cNvPr id="50" name="Rectangle 49">
                <a:extLst>
                  <a:ext uri="{FF2B5EF4-FFF2-40B4-BE49-F238E27FC236}">
                    <a16:creationId xmlns:a16="http://schemas.microsoft.com/office/drawing/2014/main" id="{70363382-4C9A-D652-49F6-CE0DBF78E36A}"/>
                  </a:ext>
                </a:extLst>
              </p:cNvPr>
              <p:cNvSpPr/>
              <p:nvPr/>
            </p:nvSpPr>
            <p:spPr bwMode="gray">
              <a:xfrm>
                <a:off x="469899" y="5361582"/>
                <a:ext cx="2171699" cy="659074"/>
              </a:xfrm>
              <a:prstGeom prst="rect">
                <a:avLst/>
              </a:prstGeom>
              <a:noFill/>
              <a:ln w="19050" algn="ctr">
                <a:solidFill>
                  <a:srgbClr val="012169"/>
                </a:solid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buFont typeface="Wingdings 2" pitchFamily="18" charset="2"/>
                  <a:buNone/>
                </a:pPr>
                <a:endParaRPr lang="en-US" sz="1000" b="1">
                  <a:solidFill>
                    <a:schemeClr val="bg1"/>
                  </a:solidFill>
                </a:endParaRPr>
              </a:p>
            </p:txBody>
          </p:sp>
          <p:sp>
            <p:nvSpPr>
              <p:cNvPr id="70" name="Rectangle 69">
                <a:extLst>
                  <a:ext uri="{FF2B5EF4-FFF2-40B4-BE49-F238E27FC236}">
                    <a16:creationId xmlns:a16="http://schemas.microsoft.com/office/drawing/2014/main" id="{4D98D8EF-F76A-B162-EBB9-4BCD846D764C}"/>
                  </a:ext>
                </a:extLst>
              </p:cNvPr>
              <p:cNvSpPr/>
              <p:nvPr/>
            </p:nvSpPr>
            <p:spPr bwMode="gray">
              <a:xfrm>
                <a:off x="549923" y="5725123"/>
                <a:ext cx="2011651" cy="216085"/>
              </a:xfrm>
              <a:prstGeom prst="rect">
                <a:avLst/>
              </a:prstGeom>
              <a:solidFill>
                <a:srgbClr val="00A3E0"/>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buFont typeface="Wingdings 2" pitchFamily="18" charset="2"/>
                  <a:buNone/>
                </a:pPr>
                <a:r>
                  <a:rPr lang="en-US" sz="1000">
                    <a:solidFill>
                      <a:schemeClr val="bg1"/>
                    </a:solidFill>
                  </a:rPr>
                  <a:t>Benchmarks &amp; SLEs/SLAs</a:t>
                </a:r>
              </a:p>
            </p:txBody>
          </p:sp>
        </p:grpSp>
      </p:grpSp>
      <p:grpSp>
        <p:nvGrpSpPr>
          <p:cNvPr id="35" name="Group 34">
            <a:extLst>
              <a:ext uri="{FF2B5EF4-FFF2-40B4-BE49-F238E27FC236}">
                <a16:creationId xmlns:a16="http://schemas.microsoft.com/office/drawing/2014/main" id="{A913B1BC-DCBC-1DB8-7B4A-863A3A35CD53}"/>
              </a:ext>
            </a:extLst>
          </p:cNvPr>
          <p:cNvGrpSpPr/>
          <p:nvPr/>
        </p:nvGrpSpPr>
        <p:grpSpPr>
          <a:xfrm>
            <a:off x="5383331" y="1459534"/>
            <a:ext cx="3882053" cy="4839666"/>
            <a:chOff x="5383331" y="1459534"/>
            <a:chExt cx="3882053" cy="4839666"/>
          </a:xfrm>
        </p:grpSpPr>
        <p:sp>
          <p:nvSpPr>
            <p:cNvPr id="94" name="Rectangle 93">
              <a:extLst>
                <a:ext uri="{FF2B5EF4-FFF2-40B4-BE49-F238E27FC236}">
                  <a16:creationId xmlns:a16="http://schemas.microsoft.com/office/drawing/2014/main" id="{1A9A9738-5EA1-FF3F-C2EF-1318ADEF588F}"/>
                </a:ext>
              </a:extLst>
            </p:cNvPr>
            <p:cNvSpPr/>
            <p:nvPr/>
          </p:nvSpPr>
          <p:spPr bwMode="gray">
            <a:xfrm>
              <a:off x="5383331" y="1459534"/>
              <a:ext cx="3882053" cy="186590"/>
            </a:xfrm>
            <a:prstGeom prst="rect">
              <a:avLst/>
            </a:prstGeom>
            <a:noFill/>
            <a:ln w="1905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a:buFont typeface="Wingdings 2" pitchFamily="18" charset="2"/>
                <a:buNone/>
              </a:pPr>
              <a:r>
                <a:rPr lang="en-US" sz="1200" b="1" dirty="0"/>
                <a:t>Accelerators</a:t>
              </a:r>
            </a:p>
          </p:txBody>
        </p:sp>
        <p:sp>
          <p:nvSpPr>
            <p:cNvPr id="25" name="Rectangle 24">
              <a:extLst>
                <a:ext uri="{FF2B5EF4-FFF2-40B4-BE49-F238E27FC236}">
                  <a16:creationId xmlns:a16="http://schemas.microsoft.com/office/drawing/2014/main" id="{EF2A8A05-A676-C19E-7B6C-C0FDBCABC2E6}"/>
                </a:ext>
              </a:extLst>
            </p:cNvPr>
            <p:cNvSpPr/>
            <p:nvPr/>
          </p:nvSpPr>
          <p:spPr bwMode="gray">
            <a:xfrm>
              <a:off x="5383331" y="1712191"/>
              <a:ext cx="1962125" cy="301156"/>
            </a:xfrm>
            <a:prstGeom prst="rect">
              <a:avLst/>
            </a:prstGeom>
            <a:solidFill>
              <a:srgbClr val="012169"/>
            </a:solidFill>
            <a:ln w="19050" algn="ctr">
              <a:solidFill>
                <a:srgbClr val="012169"/>
              </a:solid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buFont typeface="Wingdings 2" pitchFamily="18" charset="2"/>
                <a:buNone/>
              </a:pPr>
              <a:r>
                <a:rPr lang="en-US" sz="1000" b="1">
                  <a:solidFill>
                    <a:schemeClr val="bg1"/>
                  </a:solidFill>
                </a:rPr>
                <a:t>Purpose</a:t>
              </a:r>
            </a:p>
          </p:txBody>
        </p:sp>
        <p:sp>
          <p:nvSpPr>
            <p:cNvPr id="40" name="Rectangle 39">
              <a:extLst>
                <a:ext uri="{FF2B5EF4-FFF2-40B4-BE49-F238E27FC236}">
                  <a16:creationId xmlns:a16="http://schemas.microsoft.com/office/drawing/2014/main" id="{5D59C9CF-0AD4-7BDC-A6F4-370BF117CE7B}"/>
                </a:ext>
              </a:extLst>
            </p:cNvPr>
            <p:cNvSpPr/>
            <p:nvPr/>
          </p:nvSpPr>
          <p:spPr bwMode="gray">
            <a:xfrm>
              <a:off x="7463222" y="1712191"/>
              <a:ext cx="1802162" cy="301156"/>
            </a:xfrm>
            <a:prstGeom prst="rect">
              <a:avLst/>
            </a:prstGeom>
            <a:solidFill>
              <a:srgbClr val="012169"/>
            </a:solidFill>
            <a:ln w="19050" algn="ctr">
              <a:solidFill>
                <a:srgbClr val="012169"/>
              </a:solid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buFont typeface="Wingdings 2" pitchFamily="18" charset="2"/>
                <a:buNone/>
              </a:pPr>
              <a:r>
                <a:rPr lang="en-US" sz="1000" b="1" dirty="0">
                  <a:solidFill>
                    <a:schemeClr val="bg1"/>
                  </a:solidFill>
                </a:rPr>
                <a:t>Accelerators</a:t>
              </a:r>
            </a:p>
          </p:txBody>
        </p:sp>
        <p:sp>
          <p:nvSpPr>
            <p:cNvPr id="52" name="Rectangle 51">
              <a:extLst>
                <a:ext uri="{FF2B5EF4-FFF2-40B4-BE49-F238E27FC236}">
                  <a16:creationId xmlns:a16="http://schemas.microsoft.com/office/drawing/2014/main" id="{FC118417-3237-0365-D15E-3B32B57094C4}"/>
                </a:ext>
              </a:extLst>
            </p:cNvPr>
            <p:cNvSpPr/>
            <p:nvPr/>
          </p:nvSpPr>
          <p:spPr bwMode="gray">
            <a:xfrm>
              <a:off x="5383331" y="1712190"/>
              <a:ext cx="3882052" cy="4587010"/>
            </a:xfrm>
            <a:prstGeom prst="rect">
              <a:avLst/>
            </a:prstGeom>
            <a:noFill/>
            <a:ln w="19050" algn="ctr">
              <a:solidFill>
                <a:srgbClr val="012169"/>
              </a:solid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buFont typeface="Wingdings 2" pitchFamily="18" charset="2"/>
                <a:buNone/>
              </a:pPr>
              <a:endParaRPr lang="en-US" sz="1000" b="1">
                <a:solidFill>
                  <a:schemeClr val="bg1"/>
                </a:solidFill>
              </a:endParaRPr>
            </a:p>
          </p:txBody>
        </p:sp>
        <p:sp>
          <p:nvSpPr>
            <p:cNvPr id="72" name="Rectangle 71">
              <a:extLst>
                <a:ext uri="{FF2B5EF4-FFF2-40B4-BE49-F238E27FC236}">
                  <a16:creationId xmlns:a16="http://schemas.microsoft.com/office/drawing/2014/main" id="{D3E79CC6-CCC8-6083-FBD7-AE0525F211E5}"/>
                </a:ext>
              </a:extLst>
            </p:cNvPr>
            <p:cNvSpPr/>
            <p:nvPr/>
          </p:nvSpPr>
          <p:spPr bwMode="gray">
            <a:xfrm>
              <a:off x="5465064" y="2070476"/>
              <a:ext cx="1872000" cy="426556"/>
            </a:xfrm>
            <a:prstGeom prst="rect">
              <a:avLst/>
            </a:prstGeom>
            <a:noFill/>
            <a:ln w="9525" algn="ctr">
              <a:solidFill>
                <a:schemeClr val="bg1">
                  <a:lumMod val="85000"/>
                </a:schemeClr>
              </a:solid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buFont typeface="Wingdings 2" pitchFamily="18" charset="2"/>
                <a:buNone/>
              </a:pPr>
              <a:r>
                <a:rPr lang="en-US" sz="1000"/>
                <a:t>Convert INFA XML code to SnowSQL</a:t>
              </a:r>
            </a:p>
          </p:txBody>
        </p:sp>
        <p:sp>
          <p:nvSpPr>
            <p:cNvPr id="74" name="Rectangle 73">
              <a:extLst>
                <a:ext uri="{FF2B5EF4-FFF2-40B4-BE49-F238E27FC236}">
                  <a16:creationId xmlns:a16="http://schemas.microsoft.com/office/drawing/2014/main" id="{5955AD50-1550-A585-88BA-CF3AEFB4E987}"/>
                </a:ext>
              </a:extLst>
            </p:cNvPr>
            <p:cNvSpPr/>
            <p:nvPr/>
          </p:nvSpPr>
          <p:spPr bwMode="gray">
            <a:xfrm>
              <a:off x="5465064" y="2601531"/>
              <a:ext cx="1872000" cy="426556"/>
            </a:xfrm>
            <a:prstGeom prst="rect">
              <a:avLst/>
            </a:prstGeom>
            <a:noFill/>
            <a:ln w="9525" algn="ctr">
              <a:solidFill>
                <a:schemeClr val="bg1">
                  <a:lumMod val="85000"/>
                </a:schemeClr>
              </a:solid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buFont typeface="Wingdings 2" pitchFamily="18" charset="2"/>
                <a:buNone/>
              </a:pPr>
              <a:r>
                <a:rPr lang="en-US" sz="1000"/>
                <a:t>Convert Teradata code to SnowSQL</a:t>
              </a:r>
            </a:p>
          </p:txBody>
        </p:sp>
        <p:sp>
          <p:nvSpPr>
            <p:cNvPr id="75" name="Rectangle 74">
              <a:extLst>
                <a:ext uri="{FF2B5EF4-FFF2-40B4-BE49-F238E27FC236}">
                  <a16:creationId xmlns:a16="http://schemas.microsoft.com/office/drawing/2014/main" id="{B0B11052-1EE0-35C8-6D21-D79057CCCDA0}"/>
                </a:ext>
              </a:extLst>
            </p:cNvPr>
            <p:cNvSpPr/>
            <p:nvPr/>
          </p:nvSpPr>
          <p:spPr bwMode="gray">
            <a:xfrm>
              <a:off x="5465064" y="3132586"/>
              <a:ext cx="1872000" cy="426556"/>
            </a:xfrm>
            <a:prstGeom prst="rect">
              <a:avLst/>
            </a:prstGeom>
            <a:noFill/>
            <a:ln w="9525" algn="ctr">
              <a:solidFill>
                <a:schemeClr val="bg1">
                  <a:lumMod val="85000"/>
                </a:schemeClr>
              </a:solid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buFont typeface="Wingdings 2" pitchFamily="18" charset="2"/>
                <a:buNone/>
              </a:pPr>
              <a:r>
                <a:rPr lang="en-US" sz="1000" dirty="0"/>
                <a:t>Orchestrate accelerators to reduce manual intervention</a:t>
              </a:r>
            </a:p>
          </p:txBody>
        </p:sp>
        <p:sp>
          <p:nvSpPr>
            <p:cNvPr id="76" name="Rectangle 75">
              <a:extLst>
                <a:ext uri="{FF2B5EF4-FFF2-40B4-BE49-F238E27FC236}">
                  <a16:creationId xmlns:a16="http://schemas.microsoft.com/office/drawing/2014/main" id="{45E5F8CD-E18C-DBD5-D875-6193B9171DF9}"/>
                </a:ext>
              </a:extLst>
            </p:cNvPr>
            <p:cNvSpPr/>
            <p:nvPr/>
          </p:nvSpPr>
          <p:spPr bwMode="gray">
            <a:xfrm>
              <a:off x="5465064" y="3663641"/>
              <a:ext cx="1872000" cy="426556"/>
            </a:xfrm>
            <a:prstGeom prst="rect">
              <a:avLst/>
            </a:prstGeom>
            <a:noFill/>
            <a:ln w="9525" algn="ctr">
              <a:solidFill>
                <a:schemeClr val="bg1">
                  <a:lumMod val="85000"/>
                </a:schemeClr>
              </a:solid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buFont typeface="Wingdings 2" pitchFamily="18" charset="2"/>
                <a:buNone/>
              </a:pPr>
              <a:r>
                <a:rPr lang="en-US" sz="1000"/>
                <a:t>Historical data migration</a:t>
              </a:r>
            </a:p>
          </p:txBody>
        </p:sp>
        <p:sp>
          <p:nvSpPr>
            <p:cNvPr id="79" name="Rectangle 78">
              <a:extLst>
                <a:ext uri="{FF2B5EF4-FFF2-40B4-BE49-F238E27FC236}">
                  <a16:creationId xmlns:a16="http://schemas.microsoft.com/office/drawing/2014/main" id="{6D5A8866-05B1-D235-542C-E75A2AE6CDE1}"/>
                </a:ext>
              </a:extLst>
            </p:cNvPr>
            <p:cNvSpPr/>
            <p:nvPr/>
          </p:nvSpPr>
          <p:spPr bwMode="gray">
            <a:xfrm>
              <a:off x="5465064" y="4194696"/>
              <a:ext cx="1872000" cy="426556"/>
            </a:xfrm>
            <a:prstGeom prst="rect">
              <a:avLst/>
            </a:prstGeom>
            <a:noFill/>
            <a:ln w="9525" algn="ctr">
              <a:solidFill>
                <a:schemeClr val="bg1">
                  <a:lumMod val="85000"/>
                </a:schemeClr>
              </a:solid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buFont typeface="Wingdings 2" pitchFamily="18" charset="2"/>
                <a:buNone/>
              </a:pPr>
              <a:r>
                <a:rPr lang="en-US" sz="1000"/>
                <a:t>Data testing tool for data parity testing</a:t>
              </a:r>
            </a:p>
          </p:txBody>
        </p:sp>
        <p:sp>
          <p:nvSpPr>
            <p:cNvPr id="80" name="Rectangle 79">
              <a:extLst>
                <a:ext uri="{FF2B5EF4-FFF2-40B4-BE49-F238E27FC236}">
                  <a16:creationId xmlns:a16="http://schemas.microsoft.com/office/drawing/2014/main" id="{35758B04-F08E-BFE2-29D3-D05E0F629A18}"/>
                </a:ext>
              </a:extLst>
            </p:cNvPr>
            <p:cNvSpPr/>
            <p:nvPr/>
          </p:nvSpPr>
          <p:spPr bwMode="gray">
            <a:xfrm>
              <a:off x="5465064" y="4725751"/>
              <a:ext cx="1872000" cy="426556"/>
            </a:xfrm>
            <a:prstGeom prst="rect">
              <a:avLst/>
            </a:prstGeom>
            <a:noFill/>
            <a:ln w="9525" algn="ctr">
              <a:solidFill>
                <a:schemeClr val="bg1">
                  <a:lumMod val="85000"/>
                </a:schemeClr>
              </a:solid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buFont typeface="Wingdings 2" pitchFamily="18" charset="2"/>
                <a:buNone/>
              </a:pPr>
              <a:r>
                <a:rPr lang="en-US" sz="1000"/>
                <a:t>Automated report testing</a:t>
              </a:r>
            </a:p>
          </p:txBody>
        </p:sp>
        <p:sp>
          <p:nvSpPr>
            <p:cNvPr id="81" name="Rectangle 80">
              <a:extLst>
                <a:ext uri="{FF2B5EF4-FFF2-40B4-BE49-F238E27FC236}">
                  <a16:creationId xmlns:a16="http://schemas.microsoft.com/office/drawing/2014/main" id="{6CB1A48D-88A3-8627-B11E-D519036796D1}"/>
                </a:ext>
              </a:extLst>
            </p:cNvPr>
            <p:cNvSpPr/>
            <p:nvPr/>
          </p:nvSpPr>
          <p:spPr bwMode="gray">
            <a:xfrm>
              <a:off x="5465064" y="5256806"/>
              <a:ext cx="1872000" cy="957612"/>
            </a:xfrm>
            <a:prstGeom prst="rect">
              <a:avLst/>
            </a:prstGeom>
            <a:noFill/>
            <a:ln w="9525" algn="ctr">
              <a:solidFill>
                <a:schemeClr val="bg1">
                  <a:lumMod val="85000"/>
                </a:schemeClr>
              </a:solid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buFont typeface="Wingdings 2" pitchFamily="18" charset="2"/>
                <a:buNone/>
              </a:pPr>
              <a:r>
                <a:rPr lang="en-US" sz="1000"/>
                <a:t>Convert SnowSQL code to DBT</a:t>
              </a:r>
            </a:p>
          </p:txBody>
        </p:sp>
        <p:sp>
          <p:nvSpPr>
            <p:cNvPr id="109" name="Rectangle 108">
              <a:extLst>
                <a:ext uri="{FF2B5EF4-FFF2-40B4-BE49-F238E27FC236}">
                  <a16:creationId xmlns:a16="http://schemas.microsoft.com/office/drawing/2014/main" id="{1431EAD6-5C58-8FA3-F0C1-76F592122A5E}"/>
                </a:ext>
              </a:extLst>
            </p:cNvPr>
            <p:cNvSpPr/>
            <p:nvPr/>
          </p:nvSpPr>
          <p:spPr bwMode="gray">
            <a:xfrm>
              <a:off x="7463222" y="2070476"/>
              <a:ext cx="1714306" cy="426556"/>
            </a:xfrm>
            <a:prstGeom prst="rect">
              <a:avLst/>
            </a:prstGeom>
            <a:noFill/>
            <a:ln w="9525" algn="ctr">
              <a:solidFill>
                <a:schemeClr val="bg1">
                  <a:lumMod val="85000"/>
                </a:schemeClr>
              </a:solid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marL="381000">
                <a:buFont typeface="Wingdings 2" pitchFamily="18" charset="2"/>
                <a:buNone/>
              </a:pPr>
              <a:r>
                <a:rPr lang="en-US" sz="1000" b="1"/>
                <a:t>ETL Code Converter</a:t>
              </a:r>
            </a:p>
          </p:txBody>
        </p:sp>
        <p:sp>
          <p:nvSpPr>
            <p:cNvPr id="110" name="Rectangle 109">
              <a:extLst>
                <a:ext uri="{FF2B5EF4-FFF2-40B4-BE49-F238E27FC236}">
                  <a16:creationId xmlns:a16="http://schemas.microsoft.com/office/drawing/2014/main" id="{3E993353-5BE7-5566-17D1-7B9F9123783D}"/>
                </a:ext>
              </a:extLst>
            </p:cNvPr>
            <p:cNvSpPr/>
            <p:nvPr/>
          </p:nvSpPr>
          <p:spPr bwMode="gray">
            <a:xfrm>
              <a:off x="7463222" y="2601531"/>
              <a:ext cx="1714306" cy="426556"/>
            </a:xfrm>
            <a:prstGeom prst="rect">
              <a:avLst/>
            </a:prstGeom>
            <a:noFill/>
            <a:ln w="9525" algn="ctr">
              <a:solidFill>
                <a:schemeClr val="bg1">
                  <a:lumMod val="85000"/>
                </a:schemeClr>
              </a:solid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marL="381000">
                <a:buFont typeface="Wingdings 2" pitchFamily="18" charset="2"/>
                <a:buNone/>
              </a:pPr>
              <a:r>
                <a:rPr lang="en-US" sz="1000" b="1"/>
                <a:t>SnowConvert AI</a:t>
              </a:r>
            </a:p>
          </p:txBody>
        </p:sp>
        <p:sp>
          <p:nvSpPr>
            <p:cNvPr id="111" name="Rectangle 110">
              <a:extLst>
                <a:ext uri="{FF2B5EF4-FFF2-40B4-BE49-F238E27FC236}">
                  <a16:creationId xmlns:a16="http://schemas.microsoft.com/office/drawing/2014/main" id="{45EDE529-F202-2334-B167-7A546E640067}"/>
                </a:ext>
              </a:extLst>
            </p:cNvPr>
            <p:cNvSpPr/>
            <p:nvPr/>
          </p:nvSpPr>
          <p:spPr bwMode="gray">
            <a:xfrm>
              <a:off x="7463222" y="3132586"/>
              <a:ext cx="1714306" cy="426556"/>
            </a:xfrm>
            <a:prstGeom prst="rect">
              <a:avLst/>
            </a:prstGeom>
            <a:solidFill>
              <a:schemeClr val="bg1">
                <a:lumMod val="95000"/>
              </a:schemeClr>
            </a:solidFill>
            <a:ln w="9525" algn="ctr">
              <a:solidFill>
                <a:schemeClr val="bg1">
                  <a:lumMod val="85000"/>
                </a:schemeClr>
              </a:solid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marL="381000">
                <a:buFont typeface="Wingdings 2" pitchFamily="18" charset="2"/>
                <a:buNone/>
              </a:pPr>
              <a:r>
                <a:rPr lang="en-US" sz="1000" b="1"/>
                <a:t>Data Assist Orchestration Agent</a:t>
              </a:r>
            </a:p>
          </p:txBody>
        </p:sp>
        <p:sp>
          <p:nvSpPr>
            <p:cNvPr id="112" name="Rectangle 111">
              <a:extLst>
                <a:ext uri="{FF2B5EF4-FFF2-40B4-BE49-F238E27FC236}">
                  <a16:creationId xmlns:a16="http://schemas.microsoft.com/office/drawing/2014/main" id="{1EF7746D-4565-5A92-C17D-6CDC2BA6D3EA}"/>
                </a:ext>
              </a:extLst>
            </p:cNvPr>
            <p:cNvSpPr/>
            <p:nvPr/>
          </p:nvSpPr>
          <p:spPr bwMode="gray">
            <a:xfrm>
              <a:off x="7463222" y="3663641"/>
              <a:ext cx="1714306" cy="426556"/>
            </a:xfrm>
            <a:prstGeom prst="rect">
              <a:avLst/>
            </a:prstGeom>
            <a:noFill/>
            <a:ln w="9525" algn="ctr">
              <a:solidFill>
                <a:schemeClr val="bg1">
                  <a:lumMod val="85000"/>
                </a:schemeClr>
              </a:solid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marL="381000">
                <a:buFont typeface="Wingdings 2" pitchFamily="18" charset="2"/>
                <a:buNone/>
              </a:pPr>
              <a:r>
                <a:rPr lang="en-US" sz="1000" b="1"/>
                <a:t>CCI</a:t>
              </a:r>
            </a:p>
          </p:txBody>
        </p:sp>
        <p:sp>
          <p:nvSpPr>
            <p:cNvPr id="113" name="Rectangle 112">
              <a:extLst>
                <a:ext uri="{FF2B5EF4-FFF2-40B4-BE49-F238E27FC236}">
                  <a16:creationId xmlns:a16="http://schemas.microsoft.com/office/drawing/2014/main" id="{9BF58C6C-1B38-D9BE-B3F4-8A8BACBC7374}"/>
                </a:ext>
              </a:extLst>
            </p:cNvPr>
            <p:cNvSpPr/>
            <p:nvPr/>
          </p:nvSpPr>
          <p:spPr bwMode="gray">
            <a:xfrm>
              <a:off x="7463222" y="4194696"/>
              <a:ext cx="1714306" cy="426556"/>
            </a:xfrm>
            <a:prstGeom prst="rect">
              <a:avLst/>
            </a:prstGeom>
            <a:noFill/>
            <a:ln w="9525" algn="ctr">
              <a:solidFill>
                <a:schemeClr val="bg1">
                  <a:lumMod val="85000"/>
                </a:schemeClr>
              </a:solid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marL="381000">
                <a:buFont typeface="Wingdings 2" pitchFamily="18" charset="2"/>
                <a:buNone/>
              </a:pPr>
              <a:r>
                <a:rPr lang="en-US" sz="1000" b="1"/>
                <a:t>ETL Code Tester</a:t>
              </a:r>
            </a:p>
          </p:txBody>
        </p:sp>
        <p:sp>
          <p:nvSpPr>
            <p:cNvPr id="114" name="Rectangle 113">
              <a:extLst>
                <a:ext uri="{FF2B5EF4-FFF2-40B4-BE49-F238E27FC236}">
                  <a16:creationId xmlns:a16="http://schemas.microsoft.com/office/drawing/2014/main" id="{447EBE91-E191-8BB9-F3CD-0A3C3D7A06C9}"/>
                </a:ext>
              </a:extLst>
            </p:cNvPr>
            <p:cNvSpPr/>
            <p:nvPr/>
          </p:nvSpPr>
          <p:spPr bwMode="gray">
            <a:xfrm>
              <a:off x="7463222" y="4725751"/>
              <a:ext cx="1714306" cy="426556"/>
            </a:xfrm>
            <a:prstGeom prst="rect">
              <a:avLst/>
            </a:prstGeom>
            <a:noFill/>
            <a:ln w="9525" algn="ctr">
              <a:solidFill>
                <a:schemeClr val="bg1">
                  <a:lumMod val="85000"/>
                </a:schemeClr>
              </a:solid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marL="381000">
                <a:buFont typeface="Wingdings 2" pitchFamily="18" charset="2"/>
                <a:buNone/>
              </a:pPr>
              <a:r>
                <a:rPr lang="en-US" sz="1000" b="1"/>
                <a:t>DRECT</a:t>
              </a:r>
            </a:p>
          </p:txBody>
        </p:sp>
        <p:sp>
          <p:nvSpPr>
            <p:cNvPr id="115" name="Rectangle 114">
              <a:extLst>
                <a:ext uri="{FF2B5EF4-FFF2-40B4-BE49-F238E27FC236}">
                  <a16:creationId xmlns:a16="http://schemas.microsoft.com/office/drawing/2014/main" id="{B60ED843-EB3A-D40D-2781-87D526AE35EE}"/>
                </a:ext>
              </a:extLst>
            </p:cNvPr>
            <p:cNvSpPr/>
            <p:nvPr/>
          </p:nvSpPr>
          <p:spPr bwMode="gray">
            <a:xfrm>
              <a:off x="7463222" y="5256806"/>
              <a:ext cx="1714306" cy="426556"/>
            </a:xfrm>
            <a:prstGeom prst="rect">
              <a:avLst/>
            </a:prstGeom>
            <a:noFill/>
            <a:ln w="9525" algn="ctr">
              <a:solidFill>
                <a:schemeClr val="bg1">
                  <a:lumMod val="85000"/>
                </a:schemeClr>
              </a:solid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marL="381000">
                <a:buFont typeface="Wingdings 2" pitchFamily="18" charset="2"/>
                <a:buNone/>
              </a:pPr>
              <a:r>
                <a:rPr lang="en-US" sz="1000" b="1"/>
                <a:t>DBT Code Converter v1</a:t>
              </a:r>
            </a:p>
          </p:txBody>
        </p:sp>
        <p:sp>
          <p:nvSpPr>
            <p:cNvPr id="116" name="Rectangle 115">
              <a:extLst>
                <a:ext uri="{FF2B5EF4-FFF2-40B4-BE49-F238E27FC236}">
                  <a16:creationId xmlns:a16="http://schemas.microsoft.com/office/drawing/2014/main" id="{D54E70B3-C0D6-8437-7D5E-09C966B89704}"/>
                </a:ext>
              </a:extLst>
            </p:cNvPr>
            <p:cNvSpPr/>
            <p:nvPr/>
          </p:nvSpPr>
          <p:spPr bwMode="gray">
            <a:xfrm>
              <a:off x="7463222" y="5787862"/>
              <a:ext cx="1714306" cy="426556"/>
            </a:xfrm>
            <a:prstGeom prst="rect">
              <a:avLst/>
            </a:prstGeom>
            <a:solidFill>
              <a:schemeClr val="bg1">
                <a:lumMod val="95000"/>
              </a:schemeClr>
            </a:solidFill>
            <a:ln w="9525" algn="ctr">
              <a:solidFill>
                <a:schemeClr val="bg1">
                  <a:lumMod val="85000"/>
                </a:schemeClr>
              </a:solid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marL="381000">
                <a:buFont typeface="Wingdings 2" pitchFamily="18" charset="2"/>
                <a:buNone/>
              </a:pPr>
              <a:r>
                <a:rPr lang="en-US" sz="1000" b="1"/>
                <a:t>DBT Code Converter v2</a:t>
              </a:r>
            </a:p>
          </p:txBody>
        </p:sp>
        <p:pic>
          <p:nvPicPr>
            <p:cNvPr id="1026" name="Picture 2" descr="Snowflake logo in transparent PNG and vectorized SVG formats">
              <a:extLst>
                <a:ext uri="{FF2B5EF4-FFF2-40B4-BE49-F238E27FC236}">
                  <a16:creationId xmlns:a16="http://schemas.microsoft.com/office/drawing/2014/main" id="{49CE90FD-9D77-8257-FB8F-080CBD61B2B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41715" y="2685440"/>
              <a:ext cx="259756" cy="258738"/>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Cisco - Wikipedia">
              <a:extLst>
                <a:ext uri="{FF2B5EF4-FFF2-40B4-BE49-F238E27FC236}">
                  <a16:creationId xmlns:a16="http://schemas.microsoft.com/office/drawing/2014/main" id="{E660B52C-7526-0006-5642-E25984B9B7B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08336" y="3775245"/>
              <a:ext cx="384884" cy="203348"/>
            </a:xfrm>
            <a:prstGeom prst="rect">
              <a:avLst/>
            </a:prstGeom>
            <a:noFill/>
            <a:extLst>
              <a:ext uri="{909E8E84-426E-40DD-AFC4-6F175D3DCCD1}">
                <a14:hiddenFill xmlns:a14="http://schemas.microsoft.com/office/drawing/2010/main">
                  <a:solidFill>
                    <a:srgbClr val="FFFFFF"/>
                  </a:solidFill>
                </a14:hiddenFill>
              </a:ext>
            </a:extLst>
          </p:spPr>
        </p:pic>
        <p:grpSp>
          <p:nvGrpSpPr>
            <p:cNvPr id="157" name="Group 156">
              <a:extLst>
                <a:ext uri="{FF2B5EF4-FFF2-40B4-BE49-F238E27FC236}">
                  <a16:creationId xmlns:a16="http://schemas.microsoft.com/office/drawing/2014/main" id="{40CA395A-74A1-187D-B277-E14BD0033FA7}"/>
                </a:ext>
              </a:extLst>
            </p:cNvPr>
            <p:cNvGrpSpPr/>
            <p:nvPr/>
          </p:nvGrpSpPr>
          <p:grpSpPr>
            <a:xfrm>
              <a:off x="7541360" y="2161079"/>
              <a:ext cx="245356" cy="245356"/>
              <a:chOff x="12770671" y="633694"/>
              <a:chExt cx="226365" cy="226365"/>
            </a:xfrm>
          </p:grpSpPr>
          <p:sp>
            <p:nvSpPr>
              <p:cNvPr id="156" name="Rectangle 155">
                <a:extLst>
                  <a:ext uri="{FF2B5EF4-FFF2-40B4-BE49-F238E27FC236}">
                    <a16:creationId xmlns:a16="http://schemas.microsoft.com/office/drawing/2014/main" id="{60F41642-DAC0-047D-C33A-9FF7E91ECCA1}"/>
                  </a:ext>
                </a:extLst>
              </p:cNvPr>
              <p:cNvSpPr/>
              <p:nvPr/>
            </p:nvSpPr>
            <p:spPr bwMode="gray">
              <a:xfrm>
                <a:off x="12770671" y="633694"/>
                <a:ext cx="226365" cy="226365"/>
              </a:xfrm>
              <a:prstGeom prst="rect">
                <a:avLst/>
              </a:prstGeom>
              <a:solidFill>
                <a:schemeClr val="tx1"/>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buFont typeface="Wingdings 2" pitchFamily="18" charset="2"/>
                  <a:buNone/>
                </a:pPr>
                <a:endParaRPr lang="en-US" sz="1600" b="1">
                  <a:solidFill>
                    <a:schemeClr val="bg1"/>
                  </a:solidFill>
                </a:endParaRPr>
              </a:p>
            </p:txBody>
          </p:sp>
          <p:sp>
            <p:nvSpPr>
              <p:cNvPr id="155" name="Oval 154">
                <a:extLst>
                  <a:ext uri="{FF2B5EF4-FFF2-40B4-BE49-F238E27FC236}">
                    <a16:creationId xmlns:a16="http://schemas.microsoft.com/office/drawing/2014/main" id="{F884B54E-34C3-B89A-A159-A0726D235C90}"/>
                  </a:ext>
                </a:extLst>
              </p:cNvPr>
              <p:cNvSpPr/>
              <p:nvPr/>
            </p:nvSpPr>
            <p:spPr bwMode="gray">
              <a:xfrm>
                <a:off x="12806648" y="669690"/>
                <a:ext cx="154373" cy="154373"/>
              </a:xfrm>
              <a:prstGeom prst="ellipse">
                <a:avLst/>
              </a:prstGeom>
              <a:solidFill>
                <a:schemeClr val="accent1"/>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buFont typeface="Wingdings 2" pitchFamily="18" charset="2"/>
                  <a:buNone/>
                </a:pPr>
                <a:endParaRPr lang="en-US" sz="1600" b="1">
                  <a:solidFill>
                    <a:schemeClr val="bg1"/>
                  </a:solidFill>
                </a:endParaRPr>
              </a:p>
            </p:txBody>
          </p:sp>
        </p:grpSp>
        <p:grpSp>
          <p:nvGrpSpPr>
            <p:cNvPr id="158" name="Group 157">
              <a:extLst>
                <a:ext uri="{FF2B5EF4-FFF2-40B4-BE49-F238E27FC236}">
                  <a16:creationId xmlns:a16="http://schemas.microsoft.com/office/drawing/2014/main" id="{4B64500A-BDB0-9907-A2DF-8800831C6B47}"/>
                </a:ext>
              </a:extLst>
            </p:cNvPr>
            <p:cNvGrpSpPr/>
            <p:nvPr/>
          </p:nvGrpSpPr>
          <p:grpSpPr>
            <a:xfrm>
              <a:off x="7541360" y="3223189"/>
              <a:ext cx="245356" cy="245356"/>
              <a:chOff x="12770671" y="633694"/>
              <a:chExt cx="226365" cy="226365"/>
            </a:xfrm>
          </p:grpSpPr>
          <p:sp>
            <p:nvSpPr>
              <p:cNvPr id="159" name="Rectangle 158">
                <a:extLst>
                  <a:ext uri="{FF2B5EF4-FFF2-40B4-BE49-F238E27FC236}">
                    <a16:creationId xmlns:a16="http://schemas.microsoft.com/office/drawing/2014/main" id="{9497C5E8-A4A3-E8F4-6B93-130379E3EC93}"/>
                  </a:ext>
                </a:extLst>
              </p:cNvPr>
              <p:cNvSpPr/>
              <p:nvPr/>
            </p:nvSpPr>
            <p:spPr bwMode="gray">
              <a:xfrm>
                <a:off x="12770671" y="633694"/>
                <a:ext cx="226365" cy="226365"/>
              </a:xfrm>
              <a:prstGeom prst="rect">
                <a:avLst/>
              </a:prstGeom>
              <a:solidFill>
                <a:schemeClr val="tx1"/>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buFont typeface="Wingdings 2" pitchFamily="18" charset="2"/>
                  <a:buNone/>
                </a:pPr>
                <a:endParaRPr lang="en-US" sz="1600" b="1">
                  <a:solidFill>
                    <a:schemeClr val="bg1"/>
                  </a:solidFill>
                </a:endParaRPr>
              </a:p>
            </p:txBody>
          </p:sp>
          <p:sp>
            <p:nvSpPr>
              <p:cNvPr id="160" name="Oval 159">
                <a:extLst>
                  <a:ext uri="{FF2B5EF4-FFF2-40B4-BE49-F238E27FC236}">
                    <a16:creationId xmlns:a16="http://schemas.microsoft.com/office/drawing/2014/main" id="{B7F6AC0C-E913-2D31-67A0-6D32AE5A5299}"/>
                  </a:ext>
                </a:extLst>
              </p:cNvPr>
              <p:cNvSpPr/>
              <p:nvPr/>
            </p:nvSpPr>
            <p:spPr bwMode="gray">
              <a:xfrm>
                <a:off x="12806648" y="669690"/>
                <a:ext cx="154373" cy="154373"/>
              </a:xfrm>
              <a:prstGeom prst="ellipse">
                <a:avLst/>
              </a:prstGeom>
              <a:solidFill>
                <a:schemeClr val="accent1"/>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buFont typeface="Wingdings 2" pitchFamily="18" charset="2"/>
                  <a:buNone/>
                </a:pPr>
                <a:endParaRPr lang="en-US" sz="1600" b="1">
                  <a:solidFill>
                    <a:schemeClr val="bg1"/>
                  </a:solidFill>
                </a:endParaRPr>
              </a:p>
            </p:txBody>
          </p:sp>
        </p:grpSp>
        <p:grpSp>
          <p:nvGrpSpPr>
            <p:cNvPr id="161" name="Group 160">
              <a:extLst>
                <a:ext uri="{FF2B5EF4-FFF2-40B4-BE49-F238E27FC236}">
                  <a16:creationId xmlns:a16="http://schemas.microsoft.com/office/drawing/2014/main" id="{E2430221-D3EA-AC32-2F0F-F026E6B7A9D6}"/>
                </a:ext>
              </a:extLst>
            </p:cNvPr>
            <p:cNvGrpSpPr/>
            <p:nvPr/>
          </p:nvGrpSpPr>
          <p:grpSpPr>
            <a:xfrm>
              <a:off x="7541360" y="4285299"/>
              <a:ext cx="245356" cy="245356"/>
              <a:chOff x="12770671" y="633694"/>
              <a:chExt cx="226365" cy="226365"/>
            </a:xfrm>
          </p:grpSpPr>
          <p:sp>
            <p:nvSpPr>
              <p:cNvPr id="162" name="Rectangle 161">
                <a:extLst>
                  <a:ext uri="{FF2B5EF4-FFF2-40B4-BE49-F238E27FC236}">
                    <a16:creationId xmlns:a16="http://schemas.microsoft.com/office/drawing/2014/main" id="{F57E4934-F9CF-8345-1EE4-636F3EB0C8B2}"/>
                  </a:ext>
                </a:extLst>
              </p:cNvPr>
              <p:cNvSpPr/>
              <p:nvPr/>
            </p:nvSpPr>
            <p:spPr bwMode="gray">
              <a:xfrm>
                <a:off x="12770671" y="633694"/>
                <a:ext cx="226365" cy="226365"/>
              </a:xfrm>
              <a:prstGeom prst="rect">
                <a:avLst/>
              </a:prstGeom>
              <a:solidFill>
                <a:schemeClr val="tx1"/>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buFont typeface="Wingdings 2" pitchFamily="18" charset="2"/>
                  <a:buNone/>
                </a:pPr>
                <a:endParaRPr lang="en-US" sz="1600" b="1">
                  <a:solidFill>
                    <a:schemeClr val="bg1"/>
                  </a:solidFill>
                </a:endParaRPr>
              </a:p>
            </p:txBody>
          </p:sp>
          <p:sp>
            <p:nvSpPr>
              <p:cNvPr id="163" name="Oval 162">
                <a:extLst>
                  <a:ext uri="{FF2B5EF4-FFF2-40B4-BE49-F238E27FC236}">
                    <a16:creationId xmlns:a16="http://schemas.microsoft.com/office/drawing/2014/main" id="{D32E7E39-66DF-CA74-699C-A0C8A9C8093E}"/>
                  </a:ext>
                </a:extLst>
              </p:cNvPr>
              <p:cNvSpPr/>
              <p:nvPr/>
            </p:nvSpPr>
            <p:spPr bwMode="gray">
              <a:xfrm>
                <a:off x="12806648" y="669690"/>
                <a:ext cx="154373" cy="154373"/>
              </a:xfrm>
              <a:prstGeom prst="ellipse">
                <a:avLst/>
              </a:prstGeom>
              <a:solidFill>
                <a:schemeClr val="accent1"/>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buFont typeface="Wingdings 2" pitchFamily="18" charset="2"/>
                  <a:buNone/>
                </a:pPr>
                <a:endParaRPr lang="en-US" sz="1600" b="1">
                  <a:solidFill>
                    <a:schemeClr val="bg1"/>
                  </a:solidFill>
                </a:endParaRPr>
              </a:p>
            </p:txBody>
          </p:sp>
        </p:grpSp>
        <p:grpSp>
          <p:nvGrpSpPr>
            <p:cNvPr id="164" name="Group 163">
              <a:extLst>
                <a:ext uri="{FF2B5EF4-FFF2-40B4-BE49-F238E27FC236}">
                  <a16:creationId xmlns:a16="http://schemas.microsoft.com/office/drawing/2014/main" id="{4DA81215-A331-D199-AD45-AD06D657DA8B}"/>
                </a:ext>
              </a:extLst>
            </p:cNvPr>
            <p:cNvGrpSpPr/>
            <p:nvPr/>
          </p:nvGrpSpPr>
          <p:grpSpPr>
            <a:xfrm>
              <a:off x="7541360" y="4816354"/>
              <a:ext cx="245356" cy="245356"/>
              <a:chOff x="12770671" y="633694"/>
              <a:chExt cx="226365" cy="226365"/>
            </a:xfrm>
          </p:grpSpPr>
          <p:sp>
            <p:nvSpPr>
              <p:cNvPr id="165" name="Rectangle 164">
                <a:extLst>
                  <a:ext uri="{FF2B5EF4-FFF2-40B4-BE49-F238E27FC236}">
                    <a16:creationId xmlns:a16="http://schemas.microsoft.com/office/drawing/2014/main" id="{1489584D-63E2-83BE-3D87-794F77C37C04}"/>
                  </a:ext>
                </a:extLst>
              </p:cNvPr>
              <p:cNvSpPr/>
              <p:nvPr/>
            </p:nvSpPr>
            <p:spPr bwMode="gray">
              <a:xfrm>
                <a:off x="12770671" y="633694"/>
                <a:ext cx="226365" cy="226365"/>
              </a:xfrm>
              <a:prstGeom prst="rect">
                <a:avLst/>
              </a:prstGeom>
              <a:solidFill>
                <a:schemeClr val="tx1"/>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buFont typeface="Wingdings 2" pitchFamily="18" charset="2"/>
                  <a:buNone/>
                </a:pPr>
                <a:endParaRPr lang="en-US" sz="1600" b="1">
                  <a:solidFill>
                    <a:schemeClr val="bg1"/>
                  </a:solidFill>
                </a:endParaRPr>
              </a:p>
            </p:txBody>
          </p:sp>
          <p:sp>
            <p:nvSpPr>
              <p:cNvPr id="166" name="Oval 165">
                <a:extLst>
                  <a:ext uri="{FF2B5EF4-FFF2-40B4-BE49-F238E27FC236}">
                    <a16:creationId xmlns:a16="http://schemas.microsoft.com/office/drawing/2014/main" id="{DAF30571-DE52-E0CA-64E1-27ABF973116E}"/>
                  </a:ext>
                </a:extLst>
              </p:cNvPr>
              <p:cNvSpPr/>
              <p:nvPr/>
            </p:nvSpPr>
            <p:spPr bwMode="gray">
              <a:xfrm>
                <a:off x="12806648" y="669690"/>
                <a:ext cx="154373" cy="154373"/>
              </a:xfrm>
              <a:prstGeom prst="ellipse">
                <a:avLst/>
              </a:prstGeom>
              <a:solidFill>
                <a:schemeClr val="accent1"/>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buFont typeface="Wingdings 2" pitchFamily="18" charset="2"/>
                  <a:buNone/>
                </a:pPr>
                <a:endParaRPr lang="en-US" sz="1600" b="1">
                  <a:solidFill>
                    <a:schemeClr val="bg1"/>
                  </a:solidFill>
                </a:endParaRPr>
              </a:p>
            </p:txBody>
          </p:sp>
        </p:grpSp>
        <p:grpSp>
          <p:nvGrpSpPr>
            <p:cNvPr id="167" name="Group 166">
              <a:extLst>
                <a:ext uri="{FF2B5EF4-FFF2-40B4-BE49-F238E27FC236}">
                  <a16:creationId xmlns:a16="http://schemas.microsoft.com/office/drawing/2014/main" id="{67C55A69-E3C9-57A2-04D3-709222748CEE}"/>
                </a:ext>
              </a:extLst>
            </p:cNvPr>
            <p:cNvGrpSpPr/>
            <p:nvPr/>
          </p:nvGrpSpPr>
          <p:grpSpPr>
            <a:xfrm>
              <a:off x="7541360" y="5347409"/>
              <a:ext cx="245356" cy="245356"/>
              <a:chOff x="12770671" y="633694"/>
              <a:chExt cx="226365" cy="226365"/>
            </a:xfrm>
          </p:grpSpPr>
          <p:sp>
            <p:nvSpPr>
              <p:cNvPr id="168" name="Rectangle 167">
                <a:extLst>
                  <a:ext uri="{FF2B5EF4-FFF2-40B4-BE49-F238E27FC236}">
                    <a16:creationId xmlns:a16="http://schemas.microsoft.com/office/drawing/2014/main" id="{F3ACBB87-4658-E1D9-0603-75BA0F0FA968}"/>
                  </a:ext>
                </a:extLst>
              </p:cNvPr>
              <p:cNvSpPr/>
              <p:nvPr/>
            </p:nvSpPr>
            <p:spPr bwMode="gray">
              <a:xfrm>
                <a:off x="12770671" y="633694"/>
                <a:ext cx="226365" cy="226365"/>
              </a:xfrm>
              <a:prstGeom prst="rect">
                <a:avLst/>
              </a:prstGeom>
              <a:solidFill>
                <a:schemeClr val="tx1"/>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buFont typeface="Wingdings 2" pitchFamily="18" charset="2"/>
                  <a:buNone/>
                </a:pPr>
                <a:endParaRPr lang="en-US" sz="1600" b="1">
                  <a:solidFill>
                    <a:schemeClr val="bg1"/>
                  </a:solidFill>
                </a:endParaRPr>
              </a:p>
            </p:txBody>
          </p:sp>
          <p:sp>
            <p:nvSpPr>
              <p:cNvPr id="169" name="Oval 168">
                <a:extLst>
                  <a:ext uri="{FF2B5EF4-FFF2-40B4-BE49-F238E27FC236}">
                    <a16:creationId xmlns:a16="http://schemas.microsoft.com/office/drawing/2014/main" id="{3E0D98A4-6E37-DECD-E35E-5534F0587E94}"/>
                  </a:ext>
                </a:extLst>
              </p:cNvPr>
              <p:cNvSpPr/>
              <p:nvPr/>
            </p:nvSpPr>
            <p:spPr bwMode="gray">
              <a:xfrm>
                <a:off x="12806648" y="669690"/>
                <a:ext cx="154373" cy="154373"/>
              </a:xfrm>
              <a:prstGeom prst="ellipse">
                <a:avLst/>
              </a:prstGeom>
              <a:solidFill>
                <a:schemeClr val="accent1"/>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buFont typeface="Wingdings 2" pitchFamily="18" charset="2"/>
                  <a:buNone/>
                </a:pPr>
                <a:endParaRPr lang="en-US" sz="1600" b="1">
                  <a:solidFill>
                    <a:schemeClr val="bg1"/>
                  </a:solidFill>
                </a:endParaRPr>
              </a:p>
            </p:txBody>
          </p:sp>
        </p:grpSp>
        <p:grpSp>
          <p:nvGrpSpPr>
            <p:cNvPr id="170" name="Group 169">
              <a:extLst>
                <a:ext uri="{FF2B5EF4-FFF2-40B4-BE49-F238E27FC236}">
                  <a16:creationId xmlns:a16="http://schemas.microsoft.com/office/drawing/2014/main" id="{DFDCA120-BFC6-46DF-1003-DDF03E8B653B}"/>
                </a:ext>
              </a:extLst>
            </p:cNvPr>
            <p:cNvGrpSpPr/>
            <p:nvPr/>
          </p:nvGrpSpPr>
          <p:grpSpPr>
            <a:xfrm>
              <a:off x="7541360" y="5878465"/>
              <a:ext cx="245356" cy="245356"/>
              <a:chOff x="12770671" y="633694"/>
              <a:chExt cx="226365" cy="226365"/>
            </a:xfrm>
          </p:grpSpPr>
          <p:sp>
            <p:nvSpPr>
              <p:cNvPr id="171" name="Rectangle 170">
                <a:extLst>
                  <a:ext uri="{FF2B5EF4-FFF2-40B4-BE49-F238E27FC236}">
                    <a16:creationId xmlns:a16="http://schemas.microsoft.com/office/drawing/2014/main" id="{26D2C25D-388C-3A32-D3BD-CC8B028E2594}"/>
                  </a:ext>
                </a:extLst>
              </p:cNvPr>
              <p:cNvSpPr/>
              <p:nvPr/>
            </p:nvSpPr>
            <p:spPr bwMode="gray">
              <a:xfrm>
                <a:off x="12770671" y="633694"/>
                <a:ext cx="226365" cy="226365"/>
              </a:xfrm>
              <a:prstGeom prst="rect">
                <a:avLst/>
              </a:prstGeom>
              <a:solidFill>
                <a:schemeClr val="tx1"/>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buFont typeface="Wingdings 2" pitchFamily="18" charset="2"/>
                  <a:buNone/>
                </a:pPr>
                <a:endParaRPr lang="en-US" sz="1600" b="1">
                  <a:solidFill>
                    <a:schemeClr val="bg1"/>
                  </a:solidFill>
                </a:endParaRPr>
              </a:p>
            </p:txBody>
          </p:sp>
          <p:sp>
            <p:nvSpPr>
              <p:cNvPr id="172" name="Oval 171">
                <a:extLst>
                  <a:ext uri="{FF2B5EF4-FFF2-40B4-BE49-F238E27FC236}">
                    <a16:creationId xmlns:a16="http://schemas.microsoft.com/office/drawing/2014/main" id="{C70DBA4A-6921-8AD2-B55F-05174574E840}"/>
                  </a:ext>
                </a:extLst>
              </p:cNvPr>
              <p:cNvSpPr/>
              <p:nvPr/>
            </p:nvSpPr>
            <p:spPr bwMode="gray">
              <a:xfrm>
                <a:off x="12806648" y="669690"/>
                <a:ext cx="154373" cy="154373"/>
              </a:xfrm>
              <a:prstGeom prst="ellipse">
                <a:avLst/>
              </a:prstGeom>
              <a:solidFill>
                <a:schemeClr val="accent1"/>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buFont typeface="Wingdings 2" pitchFamily="18" charset="2"/>
                  <a:buNone/>
                </a:pPr>
                <a:endParaRPr lang="en-US" sz="1600" b="1">
                  <a:solidFill>
                    <a:schemeClr val="bg1"/>
                  </a:solidFill>
                </a:endParaRPr>
              </a:p>
            </p:txBody>
          </p:sp>
        </p:grpSp>
      </p:grpSp>
      <p:grpSp>
        <p:nvGrpSpPr>
          <p:cNvPr id="37" name="Group 36">
            <a:extLst>
              <a:ext uri="{FF2B5EF4-FFF2-40B4-BE49-F238E27FC236}">
                <a16:creationId xmlns:a16="http://schemas.microsoft.com/office/drawing/2014/main" id="{43359F96-2EC9-6AA5-8855-884B58C9A346}"/>
              </a:ext>
            </a:extLst>
          </p:cNvPr>
          <p:cNvGrpSpPr/>
          <p:nvPr/>
        </p:nvGrpSpPr>
        <p:grpSpPr>
          <a:xfrm>
            <a:off x="9513076" y="1459534"/>
            <a:ext cx="2209023" cy="4839666"/>
            <a:chOff x="9513076" y="1459534"/>
            <a:chExt cx="2209023" cy="4839666"/>
          </a:xfrm>
        </p:grpSpPr>
        <p:sp>
          <p:nvSpPr>
            <p:cNvPr id="91" name="Rectangle 90">
              <a:extLst>
                <a:ext uri="{FF2B5EF4-FFF2-40B4-BE49-F238E27FC236}">
                  <a16:creationId xmlns:a16="http://schemas.microsoft.com/office/drawing/2014/main" id="{0F131DFC-8E1A-59D4-5AC8-D4683E9EF16E}"/>
                </a:ext>
              </a:extLst>
            </p:cNvPr>
            <p:cNvSpPr/>
            <p:nvPr/>
          </p:nvSpPr>
          <p:spPr bwMode="gray">
            <a:xfrm>
              <a:off x="9550400" y="1459534"/>
              <a:ext cx="2171699" cy="186590"/>
            </a:xfrm>
            <a:prstGeom prst="rect">
              <a:avLst/>
            </a:prstGeom>
            <a:noFill/>
            <a:ln w="1905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a:buFont typeface="Wingdings 2" pitchFamily="18" charset="2"/>
                <a:buNone/>
              </a:pPr>
              <a:r>
                <a:rPr lang="en-US" sz="1200" b="1" dirty="0"/>
                <a:t>Deliverables/Outcomes</a:t>
              </a:r>
            </a:p>
          </p:txBody>
        </p:sp>
        <p:sp>
          <p:nvSpPr>
            <p:cNvPr id="82" name="Rectangle 81">
              <a:extLst>
                <a:ext uri="{FF2B5EF4-FFF2-40B4-BE49-F238E27FC236}">
                  <a16:creationId xmlns:a16="http://schemas.microsoft.com/office/drawing/2014/main" id="{92908ED1-882C-93F0-93FE-49C4A43731FC}"/>
                </a:ext>
              </a:extLst>
            </p:cNvPr>
            <p:cNvSpPr/>
            <p:nvPr/>
          </p:nvSpPr>
          <p:spPr bwMode="gray">
            <a:xfrm>
              <a:off x="9630424" y="2070476"/>
              <a:ext cx="2011651" cy="395894"/>
            </a:xfrm>
            <a:prstGeom prst="rect">
              <a:avLst/>
            </a:prstGeom>
            <a:solidFill>
              <a:schemeClr val="accent1"/>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marL="85725">
                <a:buFont typeface="Wingdings 2" pitchFamily="18" charset="2"/>
                <a:buNone/>
              </a:pPr>
              <a:r>
                <a:rPr lang="en-US" sz="1000">
                  <a:solidFill>
                    <a:schemeClr val="bg1"/>
                  </a:solidFill>
                </a:rPr>
                <a:t>Repointed Ingestion</a:t>
              </a:r>
            </a:p>
          </p:txBody>
        </p:sp>
        <p:sp>
          <p:nvSpPr>
            <p:cNvPr id="84" name="Rectangle 83">
              <a:extLst>
                <a:ext uri="{FF2B5EF4-FFF2-40B4-BE49-F238E27FC236}">
                  <a16:creationId xmlns:a16="http://schemas.microsoft.com/office/drawing/2014/main" id="{5D2AB5EB-5E12-9169-B3E4-0F60D3C5B50F}"/>
                </a:ext>
              </a:extLst>
            </p:cNvPr>
            <p:cNvSpPr/>
            <p:nvPr/>
          </p:nvSpPr>
          <p:spPr bwMode="gray">
            <a:xfrm>
              <a:off x="9630424" y="3017542"/>
              <a:ext cx="2011651" cy="395894"/>
            </a:xfrm>
            <a:prstGeom prst="rect">
              <a:avLst/>
            </a:prstGeom>
            <a:solidFill>
              <a:schemeClr val="accent1"/>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marL="85725">
                <a:buFont typeface="Wingdings 2" pitchFamily="18" charset="2"/>
                <a:buNone/>
              </a:pPr>
              <a:r>
                <a:rPr lang="en-US" sz="1000">
                  <a:solidFill>
                    <a:schemeClr val="bg1"/>
                  </a:solidFill>
                </a:rPr>
                <a:t>Converted ETL Pipelines</a:t>
              </a:r>
            </a:p>
          </p:txBody>
        </p:sp>
        <p:sp>
          <p:nvSpPr>
            <p:cNvPr id="86" name="Rectangle 85">
              <a:extLst>
                <a:ext uri="{FF2B5EF4-FFF2-40B4-BE49-F238E27FC236}">
                  <a16:creationId xmlns:a16="http://schemas.microsoft.com/office/drawing/2014/main" id="{1A3A8FDD-4548-3458-D5B1-0D63D3A89936}"/>
                </a:ext>
              </a:extLst>
            </p:cNvPr>
            <p:cNvSpPr/>
            <p:nvPr/>
          </p:nvSpPr>
          <p:spPr bwMode="gray">
            <a:xfrm>
              <a:off x="9630424" y="3964608"/>
              <a:ext cx="2011651" cy="395894"/>
            </a:xfrm>
            <a:prstGeom prst="rect">
              <a:avLst/>
            </a:prstGeom>
            <a:solidFill>
              <a:schemeClr val="accent1"/>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marL="85725">
                <a:buFont typeface="Wingdings 2" pitchFamily="18" charset="2"/>
                <a:buNone/>
              </a:pPr>
              <a:r>
                <a:rPr lang="en-US" sz="1000">
                  <a:solidFill>
                    <a:schemeClr val="bg1"/>
                  </a:solidFill>
                </a:rPr>
                <a:t>Unit Testing Results</a:t>
              </a:r>
            </a:p>
          </p:txBody>
        </p:sp>
        <p:sp>
          <p:nvSpPr>
            <p:cNvPr id="88" name="Rectangle 87">
              <a:extLst>
                <a:ext uri="{FF2B5EF4-FFF2-40B4-BE49-F238E27FC236}">
                  <a16:creationId xmlns:a16="http://schemas.microsoft.com/office/drawing/2014/main" id="{049F8F42-55A7-8C85-3A56-DDA2CBDF8856}"/>
                </a:ext>
              </a:extLst>
            </p:cNvPr>
            <p:cNvSpPr/>
            <p:nvPr/>
          </p:nvSpPr>
          <p:spPr bwMode="gray">
            <a:xfrm>
              <a:off x="9630424" y="4871461"/>
              <a:ext cx="2011651" cy="395894"/>
            </a:xfrm>
            <a:prstGeom prst="rect">
              <a:avLst/>
            </a:prstGeom>
            <a:solidFill>
              <a:schemeClr val="accent1"/>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marL="85725">
                <a:buFont typeface="Wingdings 2" pitchFamily="18" charset="2"/>
                <a:buNone/>
              </a:pPr>
              <a:r>
                <a:rPr lang="en-US" sz="1000">
                  <a:solidFill>
                    <a:schemeClr val="bg1"/>
                  </a:solidFill>
                </a:rPr>
                <a:t>History Data Migration for SIT</a:t>
              </a:r>
            </a:p>
          </p:txBody>
        </p:sp>
        <p:sp>
          <p:nvSpPr>
            <p:cNvPr id="89" name="Rectangle 88">
              <a:extLst>
                <a:ext uri="{FF2B5EF4-FFF2-40B4-BE49-F238E27FC236}">
                  <a16:creationId xmlns:a16="http://schemas.microsoft.com/office/drawing/2014/main" id="{2C096151-E742-7631-B1C4-BB0A576EB03B}"/>
                </a:ext>
              </a:extLst>
            </p:cNvPr>
            <p:cNvSpPr/>
            <p:nvPr/>
          </p:nvSpPr>
          <p:spPr bwMode="gray">
            <a:xfrm>
              <a:off x="9630424" y="5344994"/>
              <a:ext cx="2011651" cy="395894"/>
            </a:xfrm>
            <a:prstGeom prst="rect">
              <a:avLst/>
            </a:prstGeom>
            <a:solidFill>
              <a:schemeClr val="accent1"/>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marL="85725">
                <a:buFont typeface="Wingdings 2" pitchFamily="18" charset="2"/>
                <a:buNone/>
              </a:pPr>
              <a:r>
                <a:rPr lang="en-US" sz="1000">
                  <a:solidFill>
                    <a:schemeClr val="bg1"/>
                  </a:solidFill>
                </a:rPr>
                <a:t>SIT Test Plan</a:t>
              </a:r>
            </a:p>
          </p:txBody>
        </p:sp>
        <p:sp>
          <p:nvSpPr>
            <p:cNvPr id="90" name="Rectangle 89">
              <a:extLst>
                <a:ext uri="{FF2B5EF4-FFF2-40B4-BE49-F238E27FC236}">
                  <a16:creationId xmlns:a16="http://schemas.microsoft.com/office/drawing/2014/main" id="{CC5CE795-00A7-20A1-339E-80B2ED6C83FE}"/>
                </a:ext>
              </a:extLst>
            </p:cNvPr>
            <p:cNvSpPr/>
            <p:nvPr/>
          </p:nvSpPr>
          <p:spPr bwMode="gray">
            <a:xfrm>
              <a:off x="9630424" y="5818524"/>
              <a:ext cx="2011651" cy="395894"/>
            </a:xfrm>
            <a:prstGeom prst="rect">
              <a:avLst/>
            </a:prstGeom>
            <a:solidFill>
              <a:schemeClr val="accent1"/>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marL="85725">
                <a:buFont typeface="Wingdings 2" pitchFamily="18" charset="2"/>
                <a:buNone/>
              </a:pPr>
              <a:r>
                <a:rPr lang="en-US" sz="1000">
                  <a:solidFill>
                    <a:schemeClr val="bg1"/>
                  </a:solidFill>
                </a:rPr>
                <a:t>SIT Test Cases</a:t>
              </a:r>
            </a:p>
          </p:txBody>
        </p:sp>
        <p:sp>
          <p:nvSpPr>
            <p:cNvPr id="43" name="Rectangle 42">
              <a:extLst>
                <a:ext uri="{FF2B5EF4-FFF2-40B4-BE49-F238E27FC236}">
                  <a16:creationId xmlns:a16="http://schemas.microsoft.com/office/drawing/2014/main" id="{63160307-871F-0BF8-1A9C-752E130BD2E5}"/>
                </a:ext>
              </a:extLst>
            </p:cNvPr>
            <p:cNvSpPr/>
            <p:nvPr/>
          </p:nvSpPr>
          <p:spPr bwMode="gray">
            <a:xfrm>
              <a:off x="9550400" y="1712191"/>
              <a:ext cx="2171699" cy="301156"/>
            </a:xfrm>
            <a:prstGeom prst="rect">
              <a:avLst/>
            </a:prstGeom>
            <a:solidFill>
              <a:srgbClr val="012169"/>
            </a:solidFill>
            <a:ln w="19050" algn="ctr">
              <a:solidFill>
                <a:srgbClr val="012169"/>
              </a:solid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buFont typeface="Wingdings 2" pitchFamily="18" charset="2"/>
                <a:buNone/>
              </a:pPr>
              <a:r>
                <a:rPr lang="en-US" sz="1000" b="1">
                  <a:solidFill>
                    <a:schemeClr val="bg1"/>
                  </a:solidFill>
                </a:rPr>
                <a:t>Dimensions for Assessment</a:t>
              </a:r>
            </a:p>
          </p:txBody>
        </p:sp>
        <p:sp>
          <p:nvSpPr>
            <p:cNvPr id="53" name="Rectangle 52">
              <a:extLst>
                <a:ext uri="{FF2B5EF4-FFF2-40B4-BE49-F238E27FC236}">
                  <a16:creationId xmlns:a16="http://schemas.microsoft.com/office/drawing/2014/main" id="{1C58151C-1892-68F1-029C-04AE22F09F8F}"/>
                </a:ext>
              </a:extLst>
            </p:cNvPr>
            <p:cNvSpPr/>
            <p:nvPr/>
          </p:nvSpPr>
          <p:spPr bwMode="gray">
            <a:xfrm>
              <a:off x="9550400" y="1712190"/>
              <a:ext cx="2171699" cy="4587010"/>
            </a:xfrm>
            <a:prstGeom prst="rect">
              <a:avLst/>
            </a:prstGeom>
            <a:noFill/>
            <a:ln w="19050" algn="ctr">
              <a:solidFill>
                <a:srgbClr val="012169"/>
              </a:solid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buFont typeface="Wingdings 2" pitchFamily="18" charset="2"/>
                <a:buNone/>
              </a:pPr>
              <a:endParaRPr lang="en-US" sz="1000" b="1">
                <a:solidFill>
                  <a:schemeClr val="bg1"/>
                </a:solidFill>
              </a:endParaRPr>
            </a:p>
          </p:txBody>
        </p:sp>
        <p:grpSp>
          <p:nvGrpSpPr>
            <p:cNvPr id="30" name="Group 29">
              <a:extLst>
                <a:ext uri="{FF2B5EF4-FFF2-40B4-BE49-F238E27FC236}">
                  <a16:creationId xmlns:a16="http://schemas.microsoft.com/office/drawing/2014/main" id="{19F63F7E-2674-3B0A-A9B3-9F1ED046DADA}"/>
                </a:ext>
              </a:extLst>
            </p:cNvPr>
            <p:cNvGrpSpPr/>
            <p:nvPr/>
          </p:nvGrpSpPr>
          <p:grpSpPr>
            <a:xfrm>
              <a:off x="9513076" y="2544009"/>
              <a:ext cx="2128999" cy="395894"/>
              <a:chOff x="9513076" y="2544009"/>
              <a:chExt cx="2128999" cy="395894"/>
            </a:xfrm>
          </p:grpSpPr>
          <p:sp>
            <p:nvSpPr>
              <p:cNvPr id="83" name="Rectangle 82">
                <a:extLst>
                  <a:ext uri="{FF2B5EF4-FFF2-40B4-BE49-F238E27FC236}">
                    <a16:creationId xmlns:a16="http://schemas.microsoft.com/office/drawing/2014/main" id="{1E65AC01-6CB6-ABF0-87A6-82F3B19181AE}"/>
                  </a:ext>
                </a:extLst>
              </p:cNvPr>
              <p:cNvSpPr/>
              <p:nvPr/>
            </p:nvSpPr>
            <p:spPr bwMode="gray">
              <a:xfrm>
                <a:off x="9630424" y="2544009"/>
                <a:ext cx="2011651" cy="395894"/>
              </a:xfrm>
              <a:prstGeom prst="rect">
                <a:avLst/>
              </a:prstGeom>
              <a:solidFill>
                <a:schemeClr val="accent1"/>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marL="85725">
                  <a:buFont typeface="Wingdings 2" pitchFamily="18" charset="2"/>
                  <a:buNone/>
                </a:pPr>
                <a:r>
                  <a:rPr lang="en-US" sz="1000" b="1">
                    <a:solidFill>
                      <a:schemeClr val="bg1"/>
                    </a:solidFill>
                  </a:rPr>
                  <a:t>ETL/ELT Conversion Package</a:t>
                </a:r>
              </a:p>
            </p:txBody>
          </p:sp>
          <p:sp>
            <p:nvSpPr>
              <p:cNvPr id="19" name="TextBox 18">
                <a:extLst>
                  <a:ext uri="{FF2B5EF4-FFF2-40B4-BE49-F238E27FC236}">
                    <a16:creationId xmlns:a16="http://schemas.microsoft.com/office/drawing/2014/main" id="{8AD93B38-4FBF-3D2B-5CB7-1A30DAFE2392}"/>
                  </a:ext>
                </a:extLst>
              </p:cNvPr>
              <p:cNvSpPr txBox="1"/>
              <p:nvPr/>
            </p:nvSpPr>
            <p:spPr>
              <a:xfrm>
                <a:off x="9513076" y="2623084"/>
                <a:ext cx="236714" cy="237744"/>
              </a:xfrm>
              <a:prstGeom prst="ellipse">
                <a:avLst/>
              </a:prstGeom>
              <a:solidFill>
                <a:srgbClr val="041E42"/>
              </a:solidFill>
              <a:ln w="6350">
                <a:solidFill>
                  <a:schemeClr val="bg1"/>
                </a:solidFill>
              </a:ln>
            </p:spPr>
            <p:txBody>
              <a:bodyPr wrap="none" lIns="0" tIns="0" rIns="0" bIns="0" rtlCol="0" anchor="ctr">
                <a:noAutofit/>
              </a:bodyPr>
              <a:lstStyle/>
              <a:p>
                <a:pPr algn="ctr">
                  <a:buSzPct val="100000"/>
                </a:pPr>
                <a:r>
                  <a:rPr lang="en-US" sz="1000" b="1">
                    <a:solidFill>
                      <a:schemeClr val="bg1"/>
                    </a:solidFill>
                  </a:rPr>
                  <a:t>2</a:t>
                </a:r>
              </a:p>
            </p:txBody>
          </p:sp>
        </p:grpSp>
        <p:grpSp>
          <p:nvGrpSpPr>
            <p:cNvPr id="29" name="Group 28">
              <a:extLst>
                <a:ext uri="{FF2B5EF4-FFF2-40B4-BE49-F238E27FC236}">
                  <a16:creationId xmlns:a16="http://schemas.microsoft.com/office/drawing/2014/main" id="{AD91E658-D03A-7E65-76D4-466AF19676AC}"/>
                </a:ext>
              </a:extLst>
            </p:cNvPr>
            <p:cNvGrpSpPr/>
            <p:nvPr/>
          </p:nvGrpSpPr>
          <p:grpSpPr>
            <a:xfrm>
              <a:off x="9513076" y="3491075"/>
              <a:ext cx="2128999" cy="395894"/>
              <a:chOff x="9513076" y="3491075"/>
              <a:chExt cx="2128999" cy="395894"/>
            </a:xfrm>
          </p:grpSpPr>
          <p:sp>
            <p:nvSpPr>
              <p:cNvPr id="85" name="Rectangle 84">
                <a:extLst>
                  <a:ext uri="{FF2B5EF4-FFF2-40B4-BE49-F238E27FC236}">
                    <a16:creationId xmlns:a16="http://schemas.microsoft.com/office/drawing/2014/main" id="{2F0BEEE3-D790-CB1A-E1B4-1B3FEA189ED1}"/>
                  </a:ext>
                </a:extLst>
              </p:cNvPr>
              <p:cNvSpPr/>
              <p:nvPr/>
            </p:nvSpPr>
            <p:spPr bwMode="gray">
              <a:xfrm>
                <a:off x="9630424" y="3491075"/>
                <a:ext cx="2011651" cy="395894"/>
              </a:xfrm>
              <a:prstGeom prst="rect">
                <a:avLst/>
              </a:prstGeom>
              <a:solidFill>
                <a:schemeClr val="accent1"/>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marL="85725">
                  <a:buFont typeface="Wingdings 2" pitchFamily="18" charset="2"/>
                  <a:buNone/>
                </a:pPr>
                <a:r>
                  <a:rPr lang="en-US" sz="1000" b="1">
                    <a:solidFill>
                      <a:schemeClr val="bg1"/>
                    </a:solidFill>
                  </a:rPr>
                  <a:t>Orchestration Package</a:t>
                </a:r>
              </a:p>
            </p:txBody>
          </p:sp>
          <p:sp>
            <p:nvSpPr>
              <p:cNvPr id="36" name="TextBox 35">
                <a:extLst>
                  <a:ext uri="{FF2B5EF4-FFF2-40B4-BE49-F238E27FC236}">
                    <a16:creationId xmlns:a16="http://schemas.microsoft.com/office/drawing/2014/main" id="{D769E354-EC1F-6EBD-A360-51206B95302C}"/>
                  </a:ext>
                </a:extLst>
              </p:cNvPr>
              <p:cNvSpPr txBox="1"/>
              <p:nvPr/>
            </p:nvSpPr>
            <p:spPr>
              <a:xfrm>
                <a:off x="9513076" y="3570150"/>
                <a:ext cx="236714" cy="237744"/>
              </a:xfrm>
              <a:prstGeom prst="ellipse">
                <a:avLst/>
              </a:prstGeom>
              <a:solidFill>
                <a:srgbClr val="041E42"/>
              </a:solidFill>
              <a:ln w="6350">
                <a:solidFill>
                  <a:schemeClr val="bg1"/>
                </a:solidFill>
              </a:ln>
            </p:spPr>
            <p:txBody>
              <a:bodyPr wrap="none" lIns="0" tIns="0" rIns="0" bIns="0" rtlCol="0" anchor="ctr">
                <a:noAutofit/>
              </a:bodyPr>
              <a:lstStyle/>
              <a:p>
                <a:pPr algn="ctr">
                  <a:buSzPct val="100000"/>
                </a:pPr>
                <a:r>
                  <a:rPr lang="en-US" sz="1000" b="1">
                    <a:solidFill>
                      <a:schemeClr val="bg1"/>
                    </a:solidFill>
                  </a:rPr>
                  <a:t>3</a:t>
                </a:r>
              </a:p>
            </p:txBody>
          </p:sp>
        </p:grpSp>
        <p:grpSp>
          <p:nvGrpSpPr>
            <p:cNvPr id="27" name="Group 26">
              <a:extLst>
                <a:ext uri="{FF2B5EF4-FFF2-40B4-BE49-F238E27FC236}">
                  <a16:creationId xmlns:a16="http://schemas.microsoft.com/office/drawing/2014/main" id="{884E4D8B-0F8C-AE8F-47AB-911F43FBF719}"/>
                </a:ext>
              </a:extLst>
            </p:cNvPr>
            <p:cNvGrpSpPr/>
            <p:nvPr/>
          </p:nvGrpSpPr>
          <p:grpSpPr>
            <a:xfrm>
              <a:off x="9513076" y="4438141"/>
              <a:ext cx="2139273" cy="355681"/>
              <a:chOff x="9513076" y="4438141"/>
              <a:chExt cx="2139273" cy="355681"/>
            </a:xfrm>
          </p:grpSpPr>
          <p:grpSp>
            <p:nvGrpSpPr>
              <p:cNvPr id="2" name="Group 1">
                <a:extLst>
                  <a:ext uri="{FF2B5EF4-FFF2-40B4-BE49-F238E27FC236}">
                    <a16:creationId xmlns:a16="http://schemas.microsoft.com/office/drawing/2014/main" id="{1053380D-0CE6-9E00-8861-CFFE424D9EB5}"/>
                  </a:ext>
                </a:extLst>
              </p:cNvPr>
              <p:cNvGrpSpPr/>
              <p:nvPr/>
            </p:nvGrpSpPr>
            <p:grpSpPr>
              <a:xfrm>
                <a:off x="9630424" y="4438141"/>
                <a:ext cx="2021925" cy="355681"/>
                <a:chOff x="9630424" y="5016901"/>
                <a:chExt cx="2021925" cy="355681"/>
              </a:xfrm>
            </p:grpSpPr>
            <p:sp>
              <p:nvSpPr>
                <p:cNvPr id="3" name="Rectangle 2">
                  <a:extLst>
                    <a:ext uri="{FF2B5EF4-FFF2-40B4-BE49-F238E27FC236}">
                      <a16:creationId xmlns:a16="http://schemas.microsoft.com/office/drawing/2014/main" id="{DFDA20EC-90BF-70FD-3976-F80C9B1A279A}"/>
                    </a:ext>
                  </a:extLst>
                </p:cNvPr>
                <p:cNvSpPr/>
                <p:nvPr/>
              </p:nvSpPr>
              <p:spPr bwMode="gray">
                <a:xfrm>
                  <a:off x="9630424" y="5016901"/>
                  <a:ext cx="2011651" cy="355681"/>
                </a:xfrm>
                <a:prstGeom prst="rect">
                  <a:avLst/>
                </a:prstGeom>
                <a:solidFill>
                  <a:schemeClr val="accent1"/>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marL="61913">
                    <a:buFont typeface="Wingdings 2" pitchFamily="18" charset="2"/>
                    <a:buNone/>
                  </a:pPr>
                  <a:endParaRPr lang="en-US" sz="1000" b="1">
                    <a:solidFill>
                      <a:schemeClr val="bg1"/>
                    </a:solidFill>
                  </a:endParaRPr>
                </a:p>
              </p:txBody>
            </p:sp>
            <p:sp>
              <p:nvSpPr>
                <p:cNvPr id="6" name="TextBox 5">
                  <a:extLst>
                    <a:ext uri="{FF2B5EF4-FFF2-40B4-BE49-F238E27FC236}">
                      <a16:creationId xmlns:a16="http://schemas.microsoft.com/office/drawing/2014/main" id="{9C29893D-D8AA-0A7F-4E93-64824905E03E}"/>
                    </a:ext>
                  </a:extLst>
                </p:cNvPr>
                <p:cNvSpPr txBox="1"/>
                <p:nvPr/>
              </p:nvSpPr>
              <p:spPr>
                <a:xfrm>
                  <a:off x="9780612" y="5030252"/>
                  <a:ext cx="1871737" cy="307777"/>
                </a:xfrm>
                <a:prstGeom prst="rect">
                  <a:avLst/>
                </a:prstGeom>
                <a:noFill/>
              </p:spPr>
              <p:txBody>
                <a:bodyPr wrap="square" lIns="0" tIns="0" rIns="0" bIns="0" rtlCol="0">
                  <a:spAutoFit/>
                </a:bodyPr>
                <a:lstStyle/>
                <a:p>
                  <a:pPr>
                    <a:spcBef>
                      <a:spcPts val="600"/>
                    </a:spcBef>
                    <a:buSzPct val="100000"/>
                  </a:pPr>
                  <a:r>
                    <a:rPr lang="en-US" sz="1000" b="1">
                      <a:solidFill>
                        <a:schemeClr val="bg1"/>
                      </a:solidFill>
                    </a:rPr>
                    <a:t>Business Objects Application Conversion Package </a:t>
                  </a:r>
                  <a:endParaRPr lang="en-US" sz="1000">
                    <a:solidFill>
                      <a:srgbClr val="313131"/>
                    </a:solidFill>
                  </a:endParaRPr>
                </a:p>
              </p:txBody>
            </p:sp>
          </p:grpSp>
          <p:sp>
            <p:nvSpPr>
              <p:cNvPr id="39" name="TextBox 38">
                <a:extLst>
                  <a:ext uri="{FF2B5EF4-FFF2-40B4-BE49-F238E27FC236}">
                    <a16:creationId xmlns:a16="http://schemas.microsoft.com/office/drawing/2014/main" id="{C9E198D8-CCCB-6C8A-3694-5FCB92FC913D}"/>
                  </a:ext>
                </a:extLst>
              </p:cNvPr>
              <p:cNvSpPr txBox="1"/>
              <p:nvPr/>
            </p:nvSpPr>
            <p:spPr>
              <a:xfrm>
                <a:off x="9513076" y="4497109"/>
                <a:ext cx="236714" cy="237744"/>
              </a:xfrm>
              <a:prstGeom prst="ellipse">
                <a:avLst/>
              </a:prstGeom>
              <a:solidFill>
                <a:srgbClr val="041E42"/>
              </a:solidFill>
              <a:ln w="6350">
                <a:solidFill>
                  <a:schemeClr val="bg1"/>
                </a:solidFill>
              </a:ln>
            </p:spPr>
            <p:txBody>
              <a:bodyPr wrap="none" lIns="0" tIns="0" rIns="0" bIns="0" rtlCol="0" anchor="ctr">
                <a:noAutofit/>
              </a:bodyPr>
              <a:lstStyle/>
              <a:p>
                <a:pPr algn="ctr">
                  <a:buSzPct val="100000"/>
                </a:pPr>
                <a:r>
                  <a:rPr lang="en-US" sz="1000" b="1">
                    <a:solidFill>
                      <a:schemeClr val="bg1"/>
                    </a:solidFill>
                  </a:rPr>
                  <a:t>4</a:t>
                </a:r>
              </a:p>
            </p:txBody>
          </p:sp>
        </p:grpSp>
      </p:grpSp>
      <p:grpSp>
        <p:nvGrpSpPr>
          <p:cNvPr id="7" name="Group 6">
            <a:extLst>
              <a:ext uri="{FF2B5EF4-FFF2-40B4-BE49-F238E27FC236}">
                <a16:creationId xmlns:a16="http://schemas.microsoft.com/office/drawing/2014/main" id="{6064312C-7190-FF14-D931-371908200F76}"/>
              </a:ext>
            </a:extLst>
          </p:cNvPr>
          <p:cNvGrpSpPr/>
          <p:nvPr/>
        </p:nvGrpSpPr>
        <p:grpSpPr>
          <a:xfrm>
            <a:off x="2644491" y="2206147"/>
            <a:ext cx="6915099" cy="3725004"/>
            <a:chOff x="2644491" y="2206147"/>
            <a:chExt cx="6915099" cy="3725004"/>
          </a:xfrm>
        </p:grpSpPr>
        <p:grpSp>
          <p:nvGrpSpPr>
            <p:cNvPr id="8" name="Group 7">
              <a:extLst>
                <a:ext uri="{FF2B5EF4-FFF2-40B4-BE49-F238E27FC236}">
                  <a16:creationId xmlns:a16="http://schemas.microsoft.com/office/drawing/2014/main" id="{8C244F8D-E061-72E7-2C23-8C07888A0F5E}"/>
                </a:ext>
              </a:extLst>
            </p:cNvPr>
            <p:cNvGrpSpPr/>
            <p:nvPr/>
          </p:nvGrpSpPr>
          <p:grpSpPr>
            <a:xfrm>
              <a:off x="2644491" y="2206147"/>
              <a:ext cx="281820" cy="3725004"/>
              <a:chOff x="2644491" y="2206147"/>
              <a:chExt cx="281820" cy="3725004"/>
            </a:xfrm>
          </p:grpSpPr>
          <p:sp>
            <p:nvSpPr>
              <p:cNvPr id="21" name="Arrow: Right 20">
                <a:extLst>
                  <a:ext uri="{FF2B5EF4-FFF2-40B4-BE49-F238E27FC236}">
                    <a16:creationId xmlns:a16="http://schemas.microsoft.com/office/drawing/2014/main" id="{33A393B2-FF97-10B9-9B29-165E08A5B872}"/>
                  </a:ext>
                </a:extLst>
              </p:cNvPr>
              <p:cNvSpPr/>
              <p:nvPr/>
            </p:nvSpPr>
            <p:spPr bwMode="gray">
              <a:xfrm>
                <a:off x="2644491" y="2206147"/>
                <a:ext cx="281820" cy="201520"/>
              </a:xfrm>
              <a:prstGeom prst="rightArrow">
                <a:avLst>
                  <a:gd name="adj1" fmla="val 50000"/>
                  <a:gd name="adj2" fmla="val 59926"/>
                </a:avLst>
              </a:prstGeom>
              <a:solidFill>
                <a:schemeClr val="bg1">
                  <a:lumMod val="50000"/>
                </a:schemeClr>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buFont typeface="Wingdings 2" pitchFamily="18" charset="2"/>
                  <a:buNone/>
                </a:pPr>
                <a:endParaRPr lang="en-US" sz="1600" b="1">
                  <a:solidFill>
                    <a:schemeClr val="bg1"/>
                  </a:solidFill>
                </a:endParaRPr>
              </a:p>
            </p:txBody>
          </p:sp>
          <p:sp>
            <p:nvSpPr>
              <p:cNvPr id="23" name="Arrow: Right 22">
                <a:extLst>
                  <a:ext uri="{FF2B5EF4-FFF2-40B4-BE49-F238E27FC236}">
                    <a16:creationId xmlns:a16="http://schemas.microsoft.com/office/drawing/2014/main" id="{356B70C8-1818-B656-410D-B144DB34F677}"/>
                  </a:ext>
                </a:extLst>
              </p:cNvPr>
              <p:cNvSpPr/>
              <p:nvPr/>
            </p:nvSpPr>
            <p:spPr bwMode="gray">
              <a:xfrm>
                <a:off x="2644491" y="3904935"/>
                <a:ext cx="281820" cy="201520"/>
              </a:xfrm>
              <a:prstGeom prst="rightArrow">
                <a:avLst>
                  <a:gd name="adj1" fmla="val 50000"/>
                  <a:gd name="adj2" fmla="val 59926"/>
                </a:avLst>
              </a:prstGeom>
              <a:solidFill>
                <a:schemeClr val="bg1">
                  <a:lumMod val="50000"/>
                </a:schemeClr>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buFont typeface="Wingdings 2" pitchFamily="18" charset="2"/>
                  <a:buNone/>
                </a:pPr>
                <a:endParaRPr lang="en-US" sz="1600" b="1">
                  <a:solidFill>
                    <a:schemeClr val="bg1"/>
                  </a:solidFill>
                </a:endParaRPr>
              </a:p>
            </p:txBody>
          </p:sp>
          <p:sp>
            <p:nvSpPr>
              <p:cNvPr id="26" name="Arrow: Right 25">
                <a:extLst>
                  <a:ext uri="{FF2B5EF4-FFF2-40B4-BE49-F238E27FC236}">
                    <a16:creationId xmlns:a16="http://schemas.microsoft.com/office/drawing/2014/main" id="{FB4B0F88-D03B-0A87-DF28-77F0AA8C10B3}"/>
                  </a:ext>
                </a:extLst>
              </p:cNvPr>
              <p:cNvSpPr/>
              <p:nvPr/>
            </p:nvSpPr>
            <p:spPr bwMode="gray">
              <a:xfrm>
                <a:off x="2644491" y="5729631"/>
                <a:ext cx="281820" cy="201520"/>
              </a:xfrm>
              <a:prstGeom prst="rightArrow">
                <a:avLst>
                  <a:gd name="adj1" fmla="val 50000"/>
                  <a:gd name="adj2" fmla="val 59926"/>
                </a:avLst>
              </a:prstGeom>
              <a:solidFill>
                <a:schemeClr val="bg1">
                  <a:lumMod val="50000"/>
                </a:schemeClr>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buFont typeface="Wingdings 2" pitchFamily="18" charset="2"/>
                  <a:buNone/>
                </a:pPr>
                <a:endParaRPr lang="en-US" sz="1600" b="1">
                  <a:solidFill>
                    <a:schemeClr val="bg1"/>
                  </a:solidFill>
                </a:endParaRPr>
              </a:p>
            </p:txBody>
          </p:sp>
        </p:grpSp>
        <p:grpSp>
          <p:nvGrpSpPr>
            <p:cNvPr id="10" name="Group 9">
              <a:extLst>
                <a:ext uri="{FF2B5EF4-FFF2-40B4-BE49-F238E27FC236}">
                  <a16:creationId xmlns:a16="http://schemas.microsoft.com/office/drawing/2014/main" id="{4A2CD3C2-9C41-C8D8-93C0-98B82B0E5519}"/>
                </a:ext>
              </a:extLst>
            </p:cNvPr>
            <p:cNvGrpSpPr/>
            <p:nvPr/>
          </p:nvGrpSpPr>
          <p:grpSpPr>
            <a:xfrm>
              <a:off x="5099912" y="2206147"/>
              <a:ext cx="281820" cy="3725004"/>
              <a:chOff x="5099912" y="2206147"/>
              <a:chExt cx="281820" cy="3725004"/>
            </a:xfrm>
          </p:grpSpPr>
          <p:sp>
            <p:nvSpPr>
              <p:cNvPr id="17" name="Arrow: Right 16">
                <a:extLst>
                  <a:ext uri="{FF2B5EF4-FFF2-40B4-BE49-F238E27FC236}">
                    <a16:creationId xmlns:a16="http://schemas.microsoft.com/office/drawing/2014/main" id="{330BFFB4-41B1-1327-4C5F-C28A14184B3C}"/>
                  </a:ext>
                </a:extLst>
              </p:cNvPr>
              <p:cNvSpPr/>
              <p:nvPr/>
            </p:nvSpPr>
            <p:spPr bwMode="gray">
              <a:xfrm>
                <a:off x="5099912" y="3904935"/>
                <a:ext cx="281820" cy="201520"/>
              </a:xfrm>
              <a:prstGeom prst="rightArrow">
                <a:avLst>
                  <a:gd name="adj1" fmla="val 50000"/>
                  <a:gd name="adj2" fmla="val 59926"/>
                </a:avLst>
              </a:prstGeom>
              <a:solidFill>
                <a:schemeClr val="bg1">
                  <a:lumMod val="50000"/>
                </a:schemeClr>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buFont typeface="Wingdings 2" pitchFamily="18" charset="2"/>
                  <a:buNone/>
                </a:pPr>
                <a:endParaRPr lang="en-US" sz="1600" b="1">
                  <a:solidFill>
                    <a:schemeClr val="bg1"/>
                  </a:solidFill>
                </a:endParaRPr>
              </a:p>
            </p:txBody>
          </p:sp>
          <p:sp>
            <p:nvSpPr>
              <p:cNvPr id="18" name="Arrow: Right 17">
                <a:extLst>
                  <a:ext uri="{FF2B5EF4-FFF2-40B4-BE49-F238E27FC236}">
                    <a16:creationId xmlns:a16="http://schemas.microsoft.com/office/drawing/2014/main" id="{6CA346DC-0487-1EB1-0D00-A38FEA5FB6F4}"/>
                  </a:ext>
                </a:extLst>
              </p:cNvPr>
              <p:cNvSpPr/>
              <p:nvPr/>
            </p:nvSpPr>
            <p:spPr bwMode="gray">
              <a:xfrm>
                <a:off x="5099912" y="2206147"/>
                <a:ext cx="281820" cy="201520"/>
              </a:xfrm>
              <a:prstGeom prst="rightArrow">
                <a:avLst>
                  <a:gd name="adj1" fmla="val 50000"/>
                  <a:gd name="adj2" fmla="val 59926"/>
                </a:avLst>
              </a:prstGeom>
              <a:solidFill>
                <a:schemeClr val="bg1">
                  <a:lumMod val="50000"/>
                </a:schemeClr>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buFont typeface="Wingdings 2" pitchFamily="18" charset="2"/>
                  <a:buNone/>
                </a:pPr>
                <a:endParaRPr lang="en-US" sz="1600" b="1">
                  <a:solidFill>
                    <a:schemeClr val="bg1"/>
                  </a:solidFill>
                </a:endParaRPr>
              </a:p>
            </p:txBody>
          </p:sp>
          <p:sp>
            <p:nvSpPr>
              <p:cNvPr id="20" name="Arrow: Right 19">
                <a:extLst>
                  <a:ext uri="{FF2B5EF4-FFF2-40B4-BE49-F238E27FC236}">
                    <a16:creationId xmlns:a16="http://schemas.microsoft.com/office/drawing/2014/main" id="{DE8D7295-B61A-09CD-1455-21286A585B75}"/>
                  </a:ext>
                </a:extLst>
              </p:cNvPr>
              <p:cNvSpPr/>
              <p:nvPr/>
            </p:nvSpPr>
            <p:spPr bwMode="gray">
              <a:xfrm>
                <a:off x="5099912" y="5729631"/>
                <a:ext cx="281820" cy="201520"/>
              </a:xfrm>
              <a:prstGeom prst="rightArrow">
                <a:avLst>
                  <a:gd name="adj1" fmla="val 50000"/>
                  <a:gd name="adj2" fmla="val 59926"/>
                </a:avLst>
              </a:prstGeom>
              <a:solidFill>
                <a:schemeClr val="bg1">
                  <a:lumMod val="50000"/>
                </a:schemeClr>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buFont typeface="Wingdings 2" pitchFamily="18" charset="2"/>
                  <a:buNone/>
                </a:pPr>
                <a:endParaRPr lang="en-US" sz="1600" b="1">
                  <a:solidFill>
                    <a:schemeClr val="bg1"/>
                  </a:solidFill>
                </a:endParaRPr>
              </a:p>
            </p:txBody>
          </p:sp>
        </p:grpSp>
        <p:grpSp>
          <p:nvGrpSpPr>
            <p:cNvPr id="12" name="Group 11">
              <a:extLst>
                <a:ext uri="{FF2B5EF4-FFF2-40B4-BE49-F238E27FC236}">
                  <a16:creationId xmlns:a16="http://schemas.microsoft.com/office/drawing/2014/main" id="{B2F74B96-8905-CE4B-4C05-14A35DF1E1CF}"/>
                </a:ext>
              </a:extLst>
            </p:cNvPr>
            <p:cNvGrpSpPr/>
            <p:nvPr/>
          </p:nvGrpSpPr>
          <p:grpSpPr>
            <a:xfrm>
              <a:off x="9277770" y="2206147"/>
              <a:ext cx="281820" cy="3725004"/>
              <a:chOff x="5099912" y="2206147"/>
              <a:chExt cx="281820" cy="3725004"/>
            </a:xfrm>
          </p:grpSpPr>
          <p:sp>
            <p:nvSpPr>
              <p:cNvPr id="13" name="Arrow: Right 12">
                <a:extLst>
                  <a:ext uri="{FF2B5EF4-FFF2-40B4-BE49-F238E27FC236}">
                    <a16:creationId xmlns:a16="http://schemas.microsoft.com/office/drawing/2014/main" id="{B881E35B-B567-352A-F39A-21C30D404390}"/>
                  </a:ext>
                </a:extLst>
              </p:cNvPr>
              <p:cNvSpPr/>
              <p:nvPr/>
            </p:nvSpPr>
            <p:spPr bwMode="gray">
              <a:xfrm>
                <a:off x="5099912" y="3904935"/>
                <a:ext cx="281820" cy="201520"/>
              </a:xfrm>
              <a:prstGeom prst="rightArrow">
                <a:avLst>
                  <a:gd name="adj1" fmla="val 50000"/>
                  <a:gd name="adj2" fmla="val 59926"/>
                </a:avLst>
              </a:prstGeom>
              <a:solidFill>
                <a:schemeClr val="bg1">
                  <a:lumMod val="50000"/>
                </a:schemeClr>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buFont typeface="Wingdings 2" pitchFamily="18" charset="2"/>
                  <a:buNone/>
                </a:pPr>
                <a:endParaRPr lang="en-US" sz="1600" b="1">
                  <a:solidFill>
                    <a:schemeClr val="bg1"/>
                  </a:solidFill>
                </a:endParaRPr>
              </a:p>
            </p:txBody>
          </p:sp>
          <p:sp>
            <p:nvSpPr>
              <p:cNvPr id="14" name="Arrow: Right 13">
                <a:extLst>
                  <a:ext uri="{FF2B5EF4-FFF2-40B4-BE49-F238E27FC236}">
                    <a16:creationId xmlns:a16="http://schemas.microsoft.com/office/drawing/2014/main" id="{5A4B0E2B-DC33-38A1-8EDF-33FDF8C88879}"/>
                  </a:ext>
                </a:extLst>
              </p:cNvPr>
              <p:cNvSpPr/>
              <p:nvPr/>
            </p:nvSpPr>
            <p:spPr bwMode="gray">
              <a:xfrm>
                <a:off x="5099912" y="2206147"/>
                <a:ext cx="281820" cy="201520"/>
              </a:xfrm>
              <a:prstGeom prst="rightArrow">
                <a:avLst>
                  <a:gd name="adj1" fmla="val 50000"/>
                  <a:gd name="adj2" fmla="val 59926"/>
                </a:avLst>
              </a:prstGeom>
              <a:solidFill>
                <a:schemeClr val="bg1">
                  <a:lumMod val="50000"/>
                </a:schemeClr>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buFont typeface="Wingdings 2" pitchFamily="18" charset="2"/>
                  <a:buNone/>
                </a:pPr>
                <a:endParaRPr lang="en-US" sz="1600" b="1">
                  <a:solidFill>
                    <a:schemeClr val="bg1"/>
                  </a:solidFill>
                </a:endParaRPr>
              </a:p>
            </p:txBody>
          </p:sp>
          <p:sp>
            <p:nvSpPr>
              <p:cNvPr id="15" name="Arrow: Right 14">
                <a:extLst>
                  <a:ext uri="{FF2B5EF4-FFF2-40B4-BE49-F238E27FC236}">
                    <a16:creationId xmlns:a16="http://schemas.microsoft.com/office/drawing/2014/main" id="{13A8BA51-5068-6285-8F68-ABB20F3FE7C9}"/>
                  </a:ext>
                </a:extLst>
              </p:cNvPr>
              <p:cNvSpPr/>
              <p:nvPr/>
            </p:nvSpPr>
            <p:spPr bwMode="gray">
              <a:xfrm>
                <a:off x="5099912" y="5729631"/>
                <a:ext cx="281820" cy="201520"/>
              </a:xfrm>
              <a:prstGeom prst="rightArrow">
                <a:avLst>
                  <a:gd name="adj1" fmla="val 50000"/>
                  <a:gd name="adj2" fmla="val 59926"/>
                </a:avLst>
              </a:prstGeom>
              <a:solidFill>
                <a:schemeClr val="bg1">
                  <a:lumMod val="50000"/>
                </a:schemeClr>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buFont typeface="Wingdings 2" pitchFamily="18" charset="2"/>
                  <a:buNone/>
                </a:pPr>
                <a:endParaRPr lang="en-US" sz="1600" b="1">
                  <a:solidFill>
                    <a:schemeClr val="bg1"/>
                  </a:solidFill>
                </a:endParaRPr>
              </a:p>
            </p:txBody>
          </p:sp>
        </p:grpSp>
      </p:grpSp>
    </p:spTree>
    <p:extLst>
      <p:ext uri="{BB962C8B-B14F-4D97-AF65-F5344CB8AC3E}">
        <p14:creationId xmlns:p14="http://schemas.microsoft.com/office/powerpoint/2010/main" val="1623351676"/>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E30E2B-E354-729C-D70B-A1FF3DAEE6C0}"/>
            </a:ext>
          </a:extLst>
        </p:cNvPr>
        <p:cNvGrpSpPr/>
        <p:nvPr/>
      </p:nvGrpSpPr>
      <p:grpSpPr>
        <a:xfrm>
          <a:off x="0" y="0"/>
          <a:ext cx="0" cy="0"/>
          <a:chOff x="0" y="0"/>
          <a:chExt cx="0" cy="0"/>
        </a:xfrm>
      </p:grpSpPr>
      <p:sp>
        <p:nvSpPr>
          <p:cNvPr id="11" name="Text Placeholder 10">
            <a:extLst>
              <a:ext uri="{FF2B5EF4-FFF2-40B4-BE49-F238E27FC236}">
                <a16:creationId xmlns:a16="http://schemas.microsoft.com/office/drawing/2014/main" id="{F4EF7911-5371-5610-0DF0-EDA176AE8872}"/>
              </a:ext>
            </a:extLst>
          </p:cNvPr>
          <p:cNvSpPr>
            <a:spLocks noGrp="1"/>
          </p:cNvSpPr>
          <p:nvPr>
            <p:ph type="body" sz="quarter" idx="13"/>
          </p:nvPr>
        </p:nvSpPr>
        <p:spPr>
          <a:xfrm>
            <a:off x="469900" y="736688"/>
            <a:ext cx="11252200" cy="430887"/>
          </a:xfrm>
        </p:spPr>
        <p:txBody>
          <a:bodyPr/>
          <a:lstStyle/>
          <a:p>
            <a:r>
              <a:rPr lang="en-US" dirty="0"/>
              <a:t>Perform automation-led SIT and BAT using set-based, exception-based testing approach. Monitor performance and optimize prioritized workloads to meet SLEs/SLAs.</a:t>
            </a:r>
          </a:p>
        </p:txBody>
      </p:sp>
      <p:sp>
        <p:nvSpPr>
          <p:cNvPr id="31" name="Title 30">
            <a:extLst>
              <a:ext uri="{FF2B5EF4-FFF2-40B4-BE49-F238E27FC236}">
                <a16:creationId xmlns:a16="http://schemas.microsoft.com/office/drawing/2014/main" id="{1C6A704D-7BAE-40C5-B579-50FD17DB5F16}"/>
              </a:ext>
            </a:extLst>
          </p:cNvPr>
          <p:cNvSpPr>
            <a:spLocks noGrp="1"/>
          </p:cNvSpPr>
          <p:nvPr>
            <p:ph type="title"/>
          </p:nvPr>
        </p:nvSpPr>
        <p:spPr/>
        <p:txBody>
          <a:bodyPr/>
          <a:lstStyle/>
          <a:p>
            <a:r>
              <a:rPr lang="en-US" b="1"/>
              <a:t>Parallel Run, Data Ops, Optimize (Track 1A, 1B, 1C)</a:t>
            </a:r>
          </a:p>
        </p:txBody>
      </p:sp>
      <p:grpSp>
        <p:nvGrpSpPr>
          <p:cNvPr id="40" name="Group 39">
            <a:extLst>
              <a:ext uri="{FF2B5EF4-FFF2-40B4-BE49-F238E27FC236}">
                <a16:creationId xmlns:a16="http://schemas.microsoft.com/office/drawing/2014/main" id="{1936B93C-4E68-22C6-AA10-03A5796CDB76}"/>
              </a:ext>
            </a:extLst>
          </p:cNvPr>
          <p:cNvGrpSpPr/>
          <p:nvPr/>
        </p:nvGrpSpPr>
        <p:grpSpPr>
          <a:xfrm>
            <a:off x="9891784" y="1231243"/>
            <a:ext cx="1830315" cy="124393"/>
            <a:chOff x="469900" y="6032711"/>
            <a:chExt cx="1830315" cy="124393"/>
          </a:xfrm>
        </p:grpSpPr>
        <p:sp>
          <p:nvSpPr>
            <p:cNvPr id="41" name="Rectangle 40">
              <a:extLst>
                <a:ext uri="{FF2B5EF4-FFF2-40B4-BE49-F238E27FC236}">
                  <a16:creationId xmlns:a16="http://schemas.microsoft.com/office/drawing/2014/main" id="{2B2D4C00-A034-AC2C-82E5-3ED1F060ED97}"/>
                </a:ext>
              </a:extLst>
            </p:cNvPr>
            <p:cNvSpPr/>
            <p:nvPr/>
          </p:nvSpPr>
          <p:spPr bwMode="gray">
            <a:xfrm>
              <a:off x="469900" y="6032711"/>
              <a:ext cx="399148" cy="124393"/>
            </a:xfrm>
            <a:prstGeom prst="rect">
              <a:avLst/>
            </a:prstGeom>
            <a:noFill/>
            <a:ln w="19050" algn="ctr">
              <a:noFill/>
              <a:miter lim="800000"/>
              <a:headEnd/>
              <a:tailEnd/>
            </a:ln>
          </p:spPr>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buFont typeface="Wingdings 2" pitchFamily="18" charset="2"/>
                <a:buNone/>
              </a:pPr>
              <a:r>
                <a:rPr lang="en-US" sz="800" b="1"/>
                <a:t>Legend:</a:t>
              </a:r>
            </a:p>
          </p:txBody>
        </p:sp>
        <p:grpSp>
          <p:nvGrpSpPr>
            <p:cNvPr id="42" name="Group 41">
              <a:extLst>
                <a:ext uri="{FF2B5EF4-FFF2-40B4-BE49-F238E27FC236}">
                  <a16:creationId xmlns:a16="http://schemas.microsoft.com/office/drawing/2014/main" id="{FCF5EDBA-035B-4E16-65B6-844E589D921C}"/>
                </a:ext>
              </a:extLst>
            </p:cNvPr>
            <p:cNvGrpSpPr/>
            <p:nvPr/>
          </p:nvGrpSpPr>
          <p:grpSpPr>
            <a:xfrm>
              <a:off x="1045795" y="6032711"/>
              <a:ext cx="474716" cy="124393"/>
              <a:chOff x="975360" y="6032711"/>
              <a:chExt cx="474716" cy="124393"/>
            </a:xfrm>
          </p:grpSpPr>
          <p:sp>
            <p:nvSpPr>
              <p:cNvPr id="46" name="Rectangle 45">
                <a:extLst>
                  <a:ext uri="{FF2B5EF4-FFF2-40B4-BE49-F238E27FC236}">
                    <a16:creationId xmlns:a16="http://schemas.microsoft.com/office/drawing/2014/main" id="{90C9A8C4-8F18-3D6D-4862-5D0E2E3FABB1}"/>
                  </a:ext>
                </a:extLst>
              </p:cNvPr>
              <p:cNvSpPr/>
              <p:nvPr/>
            </p:nvSpPr>
            <p:spPr bwMode="gray">
              <a:xfrm>
                <a:off x="975360" y="6032711"/>
                <a:ext cx="170507" cy="124393"/>
              </a:xfrm>
              <a:prstGeom prst="rect">
                <a:avLst/>
              </a:prstGeom>
              <a:solidFill>
                <a:srgbClr val="00A3E0"/>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buFont typeface="Wingdings 2" pitchFamily="18" charset="2"/>
                  <a:buNone/>
                </a:pPr>
                <a:endParaRPr lang="en-US" sz="800" b="1">
                  <a:solidFill>
                    <a:schemeClr val="bg1"/>
                  </a:solidFill>
                </a:endParaRPr>
              </a:p>
            </p:txBody>
          </p:sp>
          <p:sp>
            <p:nvSpPr>
              <p:cNvPr id="47" name="Rectangle 46">
                <a:extLst>
                  <a:ext uri="{FF2B5EF4-FFF2-40B4-BE49-F238E27FC236}">
                    <a16:creationId xmlns:a16="http://schemas.microsoft.com/office/drawing/2014/main" id="{0ACE99DF-3490-AE1D-42A2-FBA667ED9CBF}"/>
                  </a:ext>
                </a:extLst>
              </p:cNvPr>
              <p:cNvSpPr/>
              <p:nvPr/>
            </p:nvSpPr>
            <p:spPr bwMode="gray">
              <a:xfrm>
                <a:off x="1200008" y="6032711"/>
                <a:ext cx="250068" cy="124393"/>
              </a:xfrm>
              <a:prstGeom prst="rect">
                <a:avLst/>
              </a:prstGeom>
              <a:noFill/>
              <a:ln w="19050" algn="ctr">
                <a:noFill/>
                <a:miter lim="800000"/>
                <a:headEnd/>
                <a:tailEnd/>
              </a:ln>
            </p:spPr>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buFont typeface="Wingdings 2" pitchFamily="18" charset="2"/>
                  <a:buNone/>
                </a:pPr>
                <a:r>
                  <a:rPr lang="en-US" sz="800"/>
                  <a:t>Cisco</a:t>
                </a:r>
              </a:p>
            </p:txBody>
          </p:sp>
        </p:grpSp>
        <p:grpSp>
          <p:nvGrpSpPr>
            <p:cNvPr id="43" name="Group 42">
              <a:extLst>
                <a:ext uri="{FF2B5EF4-FFF2-40B4-BE49-F238E27FC236}">
                  <a16:creationId xmlns:a16="http://schemas.microsoft.com/office/drawing/2014/main" id="{8F73C6F5-7430-F7A2-5985-38B083352803}"/>
                </a:ext>
              </a:extLst>
            </p:cNvPr>
            <p:cNvGrpSpPr/>
            <p:nvPr/>
          </p:nvGrpSpPr>
          <p:grpSpPr>
            <a:xfrm>
              <a:off x="1697257" y="6032711"/>
              <a:ext cx="602958" cy="124393"/>
              <a:chOff x="1697257" y="6032711"/>
              <a:chExt cx="602958" cy="124393"/>
            </a:xfrm>
          </p:grpSpPr>
          <p:sp>
            <p:nvSpPr>
              <p:cNvPr id="44" name="Rectangle 43">
                <a:extLst>
                  <a:ext uri="{FF2B5EF4-FFF2-40B4-BE49-F238E27FC236}">
                    <a16:creationId xmlns:a16="http://schemas.microsoft.com/office/drawing/2014/main" id="{020F57EA-7454-1A82-FCEF-C1027441E4EC}"/>
                  </a:ext>
                </a:extLst>
              </p:cNvPr>
              <p:cNvSpPr/>
              <p:nvPr/>
            </p:nvSpPr>
            <p:spPr bwMode="gray">
              <a:xfrm>
                <a:off x="1697257" y="6032711"/>
                <a:ext cx="170507" cy="124393"/>
              </a:xfrm>
              <a:prstGeom prst="rect">
                <a:avLst/>
              </a:prstGeom>
              <a:solidFill>
                <a:schemeClr val="accent1"/>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buFont typeface="Wingdings 2" pitchFamily="18" charset="2"/>
                  <a:buNone/>
                </a:pPr>
                <a:endParaRPr lang="en-US" sz="800" b="1">
                  <a:solidFill>
                    <a:schemeClr val="bg1"/>
                  </a:solidFill>
                </a:endParaRPr>
              </a:p>
            </p:txBody>
          </p:sp>
          <p:sp>
            <p:nvSpPr>
              <p:cNvPr id="45" name="Rectangle 44">
                <a:extLst>
                  <a:ext uri="{FF2B5EF4-FFF2-40B4-BE49-F238E27FC236}">
                    <a16:creationId xmlns:a16="http://schemas.microsoft.com/office/drawing/2014/main" id="{0C708693-B94B-1B14-EB14-8D708D9E5F6D}"/>
                  </a:ext>
                </a:extLst>
              </p:cNvPr>
              <p:cNvSpPr/>
              <p:nvPr/>
            </p:nvSpPr>
            <p:spPr bwMode="gray">
              <a:xfrm>
                <a:off x="1921906" y="6032711"/>
                <a:ext cx="378309" cy="124393"/>
              </a:xfrm>
              <a:prstGeom prst="rect">
                <a:avLst/>
              </a:prstGeom>
              <a:noFill/>
              <a:ln w="19050" algn="ctr">
                <a:noFill/>
                <a:miter lim="800000"/>
                <a:headEnd/>
                <a:tailEnd/>
              </a:ln>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buFont typeface="Wingdings 2" pitchFamily="18" charset="2"/>
                  <a:buNone/>
                </a:pPr>
                <a:r>
                  <a:rPr lang="en-US" sz="800"/>
                  <a:t>Deloitte</a:t>
                </a:r>
              </a:p>
            </p:txBody>
          </p:sp>
        </p:grpSp>
      </p:grpSp>
      <p:grpSp>
        <p:nvGrpSpPr>
          <p:cNvPr id="25" name="Group 24">
            <a:extLst>
              <a:ext uri="{FF2B5EF4-FFF2-40B4-BE49-F238E27FC236}">
                <a16:creationId xmlns:a16="http://schemas.microsoft.com/office/drawing/2014/main" id="{407AA351-8301-9415-5323-CC54A9388EB0}"/>
              </a:ext>
            </a:extLst>
          </p:cNvPr>
          <p:cNvGrpSpPr/>
          <p:nvPr/>
        </p:nvGrpSpPr>
        <p:grpSpPr>
          <a:xfrm>
            <a:off x="2926615" y="1459534"/>
            <a:ext cx="2171699" cy="4839666"/>
            <a:chOff x="2926615" y="1459534"/>
            <a:chExt cx="2171699" cy="4839666"/>
          </a:xfrm>
        </p:grpSpPr>
        <p:sp>
          <p:nvSpPr>
            <p:cNvPr id="37" name="Rectangle 36">
              <a:extLst>
                <a:ext uri="{FF2B5EF4-FFF2-40B4-BE49-F238E27FC236}">
                  <a16:creationId xmlns:a16="http://schemas.microsoft.com/office/drawing/2014/main" id="{138EC588-96D7-036A-8DB2-F31B802DD4E6}"/>
                </a:ext>
              </a:extLst>
            </p:cNvPr>
            <p:cNvSpPr/>
            <p:nvPr/>
          </p:nvSpPr>
          <p:spPr bwMode="gray">
            <a:xfrm>
              <a:off x="2926615" y="1459534"/>
              <a:ext cx="2171699" cy="186590"/>
            </a:xfrm>
            <a:prstGeom prst="rect">
              <a:avLst/>
            </a:prstGeom>
            <a:noFill/>
            <a:ln w="1905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a:buFont typeface="Wingdings 2" pitchFamily="18" charset="2"/>
                <a:buNone/>
              </a:pPr>
              <a:r>
                <a:rPr lang="en-US" sz="1200" b="1"/>
                <a:t>Assess</a:t>
              </a:r>
            </a:p>
          </p:txBody>
        </p:sp>
        <p:sp>
          <p:nvSpPr>
            <p:cNvPr id="60" name="Rectangle 59">
              <a:extLst>
                <a:ext uri="{FF2B5EF4-FFF2-40B4-BE49-F238E27FC236}">
                  <a16:creationId xmlns:a16="http://schemas.microsoft.com/office/drawing/2014/main" id="{EAA949B6-CA93-EC97-45EF-3BF16BD7757C}"/>
                </a:ext>
              </a:extLst>
            </p:cNvPr>
            <p:cNvSpPr/>
            <p:nvPr/>
          </p:nvSpPr>
          <p:spPr bwMode="gray">
            <a:xfrm>
              <a:off x="2926615" y="1712191"/>
              <a:ext cx="2171699" cy="301156"/>
            </a:xfrm>
            <a:prstGeom prst="rect">
              <a:avLst/>
            </a:prstGeom>
            <a:solidFill>
              <a:srgbClr val="012169"/>
            </a:solidFill>
            <a:ln w="19050" algn="ctr">
              <a:solidFill>
                <a:srgbClr val="012169"/>
              </a:solid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buFont typeface="Wingdings 2" pitchFamily="18" charset="2"/>
                <a:buNone/>
              </a:pPr>
              <a:r>
                <a:rPr lang="en-US" sz="1000" b="1">
                  <a:solidFill>
                    <a:schemeClr val="bg1"/>
                  </a:solidFill>
                </a:rPr>
                <a:t>Dimensions for Assessment</a:t>
              </a:r>
            </a:p>
          </p:txBody>
        </p:sp>
        <p:sp>
          <p:nvSpPr>
            <p:cNvPr id="61" name="Rectangle 60">
              <a:extLst>
                <a:ext uri="{FF2B5EF4-FFF2-40B4-BE49-F238E27FC236}">
                  <a16:creationId xmlns:a16="http://schemas.microsoft.com/office/drawing/2014/main" id="{185BFF1C-29CB-25F1-58B8-2574CDBA7A30}"/>
                </a:ext>
              </a:extLst>
            </p:cNvPr>
            <p:cNvSpPr/>
            <p:nvPr/>
          </p:nvSpPr>
          <p:spPr bwMode="gray">
            <a:xfrm>
              <a:off x="2926615" y="1712190"/>
              <a:ext cx="2171699" cy="4587010"/>
            </a:xfrm>
            <a:prstGeom prst="rect">
              <a:avLst/>
            </a:prstGeom>
            <a:noFill/>
            <a:ln w="19050" algn="ctr">
              <a:solidFill>
                <a:srgbClr val="012169"/>
              </a:solid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buFont typeface="Wingdings 2" pitchFamily="18" charset="2"/>
                <a:buNone/>
              </a:pPr>
              <a:endParaRPr lang="en-US" sz="1000" b="1">
                <a:solidFill>
                  <a:schemeClr val="bg1"/>
                </a:solidFill>
              </a:endParaRPr>
            </a:p>
          </p:txBody>
        </p:sp>
        <p:grpSp>
          <p:nvGrpSpPr>
            <p:cNvPr id="62" name="Group 61">
              <a:extLst>
                <a:ext uri="{FF2B5EF4-FFF2-40B4-BE49-F238E27FC236}">
                  <a16:creationId xmlns:a16="http://schemas.microsoft.com/office/drawing/2014/main" id="{9A0BDD08-A6A0-CEF3-35A3-59FE835CFE8C}"/>
                </a:ext>
              </a:extLst>
            </p:cNvPr>
            <p:cNvGrpSpPr/>
            <p:nvPr/>
          </p:nvGrpSpPr>
          <p:grpSpPr>
            <a:xfrm>
              <a:off x="3006639" y="2070475"/>
              <a:ext cx="2011651" cy="4143941"/>
              <a:chOff x="3006639" y="2315070"/>
              <a:chExt cx="2011651" cy="3834270"/>
            </a:xfrm>
          </p:grpSpPr>
          <p:sp>
            <p:nvSpPr>
              <p:cNvPr id="63" name="Rectangle 62">
                <a:extLst>
                  <a:ext uri="{FF2B5EF4-FFF2-40B4-BE49-F238E27FC236}">
                    <a16:creationId xmlns:a16="http://schemas.microsoft.com/office/drawing/2014/main" id="{BB46049F-0CC3-C56C-EFAC-75771C010FCD}"/>
                  </a:ext>
                </a:extLst>
              </p:cNvPr>
              <p:cNvSpPr/>
              <p:nvPr/>
            </p:nvSpPr>
            <p:spPr bwMode="gray">
              <a:xfrm>
                <a:off x="3006639" y="2315070"/>
                <a:ext cx="2011651" cy="454572"/>
              </a:xfrm>
              <a:prstGeom prst="rect">
                <a:avLst/>
              </a:prstGeom>
              <a:solidFill>
                <a:schemeClr val="bg1">
                  <a:lumMod val="95000"/>
                </a:schemeClr>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buFont typeface="Wingdings 2" pitchFamily="18" charset="2"/>
                  <a:buNone/>
                </a:pPr>
                <a:r>
                  <a:rPr lang="en-US" sz="1000"/>
                  <a:t>Conversion Accuracy</a:t>
                </a:r>
              </a:p>
            </p:txBody>
          </p:sp>
          <p:sp>
            <p:nvSpPr>
              <p:cNvPr id="64" name="Rectangle 63">
                <a:extLst>
                  <a:ext uri="{FF2B5EF4-FFF2-40B4-BE49-F238E27FC236}">
                    <a16:creationId xmlns:a16="http://schemas.microsoft.com/office/drawing/2014/main" id="{B6DF7B00-4917-F2F7-937A-0CFD79B067E1}"/>
                  </a:ext>
                </a:extLst>
              </p:cNvPr>
              <p:cNvSpPr/>
              <p:nvPr/>
            </p:nvSpPr>
            <p:spPr bwMode="gray">
              <a:xfrm>
                <a:off x="3006639" y="2878353"/>
                <a:ext cx="2011651" cy="454572"/>
              </a:xfrm>
              <a:prstGeom prst="rect">
                <a:avLst/>
              </a:prstGeom>
              <a:solidFill>
                <a:schemeClr val="bg1">
                  <a:lumMod val="95000"/>
                </a:schemeClr>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buFont typeface="Wingdings 2" pitchFamily="18" charset="2"/>
                  <a:buNone/>
                </a:pPr>
                <a:r>
                  <a:rPr lang="en-US" sz="1000"/>
                  <a:t>Results Comparison to Legacy </a:t>
                </a:r>
              </a:p>
            </p:txBody>
          </p:sp>
          <p:sp>
            <p:nvSpPr>
              <p:cNvPr id="65" name="Rectangle 64">
                <a:extLst>
                  <a:ext uri="{FF2B5EF4-FFF2-40B4-BE49-F238E27FC236}">
                    <a16:creationId xmlns:a16="http://schemas.microsoft.com/office/drawing/2014/main" id="{2F596A34-2825-9315-6628-BB485B59D5FD}"/>
                  </a:ext>
                </a:extLst>
              </p:cNvPr>
              <p:cNvSpPr/>
              <p:nvPr/>
            </p:nvSpPr>
            <p:spPr bwMode="gray">
              <a:xfrm>
                <a:off x="3006639" y="3441636"/>
                <a:ext cx="2011651" cy="454572"/>
              </a:xfrm>
              <a:prstGeom prst="rect">
                <a:avLst/>
              </a:prstGeom>
              <a:solidFill>
                <a:schemeClr val="bg1">
                  <a:lumMod val="95000"/>
                </a:schemeClr>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buFont typeface="Wingdings 2" pitchFamily="18" charset="2"/>
                  <a:buNone/>
                </a:pPr>
                <a:r>
                  <a:rPr lang="en-US" sz="1000"/>
                  <a:t>Defect Severity and Volume </a:t>
                </a:r>
              </a:p>
            </p:txBody>
          </p:sp>
          <p:sp>
            <p:nvSpPr>
              <p:cNvPr id="66" name="Rectangle 65">
                <a:extLst>
                  <a:ext uri="{FF2B5EF4-FFF2-40B4-BE49-F238E27FC236}">
                    <a16:creationId xmlns:a16="http://schemas.microsoft.com/office/drawing/2014/main" id="{EFC91671-7644-ADA1-887A-7AA80D616960}"/>
                  </a:ext>
                </a:extLst>
              </p:cNvPr>
              <p:cNvSpPr/>
              <p:nvPr/>
            </p:nvSpPr>
            <p:spPr bwMode="gray">
              <a:xfrm>
                <a:off x="3006639" y="4004919"/>
                <a:ext cx="2011651" cy="454572"/>
              </a:xfrm>
              <a:prstGeom prst="rect">
                <a:avLst/>
              </a:prstGeom>
              <a:solidFill>
                <a:schemeClr val="bg1">
                  <a:lumMod val="95000"/>
                </a:schemeClr>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buFont typeface="Wingdings 2" pitchFamily="18" charset="2"/>
                  <a:buNone/>
                </a:pPr>
                <a:r>
                  <a:rPr lang="en-US" sz="1000"/>
                  <a:t>Non-functional Requirements</a:t>
                </a:r>
              </a:p>
            </p:txBody>
          </p:sp>
          <p:sp>
            <p:nvSpPr>
              <p:cNvPr id="67" name="Rectangle 66">
                <a:extLst>
                  <a:ext uri="{FF2B5EF4-FFF2-40B4-BE49-F238E27FC236}">
                    <a16:creationId xmlns:a16="http://schemas.microsoft.com/office/drawing/2014/main" id="{4D140A6B-DCAC-1D0C-2F76-294E90F9499D}"/>
                  </a:ext>
                </a:extLst>
              </p:cNvPr>
              <p:cNvSpPr/>
              <p:nvPr/>
            </p:nvSpPr>
            <p:spPr bwMode="gray">
              <a:xfrm>
                <a:off x="3006639" y="4568202"/>
                <a:ext cx="2011651" cy="454572"/>
              </a:xfrm>
              <a:prstGeom prst="rect">
                <a:avLst/>
              </a:prstGeom>
              <a:solidFill>
                <a:schemeClr val="bg1">
                  <a:lumMod val="95000"/>
                </a:schemeClr>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buFont typeface="Wingdings 2" pitchFamily="18" charset="2"/>
                  <a:buNone/>
                </a:pPr>
                <a:r>
                  <a:rPr lang="en-US" sz="1000"/>
                  <a:t>Teradata &amp; Snowflake Difference Impact </a:t>
                </a:r>
              </a:p>
            </p:txBody>
          </p:sp>
          <p:sp>
            <p:nvSpPr>
              <p:cNvPr id="68" name="Rectangle 67">
                <a:extLst>
                  <a:ext uri="{FF2B5EF4-FFF2-40B4-BE49-F238E27FC236}">
                    <a16:creationId xmlns:a16="http://schemas.microsoft.com/office/drawing/2014/main" id="{A321D315-8800-6144-9B3E-2C8E3FA81FDD}"/>
                  </a:ext>
                </a:extLst>
              </p:cNvPr>
              <p:cNvSpPr/>
              <p:nvPr/>
            </p:nvSpPr>
            <p:spPr bwMode="gray">
              <a:xfrm>
                <a:off x="3006639" y="5131485"/>
                <a:ext cx="2011651" cy="454572"/>
              </a:xfrm>
              <a:prstGeom prst="rect">
                <a:avLst/>
              </a:prstGeom>
              <a:solidFill>
                <a:schemeClr val="bg1">
                  <a:lumMod val="95000"/>
                </a:schemeClr>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buFont typeface="Wingdings 2" pitchFamily="18" charset="2"/>
                  <a:buNone/>
                </a:pPr>
                <a:r>
                  <a:rPr lang="en-US" sz="1000"/>
                  <a:t>Performance Benchmarks </a:t>
                </a:r>
              </a:p>
            </p:txBody>
          </p:sp>
          <p:sp>
            <p:nvSpPr>
              <p:cNvPr id="69" name="Rectangle 68">
                <a:extLst>
                  <a:ext uri="{FF2B5EF4-FFF2-40B4-BE49-F238E27FC236}">
                    <a16:creationId xmlns:a16="http://schemas.microsoft.com/office/drawing/2014/main" id="{7A7AC366-95D8-6B47-676C-29A2DA78E88D}"/>
                  </a:ext>
                </a:extLst>
              </p:cNvPr>
              <p:cNvSpPr/>
              <p:nvPr/>
            </p:nvSpPr>
            <p:spPr bwMode="gray">
              <a:xfrm>
                <a:off x="3006639" y="5694768"/>
                <a:ext cx="2011651" cy="454572"/>
              </a:xfrm>
              <a:prstGeom prst="rect">
                <a:avLst/>
              </a:prstGeom>
              <a:solidFill>
                <a:schemeClr val="bg1">
                  <a:lumMod val="95000"/>
                </a:schemeClr>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buFont typeface="Wingdings 2" pitchFamily="18" charset="2"/>
                  <a:buNone/>
                </a:pPr>
                <a:r>
                  <a:rPr lang="en-US" sz="1000"/>
                  <a:t>Report Reconciliation </a:t>
                </a:r>
              </a:p>
            </p:txBody>
          </p:sp>
        </p:grpSp>
      </p:grpSp>
      <p:grpSp>
        <p:nvGrpSpPr>
          <p:cNvPr id="26" name="Group 25">
            <a:extLst>
              <a:ext uri="{FF2B5EF4-FFF2-40B4-BE49-F238E27FC236}">
                <a16:creationId xmlns:a16="http://schemas.microsoft.com/office/drawing/2014/main" id="{92F37020-F6B8-6640-6D47-610A90362492}"/>
              </a:ext>
            </a:extLst>
          </p:cNvPr>
          <p:cNvGrpSpPr/>
          <p:nvPr/>
        </p:nvGrpSpPr>
        <p:grpSpPr>
          <a:xfrm>
            <a:off x="5383331" y="1459534"/>
            <a:ext cx="3882053" cy="4839666"/>
            <a:chOff x="5383331" y="1459534"/>
            <a:chExt cx="3882053" cy="4839666"/>
          </a:xfrm>
        </p:grpSpPr>
        <p:sp>
          <p:nvSpPr>
            <p:cNvPr id="48" name="Rectangle 47">
              <a:extLst>
                <a:ext uri="{FF2B5EF4-FFF2-40B4-BE49-F238E27FC236}">
                  <a16:creationId xmlns:a16="http://schemas.microsoft.com/office/drawing/2014/main" id="{426EB811-672A-F421-887F-92E8F1D624CF}"/>
                </a:ext>
              </a:extLst>
            </p:cNvPr>
            <p:cNvSpPr/>
            <p:nvPr/>
          </p:nvSpPr>
          <p:spPr bwMode="gray">
            <a:xfrm>
              <a:off x="5383331" y="1459534"/>
              <a:ext cx="3882053" cy="186590"/>
            </a:xfrm>
            <a:prstGeom prst="rect">
              <a:avLst/>
            </a:prstGeom>
            <a:noFill/>
            <a:ln w="1905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a:buFont typeface="Wingdings 2" pitchFamily="18" charset="2"/>
                <a:buNone/>
              </a:pPr>
              <a:r>
                <a:rPr lang="en-US" sz="1200" b="1" dirty="0"/>
                <a:t>Accelerators</a:t>
              </a:r>
            </a:p>
          </p:txBody>
        </p:sp>
        <p:sp>
          <p:nvSpPr>
            <p:cNvPr id="89" name="Rectangle 88">
              <a:extLst>
                <a:ext uri="{FF2B5EF4-FFF2-40B4-BE49-F238E27FC236}">
                  <a16:creationId xmlns:a16="http://schemas.microsoft.com/office/drawing/2014/main" id="{76F3C667-171E-225C-43D2-EF8C812A7D5E}"/>
                </a:ext>
              </a:extLst>
            </p:cNvPr>
            <p:cNvSpPr/>
            <p:nvPr/>
          </p:nvSpPr>
          <p:spPr bwMode="gray">
            <a:xfrm>
              <a:off x="5383331" y="1712191"/>
              <a:ext cx="1962125" cy="301156"/>
            </a:xfrm>
            <a:prstGeom prst="rect">
              <a:avLst/>
            </a:prstGeom>
            <a:solidFill>
              <a:srgbClr val="012169"/>
            </a:solidFill>
            <a:ln w="19050" algn="ctr">
              <a:solidFill>
                <a:srgbClr val="012169"/>
              </a:solid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buFont typeface="Wingdings 2" pitchFamily="18" charset="2"/>
                <a:buNone/>
              </a:pPr>
              <a:r>
                <a:rPr lang="en-US" sz="1000" b="1">
                  <a:solidFill>
                    <a:schemeClr val="bg1"/>
                  </a:solidFill>
                </a:rPr>
                <a:t>Purpose</a:t>
              </a:r>
            </a:p>
          </p:txBody>
        </p:sp>
        <p:sp>
          <p:nvSpPr>
            <p:cNvPr id="90" name="Rectangle 89">
              <a:extLst>
                <a:ext uri="{FF2B5EF4-FFF2-40B4-BE49-F238E27FC236}">
                  <a16:creationId xmlns:a16="http://schemas.microsoft.com/office/drawing/2014/main" id="{925762F6-380D-3AA6-DAA0-5006C49EE94A}"/>
                </a:ext>
              </a:extLst>
            </p:cNvPr>
            <p:cNvSpPr/>
            <p:nvPr/>
          </p:nvSpPr>
          <p:spPr bwMode="gray">
            <a:xfrm>
              <a:off x="7463222" y="1712191"/>
              <a:ext cx="1802162" cy="301156"/>
            </a:xfrm>
            <a:prstGeom prst="rect">
              <a:avLst/>
            </a:prstGeom>
            <a:solidFill>
              <a:srgbClr val="012169"/>
            </a:solidFill>
            <a:ln w="19050" algn="ctr">
              <a:solidFill>
                <a:srgbClr val="012169"/>
              </a:solid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buFont typeface="Wingdings 2" pitchFamily="18" charset="2"/>
                <a:buNone/>
              </a:pPr>
              <a:r>
                <a:rPr lang="en-US" sz="1000" b="1" dirty="0">
                  <a:solidFill>
                    <a:schemeClr val="bg1"/>
                  </a:solidFill>
                </a:rPr>
                <a:t>Accelerators</a:t>
              </a:r>
            </a:p>
          </p:txBody>
        </p:sp>
        <p:sp>
          <p:nvSpPr>
            <p:cNvPr id="91" name="Rectangle 90">
              <a:extLst>
                <a:ext uri="{FF2B5EF4-FFF2-40B4-BE49-F238E27FC236}">
                  <a16:creationId xmlns:a16="http://schemas.microsoft.com/office/drawing/2014/main" id="{11926AB1-DDF8-81C8-C56B-3AFDB0F3F79C}"/>
                </a:ext>
              </a:extLst>
            </p:cNvPr>
            <p:cNvSpPr/>
            <p:nvPr/>
          </p:nvSpPr>
          <p:spPr bwMode="gray">
            <a:xfrm>
              <a:off x="5383331" y="1712190"/>
              <a:ext cx="3882052" cy="4587010"/>
            </a:xfrm>
            <a:prstGeom prst="rect">
              <a:avLst/>
            </a:prstGeom>
            <a:noFill/>
            <a:ln w="19050" algn="ctr">
              <a:solidFill>
                <a:srgbClr val="012169"/>
              </a:solid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buFont typeface="Wingdings 2" pitchFamily="18" charset="2"/>
                <a:buNone/>
              </a:pPr>
              <a:endParaRPr lang="en-US" sz="1000" b="1">
                <a:solidFill>
                  <a:schemeClr val="bg1"/>
                </a:solidFill>
              </a:endParaRPr>
            </a:p>
          </p:txBody>
        </p:sp>
        <p:sp>
          <p:nvSpPr>
            <p:cNvPr id="92" name="Rectangle 91">
              <a:extLst>
                <a:ext uri="{FF2B5EF4-FFF2-40B4-BE49-F238E27FC236}">
                  <a16:creationId xmlns:a16="http://schemas.microsoft.com/office/drawing/2014/main" id="{173763DF-E3F7-9530-8E97-976F82A12D01}"/>
                </a:ext>
              </a:extLst>
            </p:cNvPr>
            <p:cNvSpPr/>
            <p:nvPr/>
          </p:nvSpPr>
          <p:spPr bwMode="gray">
            <a:xfrm>
              <a:off x="5465064" y="2070476"/>
              <a:ext cx="1872000" cy="426556"/>
            </a:xfrm>
            <a:prstGeom prst="rect">
              <a:avLst/>
            </a:prstGeom>
            <a:noFill/>
            <a:ln w="9525" algn="ctr">
              <a:solidFill>
                <a:schemeClr val="bg1">
                  <a:lumMod val="85000"/>
                </a:schemeClr>
              </a:solid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buFont typeface="Wingdings 2" pitchFamily="18" charset="2"/>
                <a:buNone/>
              </a:pPr>
              <a:r>
                <a:rPr lang="en-US" sz="1000"/>
                <a:t>Convert Teradata code to SnowSQL</a:t>
              </a:r>
            </a:p>
          </p:txBody>
        </p:sp>
        <p:sp>
          <p:nvSpPr>
            <p:cNvPr id="98" name="Rectangle 97">
              <a:extLst>
                <a:ext uri="{FF2B5EF4-FFF2-40B4-BE49-F238E27FC236}">
                  <a16:creationId xmlns:a16="http://schemas.microsoft.com/office/drawing/2014/main" id="{BFB3B7C6-0E48-EF1F-4155-6B7A91CD98C9}"/>
                </a:ext>
              </a:extLst>
            </p:cNvPr>
            <p:cNvSpPr/>
            <p:nvPr/>
          </p:nvSpPr>
          <p:spPr bwMode="gray">
            <a:xfrm>
              <a:off x="5465064" y="5168296"/>
              <a:ext cx="1872000" cy="1046122"/>
            </a:xfrm>
            <a:prstGeom prst="rect">
              <a:avLst/>
            </a:prstGeom>
            <a:noFill/>
            <a:ln w="9525" algn="ctr">
              <a:solidFill>
                <a:schemeClr val="bg1">
                  <a:lumMod val="85000"/>
                </a:schemeClr>
              </a:solid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buFont typeface="Wingdings 2" pitchFamily="18" charset="2"/>
                <a:buNone/>
              </a:pPr>
              <a:r>
                <a:rPr lang="en-US" sz="1000"/>
                <a:t>Convert SnowSQL code to DBT</a:t>
              </a:r>
            </a:p>
          </p:txBody>
        </p:sp>
        <p:sp>
          <p:nvSpPr>
            <p:cNvPr id="99" name="Rectangle 98">
              <a:extLst>
                <a:ext uri="{FF2B5EF4-FFF2-40B4-BE49-F238E27FC236}">
                  <a16:creationId xmlns:a16="http://schemas.microsoft.com/office/drawing/2014/main" id="{64E5F397-D6BF-9380-9FD7-60E7035EA299}"/>
                </a:ext>
              </a:extLst>
            </p:cNvPr>
            <p:cNvSpPr/>
            <p:nvPr/>
          </p:nvSpPr>
          <p:spPr bwMode="gray">
            <a:xfrm>
              <a:off x="7463222" y="2070476"/>
              <a:ext cx="1714306" cy="426556"/>
            </a:xfrm>
            <a:prstGeom prst="rect">
              <a:avLst/>
            </a:prstGeom>
            <a:noFill/>
            <a:ln w="9525" algn="ctr">
              <a:solidFill>
                <a:schemeClr val="bg1">
                  <a:lumMod val="85000"/>
                </a:schemeClr>
              </a:solid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marL="381000">
                <a:buFont typeface="Wingdings 2" pitchFamily="18" charset="2"/>
                <a:buNone/>
              </a:pPr>
              <a:r>
                <a:rPr lang="en-US" sz="1000" b="1"/>
                <a:t>SnowConvert AI</a:t>
              </a:r>
            </a:p>
          </p:txBody>
        </p:sp>
        <p:pic>
          <p:nvPicPr>
            <p:cNvPr id="121" name="Picture 2" descr="Snowflake logo in transparent PNG and vectorized SVG formats">
              <a:extLst>
                <a:ext uri="{FF2B5EF4-FFF2-40B4-BE49-F238E27FC236}">
                  <a16:creationId xmlns:a16="http://schemas.microsoft.com/office/drawing/2014/main" id="{5F7E74D4-DE51-412B-54C5-F9AD401CE61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41715" y="2154385"/>
              <a:ext cx="259756" cy="258738"/>
            </a:xfrm>
            <a:prstGeom prst="rect">
              <a:avLst/>
            </a:prstGeom>
            <a:noFill/>
            <a:extLst>
              <a:ext uri="{909E8E84-426E-40DD-AFC4-6F175D3DCCD1}">
                <a14:hiddenFill xmlns:a14="http://schemas.microsoft.com/office/drawing/2010/main">
                  <a:solidFill>
                    <a:srgbClr val="FFFFFF"/>
                  </a:solidFill>
                </a14:hiddenFill>
              </a:ext>
            </a:extLst>
          </p:spPr>
        </p:pic>
        <p:grpSp>
          <p:nvGrpSpPr>
            <p:cNvPr id="155" name="Group 154">
              <a:extLst>
                <a:ext uri="{FF2B5EF4-FFF2-40B4-BE49-F238E27FC236}">
                  <a16:creationId xmlns:a16="http://schemas.microsoft.com/office/drawing/2014/main" id="{ED7FAFD0-C0E5-78B7-C5B1-D85F995FEAEB}"/>
                </a:ext>
              </a:extLst>
            </p:cNvPr>
            <p:cNvGrpSpPr/>
            <p:nvPr/>
          </p:nvGrpSpPr>
          <p:grpSpPr>
            <a:xfrm>
              <a:off x="5465064" y="3309604"/>
              <a:ext cx="3712464" cy="426556"/>
              <a:chOff x="5465064" y="3663641"/>
              <a:chExt cx="3712464" cy="426556"/>
            </a:xfrm>
          </p:grpSpPr>
          <p:sp>
            <p:nvSpPr>
              <p:cNvPr id="95" name="Rectangle 94">
                <a:extLst>
                  <a:ext uri="{FF2B5EF4-FFF2-40B4-BE49-F238E27FC236}">
                    <a16:creationId xmlns:a16="http://schemas.microsoft.com/office/drawing/2014/main" id="{1E5178B8-5B83-6DE4-61FF-46E85F971C47}"/>
                  </a:ext>
                </a:extLst>
              </p:cNvPr>
              <p:cNvSpPr/>
              <p:nvPr/>
            </p:nvSpPr>
            <p:spPr bwMode="gray">
              <a:xfrm>
                <a:off x="5465064" y="3663641"/>
                <a:ext cx="1872000" cy="426556"/>
              </a:xfrm>
              <a:prstGeom prst="rect">
                <a:avLst/>
              </a:prstGeom>
              <a:noFill/>
              <a:ln w="9525" algn="ctr">
                <a:solidFill>
                  <a:schemeClr val="bg1">
                    <a:lumMod val="85000"/>
                  </a:schemeClr>
                </a:solid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buFont typeface="Wingdings 2" pitchFamily="18" charset="2"/>
                  <a:buNone/>
                </a:pPr>
                <a:r>
                  <a:rPr lang="en-US" sz="1000"/>
                  <a:t>Historical data migration</a:t>
                </a:r>
              </a:p>
            </p:txBody>
          </p:sp>
          <p:sp>
            <p:nvSpPr>
              <p:cNvPr id="102" name="Rectangle 101">
                <a:extLst>
                  <a:ext uri="{FF2B5EF4-FFF2-40B4-BE49-F238E27FC236}">
                    <a16:creationId xmlns:a16="http://schemas.microsoft.com/office/drawing/2014/main" id="{18E258AB-C278-41E3-DFBD-BF79DE873874}"/>
                  </a:ext>
                </a:extLst>
              </p:cNvPr>
              <p:cNvSpPr/>
              <p:nvPr/>
            </p:nvSpPr>
            <p:spPr bwMode="gray">
              <a:xfrm>
                <a:off x="7463222" y="3663641"/>
                <a:ext cx="1714306" cy="426556"/>
              </a:xfrm>
              <a:prstGeom prst="rect">
                <a:avLst/>
              </a:prstGeom>
              <a:noFill/>
              <a:ln w="9525" algn="ctr">
                <a:solidFill>
                  <a:schemeClr val="bg1">
                    <a:lumMod val="85000"/>
                  </a:schemeClr>
                </a:solid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marL="381000">
                  <a:buFont typeface="Wingdings 2" pitchFamily="18" charset="2"/>
                  <a:buNone/>
                </a:pPr>
                <a:r>
                  <a:rPr lang="en-US" sz="1000" b="1"/>
                  <a:t>CCI</a:t>
                </a:r>
              </a:p>
            </p:txBody>
          </p:sp>
          <p:pic>
            <p:nvPicPr>
              <p:cNvPr id="122" name="Picture 4" descr="Cisco - Wikipedia">
                <a:extLst>
                  <a:ext uri="{FF2B5EF4-FFF2-40B4-BE49-F238E27FC236}">
                    <a16:creationId xmlns:a16="http://schemas.microsoft.com/office/drawing/2014/main" id="{C44253A9-E9B2-8E72-A3A0-55109202FC5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08336" y="3775245"/>
                <a:ext cx="384884" cy="203348"/>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56" name="Group 155">
              <a:extLst>
                <a:ext uri="{FF2B5EF4-FFF2-40B4-BE49-F238E27FC236}">
                  <a16:creationId xmlns:a16="http://schemas.microsoft.com/office/drawing/2014/main" id="{2CE696AC-802F-9669-CEA2-61874F6EC0C8}"/>
                </a:ext>
              </a:extLst>
            </p:cNvPr>
            <p:cNvGrpSpPr/>
            <p:nvPr/>
          </p:nvGrpSpPr>
          <p:grpSpPr>
            <a:xfrm>
              <a:off x="5465064" y="2690040"/>
              <a:ext cx="3712464" cy="426556"/>
              <a:chOff x="5465064" y="3132586"/>
              <a:chExt cx="3712464" cy="426556"/>
            </a:xfrm>
          </p:grpSpPr>
          <p:sp>
            <p:nvSpPr>
              <p:cNvPr id="94" name="Rectangle 93">
                <a:extLst>
                  <a:ext uri="{FF2B5EF4-FFF2-40B4-BE49-F238E27FC236}">
                    <a16:creationId xmlns:a16="http://schemas.microsoft.com/office/drawing/2014/main" id="{F17F93FC-3A92-2B55-48EF-07443763DE76}"/>
                  </a:ext>
                </a:extLst>
              </p:cNvPr>
              <p:cNvSpPr/>
              <p:nvPr/>
            </p:nvSpPr>
            <p:spPr bwMode="gray">
              <a:xfrm>
                <a:off x="5465064" y="3132586"/>
                <a:ext cx="1872000" cy="426556"/>
              </a:xfrm>
              <a:prstGeom prst="rect">
                <a:avLst/>
              </a:prstGeom>
              <a:noFill/>
              <a:ln w="9525" algn="ctr">
                <a:solidFill>
                  <a:schemeClr val="bg1">
                    <a:lumMod val="85000"/>
                  </a:schemeClr>
                </a:solid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buFont typeface="Wingdings 2" pitchFamily="18" charset="2"/>
                  <a:buNone/>
                </a:pPr>
                <a:r>
                  <a:rPr lang="en-US" sz="1000" dirty="0"/>
                  <a:t>Orchestrate accelerators to reduce manual intervention</a:t>
                </a:r>
              </a:p>
            </p:txBody>
          </p:sp>
          <p:sp>
            <p:nvSpPr>
              <p:cNvPr id="101" name="Rectangle 100">
                <a:extLst>
                  <a:ext uri="{FF2B5EF4-FFF2-40B4-BE49-F238E27FC236}">
                    <a16:creationId xmlns:a16="http://schemas.microsoft.com/office/drawing/2014/main" id="{C2B45132-9923-84E4-DA82-D33E2402991E}"/>
                  </a:ext>
                </a:extLst>
              </p:cNvPr>
              <p:cNvSpPr/>
              <p:nvPr/>
            </p:nvSpPr>
            <p:spPr bwMode="gray">
              <a:xfrm>
                <a:off x="7463222" y="3132586"/>
                <a:ext cx="1714306" cy="426556"/>
              </a:xfrm>
              <a:prstGeom prst="rect">
                <a:avLst/>
              </a:prstGeom>
              <a:solidFill>
                <a:schemeClr val="bg1">
                  <a:lumMod val="95000"/>
                </a:schemeClr>
              </a:solidFill>
              <a:ln w="9525" algn="ctr">
                <a:solidFill>
                  <a:schemeClr val="bg1">
                    <a:lumMod val="85000"/>
                  </a:schemeClr>
                </a:solid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marL="381000">
                  <a:buFont typeface="Wingdings 2" pitchFamily="18" charset="2"/>
                  <a:buNone/>
                </a:pPr>
                <a:r>
                  <a:rPr lang="en-US" sz="1000" b="1"/>
                  <a:t>Orchestration Agent</a:t>
                </a:r>
              </a:p>
            </p:txBody>
          </p:sp>
          <p:grpSp>
            <p:nvGrpSpPr>
              <p:cNvPr id="126" name="Group 125">
                <a:extLst>
                  <a:ext uri="{FF2B5EF4-FFF2-40B4-BE49-F238E27FC236}">
                    <a16:creationId xmlns:a16="http://schemas.microsoft.com/office/drawing/2014/main" id="{08687E7D-8894-2232-C52C-35A46269079C}"/>
                  </a:ext>
                </a:extLst>
              </p:cNvPr>
              <p:cNvGrpSpPr/>
              <p:nvPr/>
            </p:nvGrpSpPr>
            <p:grpSpPr>
              <a:xfrm>
                <a:off x="7541360" y="3223189"/>
                <a:ext cx="245356" cy="245356"/>
                <a:chOff x="12770671" y="633694"/>
                <a:chExt cx="226365" cy="226365"/>
              </a:xfrm>
            </p:grpSpPr>
            <p:sp>
              <p:nvSpPr>
                <p:cNvPr id="127" name="Rectangle 126">
                  <a:extLst>
                    <a:ext uri="{FF2B5EF4-FFF2-40B4-BE49-F238E27FC236}">
                      <a16:creationId xmlns:a16="http://schemas.microsoft.com/office/drawing/2014/main" id="{8DE760CB-104F-AC2F-3F0E-AA1FD988983D}"/>
                    </a:ext>
                  </a:extLst>
                </p:cNvPr>
                <p:cNvSpPr/>
                <p:nvPr/>
              </p:nvSpPr>
              <p:spPr bwMode="gray">
                <a:xfrm>
                  <a:off x="12770671" y="633694"/>
                  <a:ext cx="226365" cy="226365"/>
                </a:xfrm>
                <a:prstGeom prst="rect">
                  <a:avLst/>
                </a:prstGeom>
                <a:solidFill>
                  <a:schemeClr val="tx1"/>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buFont typeface="Wingdings 2" pitchFamily="18" charset="2"/>
                    <a:buNone/>
                  </a:pPr>
                  <a:endParaRPr lang="en-US" sz="1600" b="1">
                    <a:solidFill>
                      <a:schemeClr val="bg1"/>
                    </a:solidFill>
                  </a:endParaRPr>
                </a:p>
              </p:txBody>
            </p:sp>
            <p:sp>
              <p:nvSpPr>
                <p:cNvPr id="128" name="Oval 127">
                  <a:extLst>
                    <a:ext uri="{FF2B5EF4-FFF2-40B4-BE49-F238E27FC236}">
                      <a16:creationId xmlns:a16="http://schemas.microsoft.com/office/drawing/2014/main" id="{CF96FE81-90E4-31EE-57C3-7E0EA9289642}"/>
                    </a:ext>
                  </a:extLst>
                </p:cNvPr>
                <p:cNvSpPr/>
                <p:nvPr/>
              </p:nvSpPr>
              <p:spPr bwMode="gray">
                <a:xfrm>
                  <a:off x="12806648" y="669690"/>
                  <a:ext cx="154373" cy="154373"/>
                </a:xfrm>
                <a:prstGeom prst="ellipse">
                  <a:avLst/>
                </a:prstGeom>
                <a:solidFill>
                  <a:schemeClr val="accent1"/>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buFont typeface="Wingdings 2" pitchFamily="18" charset="2"/>
                    <a:buNone/>
                  </a:pPr>
                  <a:endParaRPr lang="en-US" sz="1600" b="1">
                    <a:solidFill>
                      <a:schemeClr val="bg1"/>
                    </a:solidFill>
                  </a:endParaRPr>
                </a:p>
              </p:txBody>
            </p:sp>
          </p:grpSp>
        </p:grpSp>
        <p:grpSp>
          <p:nvGrpSpPr>
            <p:cNvPr id="154" name="Group 153">
              <a:extLst>
                <a:ext uri="{FF2B5EF4-FFF2-40B4-BE49-F238E27FC236}">
                  <a16:creationId xmlns:a16="http://schemas.microsoft.com/office/drawing/2014/main" id="{C7D630EA-856B-4EFD-4B3E-FA0932AA56AD}"/>
                </a:ext>
              </a:extLst>
            </p:cNvPr>
            <p:cNvGrpSpPr/>
            <p:nvPr/>
          </p:nvGrpSpPr>
          <p:grpSpPr>
            <a:xfrm>
              <a:off x="5465064" y="3929168"/>
              <a:ext cx="3712464" cy="426556"/>
              <a:chOff x="5465064" y="4194696"/>
              <a:chExt cx="3712464" cy="426556"/>
            </a:xfrm>
          </p:grpSpPr>
          <p:sp>
            <p:nvSpPr>
              <p:cNvPr id="96" name="Rectangle 95">
                <a:extLst>
                  <a:ext uri="{FF2B5EF4-FFF2-40B4-BE49-F238E27FC236}">
                    <a16:creationId xmlns:a16="http://schemas.microsoft.com/office/drawing/2014/main" id="{53E18DE6-AD9A-8B72-D0F9-2CC34511AE70}"/>
                  </a:ext>
                </a:extLst>
              </p:cNvPr>
              <p:cNvSpPr/>
              <p:nvPr/>
            </p:nvSpPr>
            <p:spPr bwMode="gray">
              <a:xfrm>
                <a:off x="5465064" y="4194696"/>
                <a:ext cx="1872000" cy="426556"/>
              </a:xfrm>
              <a:prstGeom prst="rect">
                <a:avLst/>
              </a:prstGeom>
              <a:noFill/>
              <a:ln w="9525" algn="ctr">
                <a:solidFill>
                  <a:schemeClr val="bg1">
                    <a:lumMod val="85000"/>
                  </a:schemeClr>
                </a:solid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buFont typeface="Wingdings 2" pitchFamily="18" charset="2"/>
                  <a:buNone/>
                </a:pPr>
                <a:r>
                  <a:rPr lang="en-US" sz="1000"/>
                  <a:t>Data testing tool for data parity testing</a:t>
                </a:r>
              </a:p>
            </p:txBody>
          </p:sp>
          <p:sp>
            <p:nvSpPr>
              <p:cNvPr id="103" name="Rectangle 102">
                <a:extLst>
                  <a:ext uri="{FF2B5EF4-FFF2-40B4-BE49-F238E27FC236}">
                    <a16:creationId xmlns:a16="http://schemas.microsoft.com/office/drawing/2014/main" id="{667935F2-B20D-8676-DEFF-DB0B0EDFF50F}"/>
                  </a:ext>
                </a:extLst>
              </p:cNvPr>
              <p:cNvSpPr/>
              <p:nvPr/>
            </p:nvSpPr>
            <p:spPr bwMode="gray">
              <a:xfrm>
                <a:off x="7463222" y="4194696"/>
                <a:ext cx="1714306" cy="426556"/>
              </a:xfrm>
              <a:prstGeom prst="rect">
                <a:avLst/>
              </a:prstGeom>
              <a:noFill/>
              <a:ln w="9525" algn="ctr">
                <a:solidFill>
                  <a:schemeClr val="bg1">
                    <a:lumMod val="85000"/>
                  </a:schemeClr>
                </a:solid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marL="381000">
                  <a:buFont typeface="Wingdings 2" pitchFamily="18" charset="2"/>
                  <a:buNone/>
                </a:pPr>
                <a:r>
                  <a:rPr lang="en-US" sz="1000" b="1"/>
                  <a:t>ETL Code Tester</a:t>
                </a:r>
              </a:p>
            </p:txBody>
          </p:sp>
          <p:grpSp>
            <p:nvGrpSpPr>
              <p:cNvPr id="129" name="Group 128">
                <a:extLst>
                  <a:ext uri="{FF2B5EF4-FFF2-40B4-BE49-F238E27FC236}">
                    <a16:creationId xmlns:a16="http://schemas.microsoft.com/office/drawing/2014/main" id="{E8253D7B-3F0D-0592-E37E-CF1EC82D409A}"/>
                  </a:ext>
                </a:extLst>
              </p:cNvPr>
              <p:cNvGrpSpPr/>
              <p:nvPr/>
            </p:nvGrpSpPr>
            <p:grpSpPr>
              <a:xfrm>
                <a:off x="7541360" y="4285299"/>
                <a:ext cx="245356" cy="245356"/>
                <a:chOff x="12770671" y="633694"/>
                <a:chExt cx="226365" cy="226365"/>
              </a:xfrm>
            </p:grpSpPr>
            <p:sp>
              <p:nvSpPr>
                <p:cNvPr id="130" name="Rectangle 129">
                  <a:extLst>
                    <a:ext uri="{FF2B5EF4-FFF2-40B4-BE49-F238E27FC236}">
                      <a16:creationId xmlns:a16="http://schemas.microsoft.com/office/drawing/2014/main" id="{2826B96B-A781-7A5C-C4CB-5DF631A8912A}"/>
                    </a:ext>
                  </a:extLst>
                </p:cNvPr>
                <p:cNvSpPr/>
                <p:nvPr/>
              </p:nvSpPr>
              <p:spPr bwMode="gray">
                <a:xfrm>
                  <a:off x="12770671" y="633694"/>
                  <a:ext cx="226365" cy="226365"/>
                </a:xfrm>
                <a:prstGeom prst="rect">
                  <a:avLst/>
                </a:prstGeom>
                <a:solidFill>
                  <a:schemeClr val="tx1"/>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buFont typeface="Wingdings 2" pitchFamily="18" charset="2"/>
                    <a:buNone/>
                  </a:pPr>
                  <a:endParaRPr lang="en-US" sz="1600" b="1">
                    <a:solidFill>
                      <a:schemeClr val="bg1"/>
                    </a:solidFill>
                  </a:endParaRPr>
                </a:p>
              </p:txBody>
            </p:sp>
            <p:sp>
              <p:nvSpPr>
                <p:cNvPr id="131" name="Oval 130">
                  <a:extLst>
                    <a:ext uri="{FF2B5EF4-FFF2-40B4-BE49-F238E27FC236}">
                      <a16:creationId xmlns:a16="http://schemas.microsoft.com/office/drawing/2014/main" id="{18C1AF87-38EE-579C-B202-2DAF9B334CD3}"/>
                    </a:ext>
                  </a:extLst>
                </p:cNvPr>
                <p:cNvSpPr/>
                <p:nvPr/>
              </p:nvSpPr>
              <p:spPr bwMode="gray">
                <a:xfrm>
                  <a:off x="12806648" y="669690"/>
                  <a:ext cx="154373" cy="154373"/>
                </a:xfrm>
                <a:prstGeom prst="ellipse">
                  <a:avLst/>
                </a:prstGeom>
                <a:solidFill>
                  <a:schemeClr val="accent1"/>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buFont typeface="Wingdings 2" pitchFamily="18" charset="2"/>
                    <a:buNone/>
                  </a:pPr>
                  <a:endParaRPr lang="en-US" sz="1600" b="1">
                    <a:solidFill>
                      <a:schemeClr val="bg1"/>
                    </a:solidFill>
                  </a:endParaRPr>
                </a:p>
              </p:txBody>
            </p:sp>
          </p:grpSp>
        </p:grpSp>
        <p:grpSp>
          <p:nvGrpSpPr>
            <p:cNvPr id="153" name="Group 152">
              <a:extLst>
                <a:ext uri="{FF2B5EF4-FFF2-40B4-BE49-F238E27FC236}">
                  <a16:creationId xmlns:a16="http://schemas.microsoft.com/office/drawing/2014/main" id="{E0C256D7-CBA7-49EA-9790-2845F6AA1352}"/>
                </a:ext>
              </a:extLst>
            </p:cNvPr>
            <p:cNvGrpSpPr/>
            <p:nvPr/>
          </p:nvGrpSpPr>
          <p:grpSpPr>
            <a:xfrm>
              <a:off x="5465064" y="4548732"/>
              <a:ext cx="3712464" cy="426556"/>
              <a:chOff x="5465064" y="4725751"/>
              <a:chExt cx="3712464" cy="426556"/>
            </a:xfrm>
          </p:grpSpPr>
          <p:sp>
            <p:nvSpPr>
              <p:cNvPr id="97" name="Rectangle 96">
                <a:extLst>
                  <a:ext uri="{FF2B5EF4-FFF2-40B4-BE49-F238E27FC236}">
                    <a16:creationId xmlns:a16="http://schemas.microsoft.com/office/drawing/2014/main" id="{E6222A22-3B9A-7424-0276-3BA03F78C998}"/>
                  </a:ext>
                </a:extLst>
              </p:cNvPr>
              <p:cNvSpPr/>
              <p:nvPr/>
            </p:nvSpPr>
            <p:spPr bwMode="gray">
              <a:xfrm>
                <a:off x="5465064" y="4725751"/>
                <a:ext cx="1872000" cy="426556"/>
              </a:xfrm>
              <a:prstGeom prst="rect">
                <a:avLst/>
              </a:prstGeom>
              <a:noFill/>
              <a:ln w="9525" algn="ctr">
                <a:solidFill>
                  <a:schemeClr val="bg1">
                    <a:lumMod val="85000"/>
                  </a:schemeClr>
                </a:solid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buFont typeface="Wingdings 2" pitchFamily="18" charset="2"/>
                  <a:buNone/>
                </a:pPr>
                <a:r>
                  <a:rPr lang="en-US" sz="1000"/>
                  <a:t>Automated report testing</a:t>
                </a:r>
              </a:p>
            </p:txBody>
          </p:sp>
          <p:sp>
            <p:nvSpPr>
              <p:cNvPr id="104" name="Rectangle 103">
                <a:extLst>
                  <a:ext uri="{FF2B5EF4-FFF2-40B4-BE49-F238E27FC236}">
                    <a16:creationId xmlns:a16="http://schemas.microsoft.com/office/drawing/2014/main" id="{C1953087-8FE7-FE90-B2A7-D20A21A0D851}"/>
                  </a:ext>
                </a:extLst>
              </p:cNvPr>
              <p:cNvSpPr/>
              <p:nvPr/>
            </p:nvSpPr>
            <p:spPr bwMode="gray">
              <a:xfrm>
                <a:off x="7463222" y="4725751"/>
                <a:ext cx="1714306" cy="426556"/>
              </a:xfrm>
              <a:prstGeom prst="rect">
                <a:avLst/>
              </a:prstGeom>
              <a:noFill/>
              <a:ln w="9525" algn="ctr">
                <a:solidFill>
                  <a:schemeClr val="bg1">
                    <a:lumMod val="85000"/>
                  </a:schemeClr>
                </a:solid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marL="381000">
                  <a:buFont typeface="Wingdings 2" pitchFamily="18" charset="2"/>
                  <a:buNone/>
                </a:pPr>
                <a:r>
                  <a:rPr lang="en-US" sz="1000" b="1"/>
                  <a:t>DRECT</a:t>
                </a:r>
              </a:p>
            </p:txBody>
          </p:sp>
          <p:grpSp>
            <p:nvGrpSpPr>
              <p:cNvPr id="132" name="Group 131">
                <a:extLst>
                  <a:ext uri="{FF2B5EF4-FFF2-40B4-BE49-F238E27FC236}">
                    <a16:creationId xmlns:a16="http://schemas.microsoft.com/office/drawing/2014/main" id="{AC4CCC4E-B7D5-E709-54B2-77285DED4293}"/>
                  </a:ext>
                </a:extLst>
              </p:cNvPr>
              <p:cNvGrpSpPr/>
              <p:nvPr/>
            </p:nvGrpSpPr>
            <p:grpSpPr>
              <a:xfrm>
                <a:off x="7541360" y="4816354"/>
                <a:ext cx="245356" cy="245356"/>
                <a:chOff x="12770671" y="633694"/>
                <a:chExt cx="226365" cy="226365"/>
              </a:xfrm>
            </p:grpSpPr>
            <p:sp>
              <p:nvSpPr>
                <p:cNvPr id="133" name="Rectangle 132">
                  <a:extLst>
                    <a:ext uri="{FF2B5EF4-FFF2-40B4-BE49-F238E27FC236}">
                      <a16:creationId xmlns:a16="http://schemas.microsoft.com/office/drawing/2014/main" id="{667F1046-EBA2-0057-A69F-B6A61FB1A861}"/>
                    </a:ext>
                  </a:extLst>
                </p:cNvPr>
                <p:cNvSpPr/>
                <p:nvPr/>
              </p:nvSpPr>
              <p:spPr bwMode="gray">
                <a:xfrm>
                  <a:off x="12770671" y="633694"/>
                  <a:ext cx="226365" cy="226365"/>
                </a:xfrm>
                <a:prstGeom prst="rect">
                  <a:avLst/>
                </a:prstGeom>
                <a:solidFill>
                  <a:schemeClr val="tx1"/>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buFont typeface="Wingdings 2" pitchFamily="18" charset="2"/>
                    <a:buNone/>
                  </a:pPr>
                  <a:endParaRPr lang="en-US" sz="1600" b="1">
                    <a:solidFill>
                      <a:schemeClr val="bg1"/>
                    </a:solidFill>
                  </a:endParaRPr>
                </a:p>
              </p:txBody>
            </p:sp>
            <p:sp>
              <p:nvSpPr>
                <p:cNvPr id="134" name="Oval 133">
                  <a:extLst>
                    <a:ext uri="{FF2B5EF4-FFF2-40B4-BE49-F238E27FC236}">
                      <a16:creationId xmlns:a16="http://schemas.microsoft.com/office/drawing/2014/main" id="{ED6CF6D3-9E5B-5C0D-3EE5-68192D434744}"/>
                    </a:ext>
                  </a:extLst>
                </p:cNvPr>
                <p:cNvSpPr/>
                <p:nvPr/>
              </p:nvSpPr>
              <p:spPr bwMode="gray">
                <a:xfrm>
                  <a:off x="12806648" y="669690"/>
                  <a:ext cx="154373" cy="154373"/>
                </a:xfrm>
                <a:prstGeom prst="ellipse">
                  <a:avLst/>
                </a:prstGeom>
                <a:solidFill>
                  <a:schemeClr val="accent1"/>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buFont typeface="Wingdings 2" pitchFamily="18" charset="2"/>
                    <a:buNone/>
                  </a:pPr>
                  <a:endParaRPr lang="en-US" sz="1600" b="1">
                    <a:solidFill>
                      <a:schemeClr val="bg1"/>
                    </a:solidFill>
                  </a:endParaRPr>
                </a:p>
              </p:txBody>
            </p:sp>
          </p:grpSp>
        </p:grpSp>
        <p:grpSp>
          <p:nvGrpSpPr>
            <p:cNvPr id="157" name="Group 156">
              <a:extLst>
                <a:ext uri="{FF2B5EF4-FFF2-40B4-BE49-F238E27FC236}">
                  <a16:creationId xmlns:a16="http://schemas.microsoft.com/office/drawing/2014/main" id="{98373D6B-74AF-6CFD-9B9E-25DEDD39D465}"/>
                </a:ext>
              </a:extLst>
            </p:cNvPr>
            <p:cNvGrpSpPr/>
            <p:nvPr/>
          </p:nvGrpSpPr>
          <p:grpSpPr>
            <a:xfrm>
              <a:off x="7463222" y="5168296"/>
              <a:ext cx="1714306" cy="1046122"/>
              <a:chOff x="7463222" y="5168296"/>
              <a:chExt cx="1714306" cy="1046122"/>
            </a:xfrm>
          </p:grpSpPr>
          <p:grpSp>
            <p:nvGrpSpPr>
              <p:cNvPr id="151" name="Group 150">
                <a:extLst>
                  <a:ext uri="{FF2B5EF4-FFF2-40B4-BE49-F238E27FC236}">
                    <a16:creationId xmlns:a16="http://schemas.microsoft.com/office/drawing/2014/main" id="{130DC85C-7837-9A0D-0AF2-8DA8E75BA785}"/>
                  </a:ext>
                </a:extLst>
              </p:cNvPr>
              <p:cNvGrpSpPr/>
              <p:nvPr/>
            </p:nvGrpSpPr>
            <p:grpSpPr>
              <a:xfrm>
                <a:off x="7463222" y="5168296"/>
                <a:ext cx="1714306" cy="426556"/>
                <a:chOff x="7463222" y="5256806"/>
                <a:chExt cx="1714306" cy="426556"/>
              </a:xfrm>
            </p:grpSpPr>
            <p:sp>
              <p:nvSpPr>
                <p:cNvPr id="105" name="Rectangle 104">
                  <a:extLst>
                    <a:ext uri="{FF2B5EF4-FFF2-40B4-BE49-F238E27FC236}">
                      <a16:creationId xmlns:a16="http://schemas.microsoft.com/office/drawing/2014/main" id="{A4EB7D25-4EC8-ACEC-2500-16F478976F6E}"/>
                    </a:ext>
                  </a:extLst>
                </p:cNvPr>
                <p:cNvSpPr/>
                <p:nvPr/>
              </p:nvSpPr>
              <p:spPr bwMode="gray">
                <a:xfrm>
                  <a:off x="7463222" y="5256806"/>
                  <a:ext cx="1714306" cy="426556"/>
                </a:xfrm>
                <a:prstGeom prst="rect">
                  <a:avLst/>
                </a:prstGeom>
                <a:noFill/>
                <a:ln w="9525" algn="ctr">
                  <a:solidFill>
                    <a:schemeClr val="bg1">
                      <a:lumMod val="85000"/>
                    </a:schemeClr>
                  </a:solid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marL="381000">
                    <a:buFont typeface="Wingdings 2" pitchFamily="18" charset="2"/>
                    <a:buNone/>
                  </a:pPr>
                  <a:r>
                    <a:rPr lang="en-US" sz="1000" b="1"/>
                    <a:t>DBT Code Converter v1</a:t>
                  </a:r>
                </a:p>
              </p:txBody>
            </p:sp>
            <p:grpSp>
              <p:nvGrpSpPr>
                <p:cNvPr id="135" name="Group 134">
                  <a:extLst>
                    <a:ext uri="{FF2B5EF4-FFF2-40B4-BE49-F238E27FC236}">
                      <a16:creationId xmlns:a16="http://schemas.microsoft.com/office/drawing/2014/main" id="{8352BCDA-7B6A-7199-C98E-00011183ED09}"/>
                    </a:ext>
                  </a:extLst>
                </p:cNvPr>
                <p:cNvGrpSpPr/>
                <p:nvPr/>
              </p:nvGrpSpPr>
              <p:grpSpPr>
                <a:xfrm>
                  <a:off x="7541360" y="5347409"/>
                  <a:ext cx="245356" cy="245356"/>
                  <a:chOff x="12770671" y="633694"/>
                  <a:chExt cx="226365" cy="226365"/>
                </a:xfrm>
              </p:grpSpPr>
              <p:sp>
                <p:nvSpPr>
                  <p:cNvPr id="136" name="Rectangle 135">
                    <a:extLst>
                      <a:ext uri="{FF2B5EF4-FFF2-40B4-BE49-F238E27FC236}">
                        <a16:creationId xmlns:a16="http://schemas.microsoft.com/office/drawing/2014/main" id="{43B07EB4-419E-9338-5AEB-8802C2184CD4}"/>
                      </a:ext>
                    </a:extLst>
                  </p:cNvPr>
                  <p:cNvSpPr/>
                  <p:nvPr/>
                </p:nvSpPr>
                <p:spPr bwMode="gray">
                  <a:xfrm>
                    <a:off x="12770671" y="633694"/>
                    <a:ext cx="226365" cy="226365"/>
                  </a:xfrm>
                  <a:prstGeom prst="rect">
                    <a:avLst/>
                  </a:prstGeom>
                  <a:solidFill>
                    <a:schemeClr val="tx1"/>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buFont typeface="Wingdings 2" pitchFamily="18" charset="2"/>
                      <a:buNone/>
                    </a:pPr>
                    <a:endParaRPr lang="en-US" sz="1600" b="1">
                      <a:solidFill>
                        <a:schemeClr val="bg1"/>
                      </a:solidFill>
                    </a:endParaRPr>
                  </a:p>
                </p:txBody>
              </p:sp>
              <p:sp>
                <p:nvSpPr>
                  <p:cNvPr id="137" name="Oval 136">
                    <a:extLst>
                      <a:ext uri="{FF2B5EF4-FFF2-40B4-BE49-F238E27FC236}">
                        <a16:creationId xmlns:a16="http://schemas.microsoft.com/office/drawing/2014/main" id="{F56186DB-A6B1-2741-B085-50682539ABED}"/>
                      </a:ext>
                    </a:extLst>
                  </p:cNvPr>
                  <p:cNvSpPr/>
                  <p:nvPr/>
                </p:nvSpPr>
                <p:spPr bwMode="gray">
                  <a:xfrm>
                    <a:off x="12806648" y="669690"/>
                    <a:ext cx="154373" cy="154373"/>
                  </a:xfrm>
                  <a:prstGeom prst="ellipse">
                    <a:avLst/>
                  </a:prstGeom>
                  <a:solidFill>
                    <a:schemeClr val="accent1"/>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buFont typeface="Wingdings 2" pitchFamily="18" charset="2"/>
                      <a:buNone/>
                    </a:pPr>
                    <a:endParaRPr lang="en-US" sz="1600" b="1">
                      <a:solidFill>
                        <a:schemeClr val="bg1"/>
                      </a:solidFill>
                    </a:endParaRPr>
                  </a:p>
                </p:txBody>
              </p:sp>
            </p:grpSp>
          </p:grpSp>
          <p:grpSp>
            <p:nvGrpSpPr>
              <p:cNvPr id="152" name="Group 151">
                <a:extLst>
                  <a:ext uri="{FF2B5EF4-FFF2-40B4-BE49-F238E27FC236}">
                    <a16:creationId xmlns:a16="http://schemas.microsoft.com/office/drawing/2014/main" id="{51E5688B-5240-F708-9724-049EF23E1E2B}"/>
                  </a:ext>
                </a:extLst>
              </p:cNvPr>
              <p:cNvGrpSpPr/>
              <p:nvPr/>
            </p:nvGrpSpPr>
            <p:grpSpPr>
              <a:xfrm>
                <a:off x="7463222" y="5787862"/>
                <a:ext cx="1714306" cy="426556"/>
                <a:chOff x="7463222" y="5787862"/>
                <a:chExt cx="1714306" cy="426556"/>
              </a:xfrm>
            </p:grpSpPr>
            <p:sp>
              <p:nvSpPr>
                <p:cNvPr id="106" name="Rectangle 105">
                  <a:extLst>
                    <a:ext uri="{FF2B5EF4-FFF2-40B4-BE49-F238E27FC236}">
                      <a16:creationId xmlns:a16="http://schemas.microsoft.com/office/drawing/2014/main" id="{6FFDF5D7-1687-B9C9-2FB3-91AF0BB41D66}"/>
                    </a:ext>
                  </a:extLst>
                </p:cNvPr>
                <p:cNvSpPr/>
                <p:nvPr/>
              </p:nvSpPr>
              <p:spPr bwMode="gray">
                <a:xfrm>
                  <a:off x="7463222" y="5787862"/>
                  <a:ext cx="1714306" cy="426556"/>
                </a:xfrm>
                <a:prstGeom prst="rect">
                  <a:avLst/>
                </a:prstGeom>
                <a:solidFill>
                  <a:schemeClr val="bg1">
                    <a:lumMod val="95000"/>
                  </a:schemeClr>
                </a:solidFill>
                <a:ln w="9525" algn="ctr">
                  <a:solidFill>
                    <a:schemeClr val="bg1">
                      <a:lumMod val="85000"/>
                    </a:schemeClr>
                  </a:solid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marL="381000">
                    <a:buFont typeface="Wingdings 2" pitchFamily="18" charset="2"/>
                    <a:buNone/>
                  </a:pPr>
                  <a:r>
                    <a:rPr lang="en-US" sz="1000" b="1"/>
                    <a:t>DBT Code Converter v2</a:t>
                  </a:r>
                </a:p>
              </p:txBody>
            </p:sp>
            <p:grpSp>
              <p:nvGrpSpPr>
                <p:cNvPr id="138" name="Group 137">
                  <a:extLst>
                    <a:ext uri="{FF2B5EF4-FFF2-40B4-BE49-F238E27FC236}">
                      <a16:creationId xmlns:a16="http://schemas.microsoft.com/office/drawing/2014/main" id="{3663B4A7-8ABA-48D4-29CA-C2D60A9598E7}"/>
                    </a:ext>
                  </a:extLst>
                </p:cNvPr>
                <p:cNvGrpSpPr/>
                <p:nvPr/>
              </p:nvGrpSpPr>
              <p:grpSpPr>
                <a:xfrm>
                  <a:off x="7541360" y="5878465"/>
                  <a:ext cx="245356" cy="245356"/>
                  <a:chOff x="12770671" y="633694"/>
                  <a:chExt cx="226365" cy="226365"/>
                </a:xfrm>
              </p:grpSpPr>
              <p:sp>
                <p:nvSpPr>
                  <p:cNvPr id="139" name="Rectangle 138">
                    <a:extLst>
                      <a:ext uri="{FF2B5EF4-FFF2-40B4-BE49-F238E27FC236}">
                        <a16:creationId xmlns:a16="http://schemas.microsoft.com/office/drawing/2014/main" id="{8808765A-07AF-AAB0-F238-C16932929CA7}"/>
                      </a:ext>
                    </a:extLst>
                  </p:cNvPr>
                  <p:cNvSpPr/>
                  <p:nvPr/>
                </p:nvSpPr>
                <p:spPr bwMode="gray">
                  <a:xfrm>
                    <a:off x="12770671" y="633694"/>
                    <a:ext cx="226365" cy="226365"/>
                  </a:xfrm>
                  <a:prstGeom prst="rect">
                    <a:avLst/>
                  </a:prstGeom>
                  <a:solidFill>
                    <a:schemeClr val="tx1"/>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buFont typeface="Wingdings 2" pitchFamily="18" charset="2"/>
                      <a:buNone/>
                    </a:pPr>
                    <a:endParaRPr lang="en-US" sz="1600" b="1">
                      <a:solidFill>
                        <a:schemeClr val="bg1"/>
                      </a:solidFill>
                    </a:endParaRPr>
                  </a:p>
                </p:txBody>
              </p:sp>
              <p:sp>
                <p:nvSpPr>
                  <p:cNvPr id="140" name="Oval 139">
                    <a:extLst>
                      <a:ext uri="{FF2B5EF4-FFF2-40B4-BE49-F238E27FC236}">
                        <a16:creationId xmlns:a16="http://schemas.microsoft.com/office/drawing/2014/main" id="{0328C3DE-DE47-EFEB-15A6-6D2B88859AB0}"/>
                      </a:ext>
                    </a:extLst>
                  </p:cNvPr>
                  <p:cNvSpPr/>
                  <p:nvPr/>
                </p:nvSpPr>
                <p:spPr bwMode="gray">
                  <a:xfrm>
                    <a:off x="12806648" y="669690"/>
                    <a:ext cx="154373" cy="154373"/>
                  </a:xfrm>
                  <a:prstGeom prst="ellipse">
                    <a:avLst/>
                  </a:prstGeom>
                  <a:solidFill>
                    <a:schemeClr val="accent1"/>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buFont typeface="Wingdings 2" pitchFamily="18" charset="2"/>
                      <a:buNone/>
                    </a:pPr>
                    <a:endParaRPr lang="en-US" sz="1600" b="1">
                      <a:solidFill>
                        <a:schemeClr val="bg1"/>
                      </a:solidFill>
                    </a:endParaRPr>
                  </a:p>
                </p:txBody>
              </p:sp>
            </p:grpSp>
          </p:grpSp>
        </p:grpSp>
      </p:grpSp>
      <p:grpSp>
        <p:nvGrpSpPr>
          <p:cNvPr id="27" name="Group 26">
            <a:extLst>
              <a:ext uri="{FF2B5EF4-FFF2-40B4-BE49-F238E27FC236}">
                <a16:creationId xmlns:a16="http://schemas.microsoft.com/office/drawing/2014/main" id="{CB7E96D3-59D0-5C9C-81FF-E97E034AA661}"/>
              </a:ext>
            </a:extLst>
          </p:cNvPr>
          <p:cNvGrpSpPr/>
          <p:nvPr/>
        </p:nvGrpSpPr>
        <p:grpSpPr>
          <a:xfrm>
            <a:off x="9513076" y="1459534"/>
            <a:ext cx="2209023" cy="4839666"/>
            <a:chOff x="9513076" y="1459534"/>
            <a:chExt cx="2209023" cy="4839666"/>
          </a:xfrm>
        </p:grpSpPr>
        <p:sp>
          <p:nvSpPr>
            <p:cNvPr id="59" name="Rectangle 58">
              <a:extLst>
                <a:ext uri="{FF2B5EF4-FFF2-40B4-BE49-F238E27FC236}">
                  <a16:creationId xmlns:a16="http://schemas.microsoft.com/office/drawing/2014/main" id="{50FAB453-6505-2BCE-B24D-198AA207E850}"/>
                </a:ext>
              </a:extLst>
            </p:cNvPr>
            <p:cNvSpPr/>
            <p:nvPr/>
          </p:nvSpPr>
          <p:spPr bwMode="gray">
            <a:xfrm>
              <a:off x="9550400" y="1712190"/>
              <a:ext cx="2171699" cy="4587010"/>
            </a:xfrm>
            <a:prstGeom prst="rect">
              <a:avLst/>
            </a:prstGeom>
            <a:noFill/>
            <a:ln w="19050" algn="ctr">
              <a:solidFill>
                <a:srgbClr val="012169"/>
              </a:solid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buFont typeface="Wingdings 2" pitchFamily="18" charset="2"/>
                <a:buNone/>
              </a:pPr>
              <a:endParaRPr lang="en-US" sz="1000" b="1">
                <a:solidFill>
                  <a:schemeClr val="bg1"/>
                </a:solidFill>
              </a:endParaRPr>
            </a:p>
          </p:txBody>
        </p:sp>
        <p:sp>
          <p:nvSpPr>
            <p:cNvPr id="49" name="Rectangle 48">
              <a:extLst>
                <a:ext uri="{FF2B5EF4-FFF2-40B4-BE49-F238E27FC236}">
                  <a16:creationId xmlns:a16="http://schemas.microsoft.com/office/drawing/2014/main" id="{8BE0B57B-49F1-6B72-9D7D-02F2C05B98E1}"/>
                </a:ext>
              </a:extLst>
            </p:cNvPr>
            <p:cNvSpPr/>
            <p:nvPr/>
          </p:nvSpPr>
          <p:spPr bwMode="gray">
            <a:xfrm>
              <a:off x="9630424" y="2070476"/>
              <a:ext cx="2011651" cy="355681"/>
            </a:xfrm>
            <a:prstGeom prst="rect">
              <a:avLst/>
            </a:prstGeom>
            <a:solidFill>
              <a:schemeClr val="accent1"/>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marL="85725">
                <a:buFont typeface="Wingdings 2" pitchFamily="18" charset="2"/>
                <a:buNone/>
              </a:pPr>
              <a:r>
                <a:rPr lang="en-US" sz="1000">
                  <a:solidFill>
                    <a:schemeClr val="bg1"/>
                  </a:solidFill>
                </a:rPr>
                <a:t>SIT Testing Results </a:t>
              </a:r>
            </a:p>
          </p:txBody>
        </p:sp>
        <p:sp>
          <p:nvSpPr>
            <p:cNvPr id="50" name="Rectangle 49">
              <a:extLst>
                <a:ext uri="{FF2B5EF4-FFF2-40B4-BE49-F238E27FC236}">
                  <a16:creationId xmlns:a16="http://schemas.microsoft.com/office/drawing/2014/main" id="{B53A42EB-A3EA-799F-72B3-8C584446D23A}"/>
                </a:ext>
              </a:extLst>
            </p:cNvPr>
            <p:cNvSpPr/>
            <p:nvPr/>
          </p:nvSpPr>
          <p:spPr bwMode="gray">
            <a:xfrm>
              <a:off x="9630424" y="2491394"/>
              <a:ext cx="2011651" cy="355681"/>
            </a:xfrm>
            <a:prstGeom prst="rect">
              <a:avLst/>
            </a:prstGeom>
            <a:solidFill>
              <a:srgbClr val="00A3E0"/>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marL="85725">
                <a:buFont typeface="Wingdings 2" pitchFamily="18" charset="2"/>
                <a:buNone/>
              </a:pPr>
              <a:r>
                <a:rPr lang="en-US" sz="1000">
                  <a:solidFill>
                    <a:schemeClr val="bg1"/>
                  </a:solidFill>
                </a:rPr>
                <a:t>BAT Testing Results </a:t>
              </a:r>
            </a:p>
          </p:txBody>
        </p:sp>
        <p:sp>
          <p:nvSpPr>
            <p:cNvPr id="51" name="Rectangle 50">
              <a:extLst>
                <a:ext uri="{FF2B5EF4-FFF2-40B4-BE49-F238E27FC236}">
                  <a16:creationId xmlns:a16="http://schemas.microsoft.com/office/drawing/2014/main" id="{1C6BB023-8612-3043-64D7-88F9A00B37CB}"/>
                </a:ext>
              </a:extLst>
            </p:cNvPr>
            <p:cNvSpPr/>
            <p:nvPr/>
          </p:nvSpPr>
          <p:spPr bwMode="gray">
            <a:xfrm>
              <a:off x="9630424" y="2912312"/>
              <a:ext cx="2011651" cy="355681"/>
            </a:xfrm>
            <a:prstGeom prst="rect">
              <a:avLst/>
            </a:prstGeom>
            <a:solidFill>
              <a:schemeClr val="accent1"/>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marL="85725">
                <a:buFont typeface="Wingdings 2" pitchFamily="18" charset="2"/>
                <a:buNone/>
              </a:pPr>
              <a:r>
                <a:rPr lang="en-US" sz="1000">
                  <a:solidFill>
                    <a:schemeClr val="bg1"/>
                  </a:solidFill>
                </a:rPr>
                <a:t>Performance Testing Results </a:t>
              </a:r>
            </a:p>
          </p:txBody>
        </p:sp>
        <p:sp>
          <p:nvSpPr>
            <p:cNvPr id="52" name="Rectangle 51">
              <a:extLst>
                <a:ext uri="{FF2B5EF4-FFF2-40B4-BE49-F238E27FC236}">
                  <a16:creationId xmlns:a16="http://schemas.microsoft.com/office/drawing/2014/main" id="{B9031458-055E-E98D-1F56-ABD9FF7AB34F}"/>
                </a:ext>
              </a:extLst>
            </p:cNvPr>
            <p:cNvSpPr/>
            <p:nvPr/>
          </p:nvSpPr>
          <p:spPr bwMode="gray">
            <a:xfrm>
              <a:off x="9630424" y="3333230"/>
              <a:ext cx="2011651" cy="355681"/>
            </a:xfrm>
            <a:prstGeom prst="rect">
              <a:avLst/>
            </a:prstGeom>
            <a:solidFill>
              <a:schemeClr val="accent1"/>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marL="85725">
                <a:buFont typeface="Wingdings 2" pitchFamily="18" charset="2"/>
                <a:buNone/>
              </a:pPr>
              <a:r>
                <a:rPr lang="en-US" sz="1000">
                  <a:solidFill>
                    <a:schemeClr val="bg1"/>
                  </a:solidFill>
                </a:rPr>
                <a:t>Defect Prioritization and Resolution Report</a:t>
              </a:r>
            </a:p>
          </p:txBody>
        </p:sp>
        <p:sp>
          <p:nvSpPr>
            <p:cNvPr id="53" name="Rectangle 52">
              <a:extLst>
                <a:ext uri="{FF2B5EF4-FFF2-40B4-BE49-F238E27FC236}">
                  <a16:creationId xmlns:a16="http://schemas.microsoft.com/office/drawing/2014/main" id="{82CE2C0D-580C-8131-76B1-269D38D66111}"/>
                </a:ext>
              </a:extLst>
            </p:cNvPr>
            <p:cNvSpPr/>
            <p:nvPr/>
          </p:nvSpPr>
          <p:spPr bwMode="gray">
            <a:xfrm>
              <a:off x="9630424" y="3754148"/>
              <a:ext cx="2011651" cy="355681"/>
            </a:xfrm>
            <a:prstGeom prst="rect">
              <a:avLst/>
            </a:prstGeom>
            <a:solidFill>
              <a:schemeClr val="accent1"/>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marL="85725">
                <a:buFont typeface="Wingdings 2" pitchFamily="18" charset="2"/>
                <a:buNone/>
              </a:pPr>
              <a:r>
                <a:rPr lang="en-US" sz="1000">
                  <a:solidFill>
                    <a:schemeClr val="bg1"/>
                  </a:solidFill>
                </a:rPr>
                <a:t>Data Reconciliation Report </a:t>
              </a:r>
            </a:p>
          </p:txBody>
        </p:sp>
        <p:sp>
          <p:nvSpPr>
            <p:cNvPr id="4" name="Rectangle 3">
              <a:extLst>
                <a:ext uri="{FF2B5EF4-FFF2-40B4-BE49-F238E27FC236}">
                  <a16:creationId xmlns:a16="http://schemas.microsoft.com/office/drawing/2014/main" id="{B4F2D2E6-DD4A-34AB-5E83-E70CD4EEB04C}"/>
                </a:ext>
              </a:extLst>
            </p:cNvPr>
            <p:cNvSpPr/>
            <p:nvPr/>
          </p:nvSpPr>
          <p:spPr bwMode="gray">
            <a:xfrm>
              <a:off x="9550400" y="1459534"/>
              <a:ext cx="2171699" cy="186590"/>
            </a:xfrm>
            <a:prstGeom prst="rect">
              <a:avLst/>
            </a:prstGeom>
            <a:noFill/>
            <a:ln w="1905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a:buFont typeface="Wingdings 2" pitchFamily="18" charset="2"/>
                <a:buNone/>
              </a:pPr>
              <a:r>
                <a:rPr lang="en-US" sz="1200" b="1" dirty="0"/>
                <a:t>Deliverables/Outcomes</a:t>
              </a:r>
            </a:p>
          </p:txBody>
        </p:sp>
        <p:sp>
          <p:nvSpPr>
            <p:cNvPr id="58" name="Rectangle 57">
              <a:extLst>
                <a:ext uri="{FF2B5EF4-FFF2-40B4-BE49-F238E27FC236}">
                  <a16:creationId xmlns:a16="http://schemas.microsoft.com/office/drawing/2014/main" id="{CA99AD50-DF2A-2C31-3A26-2A5398BC1F09}"/>
                </a:ext>
              </a:extLst>
            </p:cNvPr>
            <p:cNvSpPr/>
            <p:nvPr/>
          </p:nvSpPr>
          <p:spPr bwMode="gray">
            <a:xfrm>
              <a:off x="9550400" y="1712191"/>
              <a:ext cx="2171699" cy="301156"/>
            </a:xfrm>
            <a:prstGeom prst="rect">
              <a:avLst/>
            </a:prstGeom>
            <a:solidFill>
              <a:srgbClr val="012169"/>
            </a:solidFill>
            <a:ln w="19050" algn="ctr">
              <a:solidFill>
                <a:srgbClr val="012169"/>
              </a:solid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buFont typeface="Wingdings 2" pitchFamily="18" charset="2"/>
                <a:buNone/>
              </a:pPr>
              <a:r>
                <a:rPr lang="en-US" sz="1000" b="1">
                  <a:solidFill>
                    <a:schemeClr val="bg1"/>
                  </a:solidFill>
                </a:rPr>
                <a:t>Dimensions for Assessment</a:t>
              </a:r>
            </a:p>
          </p:txBody>
        </p:sp>
        <p:grpSp>
          <p:nvGrpSpPr>
            <p:cNvPr id="20" name="Group 19">
              <a:extLst>
                <a:ext uri="{FF2B5EF4-FFF2-40B4-BE49-F238E27FC236}">
                  <a16:creationId xmlns:a16="http://schemas.microsoft.com/office/drawing/2014/main" id="{AA169457-33C0-F852-02EC-B98D19069309}"/>
                </a:ext>
              </a:extLst>
            </p:cNvPr>
            <p:cNvGrpSpPr/>
            <p:nvPr/>
          </p:nvGrpSpPr>
          <p:grpSpPr>
            <a:xfrm>
              <a:off x="9513076" y="5437820"/>
              <a:ext cx="2128999" cy="355681"/>
              <a:chOff x="9513076" y="5437819"/>
              <a:chExt cx="2128999" cy="355681"/>
            </a:xfrm>
          </p:grpSpPr>
          <p:sp>
            <p:nvSpPr>
              <p:cNvPr id="57" name="Rectangle 56">
                <a:extLst>
                  <a:ext uri="{FF2B5EF4-FFF2-40B4-BE49-F238E27FC236}">
                    <a16:creationId xmlns:a16="http://schemas.microsoft.com/office/drawing/2014/main" id="{E0FFA619-B56E-6615-52C3-8A5ED40631F5}"/>
                  </a:ext>
                </a:extLst>
              </p:cNvPr>
              <p:cNvSpPr/>
              <p:nvPr/>
            </p:nvSpPr>
            <p:spPr bwMode="gray">
              <a:xfrm>
                <a:off x="9630424" y="5437819"/>
                <a:ext cx="2011651" cy="355681"/>
              </a:xfrm>
              <a:prstGeom prst="rect">
                <a:avLst/>
              </a:prstGeom>
              <a:solidFill>
                <a:schemeClr val="accent1"/>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marL="85725">
                  <a:buFont typeface="Wingdings 2" pitchFamily="18" charset="2"/>
                  <a:buNone/>
                </a:pPr>
                <a:r>
                  <a:rPr lang="en-US" sz="1000" b="1">
                    <a:solidFill>
                      <a:schemeClr val="bg1"/>
                    </a:solidFill>
                  </a:rPr>
                  <a:t>Data Validation and Sign-off </a:t>
                </a:r>
              </a:p>
            </p:txBody>
          </p:sp>
          <p:sp>
            <p:nvSpPr>
              <p:cNvPr id="112" name="TextBox 111">
                <a:extLst>
                  <a:ext uri="{FF2B5EF4-FFF2-40B4-BE49-F238E27FC236}">
                    <a16:creationId xmlns:a16="http://schemas.microsoft.com/office/drawing/2014/main" id="{04CA9AC5-8078-4404-6428-0AD27589E33D}"/>
                  </a:ext>
                </a:extLst>
              </p:cNvPr>
              <p:cNvSpPr txBox="1"/>
              <p:nvPr/>
            </p:nvSpPr>
            <p:spPr>
              <a:xfrm>
                <a:off x="9513076" y="5496787"/>
                <a:ext cx="236714" cy="237744"/>
              </a:xfrm>
              <a:prstGeom prst="ellipse">
                <a:avLst/>
              </a:prstGeom>
              <a:solidFill>
                <a:srgbClr val="041E42"/>
              </a:solidFill>
              <a:ln w="6350">
                <a:solidFill>
                  <a:schemeClr val="bg1"/>
                </a:solidFill>
              </a:ln>
            </p:spPr>
            <p:txBody>
              <a:bodyPr wrap="none" lIns="0" tIns="0" rIns="0" bIns="0" rtlCol="0" anchor="ctr">
                <a:noAutofit/>
              </a:bodyPr>
              <a:lstStyle>
                <a:defPPr>
                  <a:defRPr lang="en-US"/>
                </a:defPPr>
                <a:lvl1pPr algn="ctr">
                  <a:buSzPct val="100000"/>
                  <a:defRPr sz="1000" b="1">
                    <a:solidFill>
                      <a:schemeClr val="bg1"/>
                    </a:solidFill>
                  </a:defRPr>
                </a:lvl1pPr>
              </a:lstStyle>
              <a:p>
                <a:r>
                  <a:rPr lang="en-US"/>
                  <a:t>5</a:t>
                </a:r>
              </a:p>
            </p:txBody>
          </p:sp>
        </p:grpSp>
        <p:grpSp>
          <p:nvGrpSpPr>
            <p:cNvPr id="22" name="Group 21">
              <a:extLst>
                <a:ext uri="{FF2B5EF4-FFF2-40B4-BE49-F238E27FC236}">
                  <a16:creationId xmlns:a16="http://schemas.microsoft.com/office/drawing/2014/main" id="{7E07A15A-43FD-3C4B-EFA9-F1D06B3C4853}"/>
                </a:ext>
              </a:extLst>
            </p:cNvPr>
            <p:cNvGrpSpPr/>
            <p:nvPr/>
          </p:nvGrpSpPr>
          <p:grpSpPr>
            <a:xfrm>
              <a:off x="9513076" y="4595984"/>
              <a:ext cx="2128999" cy="355681"/>
              <a:chOff x="9513076" y="4595983"/>
              <a:chExt cx="2128999" cy="355681"/>
            </a:xfrm>
          </p:grpSpPr>
          <p:sp>
            <p:nvSpPr>
              <p:cNvPr id="55" name="Rectangle 54">
                <a:extLst>
                  <a:ext uri="{FF2B5EF4-FFF2-40B4-BE49-F238E27FC236}">
                    <a16:creationId xmlns:a16="http://schemas.microsoft.com/office/drawing/2014/main" id="{52E3B805-F732-98DE-38DA-183ADD91FF51}"/>
                  </a:ext>
                </a:extLst>
              </p:cNvPr>
              <p:cNvSpPr/>
              <p:nvPr/>
            </p:nvSpPr>
            <p:spPr bwMode="gray">
              <a:xfrm>
                <a:off x="9630424" y="4595983"/>
                <a:ext cx="2011651" cy="355681"/>
              </a:xfrm>
              <a:prstGeom prst="rect">
                <a:avLst/>
              </a:prstGeom>
              <a:solidFill>
                <a:schemeClr val="accent1"/>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marL="85725">
                  <a:buFont typeface="Wingdings 2" pitchFamily="18" charset="2"/>
                  <a:buNone/>
                </a:pPr>
                <a:r>
                  <a:rPr lang="en-US" sz="1000" b="1">
                    <a:solidFill>
                      <a:schemeClr val="bg1"/>
                    </a:solidFill>
                  </a:rPr>
                  <a:t>Orchestration Package </a:t>
                </a:r>
              </a:p>
            </p:txBody>
          </p:sp>
          <p:sp>
            <p:nvSpPr>
              <p:cNvPr id="117" name="TextBox 116">
                <a:extLst>
                  <a:ext uri="{FF2B5EF4-FFF2-40B4-BE49-F238E27FC236}">
                    <a16:creationId xmlns:a16="http://schemas.microsoft.com/office/drawing/2014/main" id="{5438924C-6C10-3344-0227-6AEA97FB0ACB}"/>
                  </a:ext>
                </a:extLst>
              </p:cNvPr>
              <p:cNvSpPr txBox="1"/>
              <p:nvPr/>
            </p:nvSpPr>
            <p:spPr>
              <a:xfrm>
                <a:off x="9513076" y="4654951"/>
                <a:ext cx="236714" cy="237744"/>
              </a:xfrm>
              <a:prstGeom prst="ellipse">
                <a:avLst/>
              </a:prstGeom>
              <a:solidFill>
                <a:srgbClr val="041E42"/>
              </a:solidFill>
              <a:ln w="6350">
                <a:solidFill>
                  <a:schemeClr val="bg1"/>
                </a:solidFill>
              </a:ln>
            </p:spPr>
            <p:txBody>
              <a:bodyPr wrap="none" lIns="0" tIns="0" rIns="0" bIns="0" rtlCol="0" anchor="ctr">
                <a:noAutofit/>
              </a:bodyPr>
              <a:lstStyle>
                <a:defPPr>
                  <a:defRPr lang="en-US"/>
                </a:defPPr>
                <a:lvl1pPr algn="ctr">
                  <a:buSzPct val="100000"/>
                  <a:defRPr sz="1000" b="1">
                    <a:solidFill>
                      <a:schemeClr val="bg1"/>
                    </a:solidFill>
                  </a:defRPr>
                </a:lvl1pPr>
              </a:lstStyle>
              <a:p>
                <a:r>
                  <a:rPr lang="en-US"/>
                  <a:t>3</a:t>
                </a:r>
              </a:p>
            </p:txBody>
          </p:sp>
        </p:grpSp>
        <p:grpSp>
          <p:nvGrpSpPr>
            <p:cNvPr id="23" name="Group 22">
              <a:extLst>
                <a:ext uri="{FF2B5EF4-FFF2-40B4-BE49-F238E27FC236}">
                  <a16:creationId xmlns:a16="http://schemas.microsoft.com/office/drawing/2014/main" id="{522A5111-21B1-0B12-BC4E-8F7E1FC2F9EE}"/>
                </a:ext>
              </a:extLst>
            </p:cNvPr>
            <p:cNvGrpSpPr/>
            <p:nvPr/>
          </p:nvGrpSpPr>
          <p:grpSpPr>
            <a:xfrm>
              <a:off x="9513076" y="4175066"/>
              <a:ext cx="2128999" cy="355681"/>
              <a:chOff x="9513076" y="4175065"/>
              <a:chExt cx="2128999" cy="355681"/>
            </a:xfrm>
          </p:grpSpPr>
          <p:sp>
            <p:nvSpPr>
              <p:cNvPr id="54" name="Rectangle 53">
                <a:extLst>
                  <a:ext uri="{FF2B5EF4-FFF2-40B4-BE49-F238E27FC236}">
                    <a16:creationId xmlns:a16="http://schemas.microsoft.com/office/drawing/2014/main" id="{CB0B588E-B089-D40C-6201-39C270B48B31}"/>
                  </a:ext>
                </a:extLst>
              </p:cNvPr>
              <p:cNvSpPr/>
              <p:nvPr/>
            </p:nvSpPr>
            <p:spPr bwMode="gray">
              <a:xfrm>
                <a:off x="9630424" y="4175065"/>
                <a:ext cx="2011651" cy="355681"/>
              </a:xfrm>
              <a:prstGeom prst="rect">
                <a:avLst/>
              </a:prstGeom>
              <a:solidFill>
                <a:schemeClr val="accent1"/>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marL="85725">
                  <a:buFont typeface="Wingdings 2" pitchFamily="18" charset="2"/>
                  <a:buNone/>
                </a:pPr>
                <a:r>
                  <a:rPr lang="en-US" sz="1000" b="1">
                    <a:solidFill>
                      <a:schemeClr val="bg1"/>
                    </a:solidFill>
                  </a:rPr>
                  <a:t>ETL/ELT Conversion Package </a:t>
                </a:r>
              </a:p>
            </p:txBody>
          </p:sp>
          <p:sp>
            <p:nvSpPr>
              <p:cNvPr id="120" name="TextBox 119">
                <a:extLst>
                  <a:ext uri="{FF2B5EF4-FFF2-40B4-BE49-F238E27FC236}">
                    <a16:creationId xmlns:a16="http://schemas.microsoft.com/office/drawing/2014/main" id="{7304FDF3-D445-50B1-5F90-326D58463A81}"/>
                  </a:ext>
                </a:extLst>
              </p:cNvPr>
              <p:cNvSpPr txBox="1"/>
              <p:nvPr/>
            </p:nvSpPr>
            <p:spPr>
              <a:xfrm>
                <a:off x="9513076" y="4234033"/>
                <a:ext cx="236714" cy="237744"/>
              </a:xfrm>
              <a:prstGeom prst="ellipse">
                <a:avLst/>
              </a:prstGeom>
              <a:solidFill>
                <a:srgbClr val="041E42"/>
              </a:solidFill>
              <a:ln w="6350">
                <a:solidFill>
                  <a:schemeClr val="bg1"/>
                </a:solidFill>
              </a:ln>
            </p:spPr>
            <p:txBody>
              <a:bodyPr wrap="none" lIns="0" tIns="0" rIns="0" bIns="0" rtlCol="0" anchor="ctr">
                <a:noAutofit/>
              </a:bodyPr>
              <a:lstStyle>
                <a:defPPr>
                  <a:defRPr lang="en-US"/>
                </a:defPPr>
                <a:lvl1pPr algn="ctr">
                  <a:buSzPct val="100000"/>
                  <a:defRPr sz="1000" b="1">
                    <a:solidFill>
                      <a:schemeClr val="bg1"/>
                    </a:solidFill>
                  </a:defRPr>
                </a:lvl1pPr>
              </a:lstStyle>
              <a:p>
                <a:r>
                  <a:rPr lang="en-US"/>
                  <a:t>2</a:t>
                </a:r>
              </a:p>
            </p:txBody>
          </p:sp>
        </p:grpSp>
        <p:grpSp>
          <p:nvGrpSpPr>
            <p:cNvPr id="19" name="Group 18">
              <a:extLst>
                <a:ext uri="{FF2B5EF4-FFF2-40B4-BE49-F238E27FC236}">
                  <a16:creationId xmlns:a16="http://schemas.microsoft.com/office/drawing/2014/main" id="{D813CF7D-3B3E-C69F-7AFE-553F3177D1FF}"/>
                </a:ext>
              </a:extLst>
            </p:cNvPr>
            <p:cNvGrpSpPr/>
            <p:nvPr/>
          </p:nvGrpSpPr>
          <p:grpSpPr>
            <a:xfrm>
              <a:off x="9513076" y="5858737"/>
              <a:ext cx="2128999" cy="355681"/>
              <a:chOff x="9513076" y="5858737"/>
              <a:chExt cx="2128999" cy="355681"/>
            </a:xfrm>
          </p:grpSpPr>
          <p:sp>
            <p:nvSpPr>
              <p:cNvPr id="161" name="Rectangle 160">
                <a:extLst>
                  <a:ext uri="{FF2B5EF4-FFF2-40B4-BE49-F238E27FC236}">
                    <a16:creationId xmlns:a16="http://schemas.microsoft.com/office/drawing/2014/main" id="{B1BC1607-FC4B-D817-55E7-4333FD49AE6B}"/>
                  </a:ext>
                </a:extLst>
              </p:cNvPr>
              <p:cNvSpPr/>
              <p:nvPr/>
            </p:nvSpPr>
            <p:spPr bwMode="gray">
              <a:xfrm>
                <a:off x="9630424" y="5858737"/>
                <a:ext cx="2011651" cy="355681"/>
              </a:xfrm>
              <a:prstGeom prst="rect">
                <a:avLst/>
              </a:prstGeom>
              <a:solidFill>
                <a:schemeClr val="accent1"/>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marL="85725">
                  <a:buFont typeface="Wingdings 2" pitchFamily="18" charset="2"/>
                  <a:buNone/>
                </a:pPr>
                <a:r>
                  <a:rPr lang="en-US" sz="1000" b="1">
                    <a:solidFill>
                      <a:schemeClr val="bg1"/>
                    </a:solidFill>
                  </a:rPr>
                  <a:t>Final Documentation Package </a:t>
                </a:r>
              </a:p>
            </p:txBody>
          </p:sp>
          <p:sp>
            <p:nvSpPr>
              <p:cNvPr id="160" name="TextBox 159">
                <a:extLst>
                  <a:ext uri="{FF2B5EF4-FFF2-40B4-BE49-F238E27FC236}">
                    <a16:creationId xmlns:a16="http://schemas.microsoft.com/office/drawing/2014/main" id="{EF5EBE32-9FC4-A4F8-AEA0-5D4331E352E4}"/>
                  </a:ext>
                </a:extLst>
              </p:cNvPr>
              <p:cNvSpPr txBox="1"/>
              <p:nvPr/>
            </p:nvSpPr>
            <p:spPr>
              <a:xfrm>
                <a:off x="9513076" y="5917705"/>
                <a:ext cx="236714" cy="237744"/>
              </a:xfrm>
              <a:prstGeom prst="ellipse">
                <a:avLst/>
              </a:prstGeom>
              <a:solidFill>
                <a:srgbClr val="041E42"/>
              </a:solidFill>
              <a:ln w="6350">
                <a:solidFill>
                  <a:schemeClr val="bg1"/>
                </a:solidFill>
              </a:ln>
            </p:spPr>
            <p:txBody>
              <a:bodyPr wrap="none" lIns="0" tIns="0" rIns="0" bIns="0" rtlCol="0" anchor="ctr">
                <a:noAutofit/>
              </a:bodyPr>
              <a:lstStyle>
                <a:defPPr>
                  <a:defRPr lang="en-US"/>
                </a:defPPr>
                <a:lvl1pPr algn="ctr">
                  <a:buSzPct val="100000"/>
                  <a:defRPr sz="1000" b="1">
                    <a:solidFill>
                      <a:schemeClr val="bg1"/>
                    </a:solidFill>
                  </a:defRPr>
                </a:lvl1pPr>
              </a:lstStyle>
              <a:p>
                <a:r>
                  <a:rPr lang="en-US"/>
                  <a:t>6</a:t>
                </a:r>
              </a:p>
            </p:txBody>
          </p:sp>
        </p:grpSp>
        <p:grpSp>
          <p:nvGrpSpPr>
            <p:cNvPr id="21" name="Group 20">
              <a:extLst>
                <a:ext uri="{FF2B5EF4-FFF2-40B4-BE49-F238E27FC236}">
                  <a16:creationId xmlns:a16="http://schemas.microsoft.com/office/drawing/2014/main" id="{74F89516-F510-DBCB-901F-7357EB114948}"/>
                </a:ext>
              </a:extLst>
            </p:cNvPr>
            <p:cNvGrpSpPr/>
            <p:nvPr/>
          </p:nvGrpSpPr>
          <p:grpSpPr>
            <a:xfrm>
              <a:off x="9513076" y="5016902"/>
              <a:ext cx="2139273" cy="355681"/>
              <a:chOff x="9513076" y="5016901"/>
              <a:chExt cx="2139273" cy="355681"/>
            </a:xfrm>
          </p:grpSpPr>
          <p:grpSp>
            <p:nvGrpSpPr>
              <p:cNvPr id="3" name="Group 2">
                <a:extLst>
                  <a:ext uri="{FF2B5EF4-FFF2-40B4-BE49-F238E27FC236}">
                    <a16:creationId xmlns:a16="http://schemas.microsoft.com/office/drawing/2014/main" id="{D133200B-E298-8438-ECED-A911B5E59D61}"/>
                  </a:ext>
                </a:extLst>
              </p:cNvPr>
              <p:cNvGrpSpPr/>
              <p:nvPr/>
            </p:nvGrpSpPr>
            <p:grpSpPr>
              <a:xfrm>
                <a:off x="9630424" y="5016901"/>
                <a:ext cx="2021925" cy="355681"/>
                <a:chOff x="9630424" y="5016901"/>
                <a:chExt cx="2021925" cy="355681"/>
              </a:xfrm>
            </p:grpSpPr>
            <p:sp>
              <p:nvSpPr>
                <p:cNvPr id="56" name="Rectangle 55">
                  <a:extLst>
                    <a:ext uri="{FF2B5EF4-FFF2-40B4-BE49-F238E27FC236}">
                      <a16:creationId xmlns:a16="http://schemas.microsoft.com/office/drawing/2014/main" id="{D1E3E581-102C-659E-96A1-B1FF2462C7F2}"/>
                    </a:ext>
                  </a:extLst>
                </p:cNvPr>
                <p:cNvSpPr/>
                <p:nvPr/>
              </p:nvSpPr>
              <p:spPr bwMode="gray">
                <a:xfrm>
                  <a:off x="9630424" y="5016901"/>
                  <a:ext cx="2011651" cy="355681"/>
                </a:xfrm>
                <a:prstGeom prst="rect">
                  <a:avLst/>
                </a:prstGeom>
                <a:solidFill>
                  <a:schemeClr val="accent1"/>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marL="61913">
                    <a:buFont typeface="Wingdings 2" pitchFamily="18" charset="2"/>
                    <a:buNone/>
                  </a:pPr>
                  <a:endParaRPr lang="en-US" sz="1000" b="1">
                    <a:solidFill>
                      <a:schemeClr val="bg1"/>
                    </a:solidFill>
                  </a:endParaRPr>
                </a:p>
              </p:txBody>
            </p:sp>
            <p:sp>
              <p:nvSpPr>
                <p:cNvPr id="2" name="TextBox 1">
                  <a:extLst>
                    <a:ext uri="{FF2B5EF4-FFF2-40B4-BE49-F238E27FC236}">
                      <a16:creationId xmlns:a16="http://schemas.microsoft.com/office/drawing/2014/main" id="{1785D762-4C36-051D-7159-FD415D1B43DF}"/>
                    </a:ext>
                  </a:extLst>
                </p:cNvPr>
                <p:cNvSpPr txBox="1"/>
                <p:nvPr/>
              </p:nvSpPr>
              <p:spPr>
                <a:xfrm>
                  <a:off x="9780612" y="5030252"/>
                  <a:ext cx="1871737" cy="307777"/>
                </a:xfrm>
                <a:prstGeom prst="rect">
                  <a:avLst/>
                </a:prstGeom>
                <a:noFill/>
              </p:spPr>
              <p:txBody>
                <a:bodyPr wrap="square" lIns="0" tIns="0" rIns="0" bIns="0" rtlCol="0">
                  <a:spAutoFit/>
                </a:bodyPr>
                <a:lstStyle/>
                <a:p>
                  <a:pPr>
                    <a:spcBef>
                      <a:spcPts val="600"/>
                    </a:spcBef>
                    <a:buSzPct val="100000"/>
                  </a:pPr>
                  <a:r>
                    <a:rPr lang="en-US" sz="1000" b="1">
                      <a:solidFill>
                        <a:schemeClr val="bg1"/>
                      </a:solidFill>
                    </a:rPr>
                    <a:t>Business Objects Application Conversion Package </a:t>
                  </a:r>
                  <a:endParaRPr lang="en-US" sz="1000">
                    <a:solidFill>
                      <a:srgbClr val="313131"/>
                    </a:solidFill>
                  </a:endParaRPr>
                </a:p>
              </p:txBody>
            </p:sp>
          </p:grpSp>
          <p:sp>
            <p:nvSpPr>
              <p:cNvPr id="118" name="TextBox 117">
                <a:extLst>
                  <a:ext uri="{FF2B5EF4-FFF2-40B4-BE49-F238E27FC236}">
                    <a16:creationId xmlns:a16="http://schemas.microsoft.com/office/drawing/2014/main" id="{7D835854-30D4-3512-E2E7-24A85E9CB153}"/>
                  </a:ext>
                </a:extLst>
              </p:cNvPr>
              <p:cNvSpPr txBox="1"/>
              <p:nvPr/>
            </p:nvSpPr>
            <p:spPr>
              <a:xfrm>
                <a:off x="9513076" y="5075869"/>
                <a:ext cx="236714" cy="237744"/>
              </a:xfrm>
              <a:prstGeom prst="ellipse">
                <a:avLst/>
              </a:prstGeom>
              <a:solidFill>
                <a:srgbClr val="041E42"/>
              </a:solidFill>
              <a:ln w="6350">
                <a:solidFill>
                  <a:schemeClr val="bg1"/>
                </a:solidFill>
              </a:ln>
            </p:spPr>
            <p:txBody>
              <a:bodyPr wrap="none" lIns="0" tIns="0" rIns="0" bIns="0" rtlCol="0" anchor="ctr">
                <a:noAutofit/>
              </a:bodyPr>
              <a:lstStyle>
                <a:defPPr>
                  <a:defRPr lang="en-US"/>
                </a:defPPr>
                <a:lvl1pPr algn="ctr">
                  <a:buSzPct val="100000"/>
                  <a:defRPr sz="1000" b="1">
                    <a:solidFill>
                      <a:schemeClr val="bg1"/>
                    </a:solidFill>
                  </a:defRPr>
                </a:lvl1pPr>
              </a:lstStyle>
              <a:p>
                <a:r>
                  <a:rPr lang="en-US"/>
                  <a:t>4</a:t>
                </a:r>
              </a:p>
            </p:txBody>
          </p:sp>
        </p:grpSp>
      </p:grpSp>
      <p:grpSp>
        <p:nvGrpSpPr>
          <p:cNvPr id="5" name="Group 4">
            <a:extLst>
              <a:ext uri="{FF2B5EF4-FFF2-40B4-BE49-F238E27FC236}">
                <a16:creationId xmlns:a16="http://schemas.microsoft.com/office/drawing/2014/main" id="{DF7E8731-E140-A60C-3D19-EFEE46C804FD}"/>
              </a:ext>
            </a:extLst>
          </p:cNvPr>
          <p:cNvGrpSpPr/>
          <p:nvPr/>
        </p:nvGrpSpPr>
        <p:grpSpPr>
          <a:xfrm>
            <a:off x="2644491" y="2206147"/>
            <a:ext cx="6915099" cy="3725004"/>
            <a:chOff x="2644491" y="2206147"/>
            <a:chExt cx="6915099" cy="3725004"/>
          </a:xfrm>
        </p:grpSpPr>
        <p:grpSp>
          <p:nvGrpSpPr>
            <p:cNvPr id="6" name="Group 5">
              <a:extLst>
                <a:ext uri="{FF2B5EF4-FFF2-40B4-BE49-F238E27FC236}">
                  <a16:creationId xmlns:a16="http://schemas.microsoft.com/office/drawing/2014/main" id="{F80A9B0A-F11B-1CD0-0B02-A938A77D94F4}"/>
                </a:ext>
              </a:extLst>
            </p:cNvPr>
            <p:cNvGrpSpPr/>
            <p:nvPr/>
          </p:nvGrpSpPr>
          <p:grpSpPr>
            <a:xfrm>
              <a:off x="2644491" y="2206147"/>
              <a:ext cx="281820" cy="3725004"/>
              <a:chOff x="2644491" y="2206147"/>
              <a:chExt cx="281820" cy="3725004"/>
            </a:xfrm>
          </p:grpSpPr>
          <p:sp>
            <p:nvSpPr>
              <p:cNvPr id="16" name="Arrow: Right 15">
                <a:extLst>
                  <a:ext uri="{FF2B5EF4-FFF2-40B4-BE49-F238E27FC236}">
                    <a16:creationId xmlns:a16="http://schemas.microsoft.com/office/drawing/2014/main" id="{B08D355B-0E16-7B58-B159-BD501C339800}"/>
                  </a:ext>
                </a:extLst>
              </p:cNvPr>
              <p:cNvSpPr/>
              <p:nvPr/>
            </p:nvSpPr>
            <p:spPr bwMode="gray">
              <a:xfrm>
                <a:off x="2644491" y="2206147"/>
                <a:ext cx="281820" cy="201520"/>
              </a:xfrm>
              <a:prstGeom prst="rightArrow">
                <a:avLst>
                  <a:gd name="adj1" fmla="val 50000"/>
                  <a:gd name="adj2" fmla="val 59926"/>
                </a:avLst>
              </a:prstGeom>
              <a:solidFill>
                <a:schemeClr val="bg1">
                  <a:lumMod val="50000"/>
                </a:schemeClr>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buFont typeface="Wingdings 2" pitchFamily="18" charset="2"/>
                  <a:buNone/>
                </a:pPr>
                <a:endParaRPr lang="en-US" sz="1600" b="1">
                  <a:solidFill>
                    <a:schemeClr val="bg1"/>
                  </a:solidFill>
                </a:endParaRPr>
              </a:p>
            </p:txBody>
          </p:sp>
          <p:sp>
            <p:nvSpPr>
              <p:cNvPr id="17" name="Arrow: Right 16">
                <a:extLst>
                  <a:ext uri="{FF2B5EF4-FFF2-40B4-BE49-F238E27FC236}">
                    <a16:creationId xmlns:a16="http://schemas.microsoft.com/office/drawing/2014/main" id="{ADF65364-B533-E63A-1465-F060D4E7EB0B}"/>
                  </a:ext>
                </a:extLst>
              </p:cNvPr>
              <p:cNvSpPr/>
              <p:nvPr/>
            </p:nvSpPr>
            <p:spPr bwMode="gray">
              <a:xfrm>
                <a:off x="2644491" y="3904935"/>
                <a:ext cx="281820" cy="201520"/>
              </a:xfrm>
              <a:prstGeom prst="rightArrow">
                <a:avLst>
                  <a:gd name="adj1" fmla="val 50000"/>
                  <a:gd name="adj2" fmla="val 59926"/>
                </a:avLst>
              </a:prstGeom>
              <a:solidFill>
                <a:schemeClr val="bg1">
                  <a:lumMod val="50000"/>
                </a:schemeClr>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buFont typeface="Wingdings 2" pitchFamily="18" charset="2"/>
                  <a:buNone/>
                </a:pPr>
                <a:endParaRPr lang="en-US" sz="1600" b="1">
                  <a:solidFill>
                    <a:schemeClr val="bg1"/>
                  </a:solidFill>
                </a:endParaRPr>
              </a:p>
            </p:txBody>
          </p:sp>
          <p:sp>
            <p:nvSpPr>
              <p:cNvPr id="18" name="Arrow: Right 17">
                <a:extLst>
                  <a:ext uri="{FF2B5EF4-FFF2-40B4-BE49-F238E27FC236}">
                    <a16:creationId xmlns:a16="http://schemas.microsoft.com/office/drawing/2014/main" id="{2A3C5275-4933-EBE1-6E17-B2122397B647}"/>
                  </a:ext>
                </a:extLst>
              </p:cNvPr>
              <p:cNvSpPr/>
              <p:nvPr/>
            </p:nvSpPr>
            <p:spPr bwMode="gray">
              <a:xfrm>
                <a:off x="2644491" y="5729631"/>
                <a:ext cx="281820" cy="201520"/>
              </a:xfrm>
              <a:prstGeom prst="rightArrow">
                <a:avLst>
                  <a:gd name="adj1" fmla="val 50000"/>
                  <a:gd name="adj2" fmla="val 59926"/>
                </a:avLst>
              </a:prstGeom>
              <a:solidFill>
                <a:schemeClr val="bg1">
                  <a:lumMod val="50000"/>
                </a:schemeClr>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buFont typeface="Wingdings 2" pitchFamily="18" charset="2"/>
                  <a:buNone/>
                </a:pPr>
                <a:endParaRPr lang="en-US" sz="1600" b="1">
                  <a:solidFill>
                    <a:schemeClr val="bg1"/>
                  </a:solidFill>
                </a:endParaRPr>
              </a:p>
            </p:txBody>
          </p:sp>
        </p:grpSp>
        <p:grpSp>
          <p:nvGrpSpPr>
            <p:cNvPr id="7" name="Group 6">
              <a:extLst>
                <a:ext uri="{FF2B5EF4-FFF2-40B4-BE49-F238E27FC236}">
                  <a16:creationId xmlns:a16="http://schemas.microsoft.com/office/drawing/2014/main" id="{B45BE138-5934-453A-7369-A9E2148E9647}"/>
                </a:ext>
              </a:extLst>
            </p:cNvPr>
            <p:cNvGrpSpPr/>
            <p:nvPr/>
          </p:nvGrpSpPr>
          <p:grpSpPr>
            <a:xfrm>
              <a:off x="5099912" y="2206147"/>
              <a:ext cx="281820" cy="3725004"/>
              <a:chOff x="5099912" y="2206147"/>
              <a:chExt cx="281820" cy="3725004"/>
            </a:xfrm>
          </p:grpSpPr>
          <p:sp>
            <p:nvSpPr>
              <p:cNvPr id="13" name="Arrow: Right 12">
                <a:extLst>
                  <a:ext uri="{FF2B5EF4-FFF2-40B4-BE49-F238E27FC236}">
                    <a16:creationId xmlns:a16="http://schemas.microsoft.com/office/drawing/2014/main" id="{79186027-1EE3-D62E-5860-A0E3A12371F9}"/>
                  </a:ext>
                </a:extLst>
              </p:cNvPr>
              <p:cNvSpPr/>
              <p:nvPr/>
            </p:nvSpPr>
            <p:spPr bwMode="gray">
              <a:xfrm>
                <a:off x="5099912" y="3904935"/>
                <a:ext cx="281820" cy="201520"/>
              </a:xfrm>
              <a:prstGeom prst="rightArrow">
                <a:avLst>
                  <a:gd name="adj1" fmla="val 50000"/>
                  <a:gd name="adj2" fmla="val 59926"/>
                </a:avLst>
              </a:prstGeom>
              <a:solidFill>
                <a:schemeClr val="bg1">
                  <a:lumMod val="50000"/>
                </a:schemeClr>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buFont typeface="Wingdings 2" pitchFamily="18" charset="2"/>
                  <a:buNone/>
                </a:pPr>
                <a:endParaRPr lang="en-US" sz="1600" b="1">
                  <a:solidFill>
                    <a:schemeClr val="bg1"/>
                  </a:solidFill>
                </a:endParaRPr>
              </a:p>
            </p:txBody>
          </p:sp>
          <p:sp>
            <p:nvSpPr>
              <p:cNvPr id="14" name="Arrow: Right 13">
                <a:extLst>
                  <a:ext uri="{FF2B5EF4-FFF2-40B4-BE49-F238E27FC236}">
                    <a16:creationId xmlns:a16="http://schemas.microsoft.com/office/drawing/2014/main" id="{A07CAEEA-76D1-5B9B-9D21-D95EABC81021}"/>
                  </a:ext>
                </a:extLst>
              </p:cNvPr>
              <p:cNvSpPr/>
              <p:nvPr/>
            </p:nvSpPr>
            <p:spPr bwMode="gray">
              <a:xfrm>
                <a:off x="5099912" y="2206147"/>
                <a:ext cx="281820" cy="201520"/>
              </a:xfrm>
              <a:prstGeom prst="rightArrow">
                <a:avLst>
                  <a:gd name="adj1" fmla="val 50000"/>
                  <a:gd name="adj2" fmla="val 59926"/>
                </a:avLst>
              </a:prstGeom>
              <a:solidFill>
                <a:schemeClr val="bg1">
                  <a:lumMod val="50000"/>
                </a:schemeClr>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buFont typeface="Wingdings 2" pitchFamily="18" charset="2"/>
                  <a:buNone/>
                </a:pPr>
                <a:endParaRPr lang="en-US" sz="1600" b="1">
                  <a:solidFill>
                    <a:schemeClr val="bg1"/>
                  </a:solidFill>
                </a:endParaRPr>
              </a:p>
            </p:txBody>
          </p:sp>
          <p:sp>
            <p:nvSpPr>
              <p:cNvPr id="15" name="Arrow: Right 14">
                <a:extLst>
                  <a:ext uri="{FF2B5EF4-FFF2-40B4-BE49-F238E27FC236}">
                    <a16:creationId xmlns:a16="http://schemas.microsoft.com/office/drawing/2014/main" id="{7FC8AC4B-9702-AE74-C27D-60CEE5E4D2A4}"/>
                  </a:ext>
                </a:extLst>
              </p:cNvPr>
              <p:cNvSpPr/>
              <p:nvPr/>
            </p:nvSpPr>
            <p:spPr bwMode="gray">
              <a:xfrm>
                <a:off x="5099912" y="5729631"/>
                <a:ext cx="281820" cy="201520"/>
              </a:xfrm>
              <a:prstGeom prst="rightArrow">
                <a:avLst>
                  <a:gd name="adj1" fmla="val 50000"/>
                  <a:gd name="adj2" fmla="val 59926"/>
                </a:avLst>
              </a:prstGeom>
              <a:solidFill>
                <a:schemeClr val="bg1">
                  <a:lumMod val="50000"/>
                </a:schemeClr>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buFont typeface="Wingdings 2" pitchFamily="18" charset="2"/>
                  <a:buNone/>
                </a:pPr>
                <a:endParaRPr lang="en-US" sz="1600" b="1">
                  <a:solidFill>
                    <a:schemeClr val="bg1"/>
                  </a:solidFill>
                </a:endParaRPr>
              </a:p>
            </p:txBody>
          </p:sp>
        </p:grpSp>
        <p:grpSp>
          <p:nvGrpSpPr>
            <p:cNvPr id="8" name="Group 7">
              <a:extLst>
                <a:ext uri="{FF2B5EF4-FFF2-40B4-BE49-F238E27FC236}">
                  <a16:creationId xmlns:a16="http://schemas.microsoft.com/office/drawing/2014/main" id="{0BE4E449-16E6-1ED3-F986-B644385498FB}"/>
                </a:ext>
              </a:extLst>
            </p:cNvPr>
            <p:cNvGrpSpPr/>
            <p:nvPr/>
          </p:nvGrpSpPr>
          <p:grpSpPr>
            <a:xfrm>
              <a:off x="9277770" y="2206147"/>
              <a:ext cx="281820" cy="3725004"/>
              <a:chOff x="5099912" y="2206147"/>
              <a:chExt cx="281820" cy="3725004"/>
            </a:xfrm>
          </p:grpSpPr>
          <p:sp>
            <p:nvSpPr>
              <p:cNvPr id="9" name="Arrow: Right 8">
                <a:extLst>
                  <a:ext uri="{FF2B5EF4-FFF2-40B4-BE49-F238E27FC236}">
                    <a16:creationId xmlns:a16="http://schemas.microsoft.com/office/drawing/2014/main" id="{11B80AA1-D0CE-8035-2BD3-AA435E953018}"/>
                  </a:ext>
                </a:extLst>
              </p:cNvPr>
              <p:cNvSpPr/>
              <p:nvPr/>
            </p:nvSpPr>
            <p:spPr bwMode="gray">
              <a:xfrm>
                <a:off x="5099912" y="3904935"/>
                <a:ext cx="281820" cy="201520"/>
              </a:xfrm>
              <a:prstGeom prst="rightArrow">
                <a:avLst>
                  <a:gd name="adj1" fmla="val 50000"/>
                  <a:gd name="adj2" fmla="val 59926"/>
                </a:avLst>
              </a:prstGeom>
              <a:solidFill>
                <a:schemeClr val="bg1">
                  <a:lumMod val="50000"/>
                </a:schemeClr>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buFont typeface="Wingdings 2" pitchFamily="18" charset="2"/>
                  <a:buNone/>
                </a:pPr>
                <a:endParaRPr lang="en-US" sz="1600" b="1">
                  <a:solidFill>
                    <a:schemeClr val="bg1"/>
                  </a:solidFill>
                </a:endParaRPr>
              </a:p>
            </p:txBody>
          </p:sp>
          <p:sp>
            <p:nvSpPr>
              <p:cNvPr id="10" name="Arrow: Right 9">
                <a:extLst>
                  <a:ext uri="{FF2B5EF4-FFF2-40B4-BE49-F238E27FC236}">
                    <a16:creationId xmlns:a16="http://schemas.microsoft.com/office/drawing/2014/main" id="{5FFB6789-78ED-BE25-4C6B-65F57B6D35B6}"/>
                  </a:ext>
                </a:extLst>
              </p:cNvPr>
              <p:cNvSpPr/>
              <p:nvPr/>
            </p:nvSpPr>
            <p:spPr bwMode="gray">
              <a:xfrm>
                <a:off x="5099912" y="2206147"/>
                <a:ext cx="281820" cy="201520"/>
              </a:xfrm>
              <a:prstGeom prst="rightArrow">
                <a:avLst>
                  <a:gd name="adj1" fmla="val 50000"/>
                  <a:gd name="adj2" fmla="val 59926"/>
                </a:avLst>
              </a:prstGeom>
              <a:solidFill>
                <a:schemeClr val="bg1">
                  <a:lumMod val="50000"/>
                </a:schemeClr>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buFont typeface="Wingdings 2" pitchFamily="18" charset="2"/>
                  <a:buNone/>
                </a:pPr>
                <a:endParaRPr lang="en-US" sz="1600" b="1">
                  <a:solidFill>
                    <a:schemeClr val="bg1"/>
                  </a:solidFill>
                </a:endParaRPr>
              </a:p>
            </p:txBody>
          </p:sp>
          <p:sp>
            <p:nvSpPr>
              <p:cNvPr id="12" name="Arrow: Right 11">
                <a:extLst>
                  <a:ext uri="{FF2B5EF4-FFF2-40B4-BE49-F238E27FC236}">
                    <a16:creationId xmlns:a16="http://schemas.microsoft.com/office/drawing/2014/main" id="{56D91DA1-6FFF-4B54-C5F4-2EE93C10826D}"/>
                  </a:ext>
                </a:extLst>
              </p:cNvPr>
              <p:cNvSpPr/>
              <p:nvPr/>
            </p:nvSpPr>
            <p:spPr bwMode="gray">
              <a:xfrm>
                <a:off x="5099912" y="5729631"/>
                <a:ext cx="281820" cy="201520"/>
              </a:xfrm>
              <a:prstGeom prst="rightArrow">
                <a:avLst>
                  <a:gd name="adj1" fmla="val 50000"/>
                  <a:gd name="adj2" fmla="val 59926"/>
                </a:avLst>
              </a:prstGeom>
              <a:solidFill>
                <a:schemeClr val="bg1">
                  <a:lumMod val="50000"/>
                </a:schemeClr>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buFont typeface="Wingdings 2" pitchFamily="18" charset="2"/>
                  <a:buNone/>
                </a:pPr>
                <a:endParaRPr lang="en-US" sz="1600" b="1">
                  <a:solidFill>
                    <a:schemeClr val="bg1"/>
                  </a:solidFill>
                </a:endParaRPr>
              </a:p>
            </p:txBody>
          </p:sp>
        </p:grpSp>
      </p:grpSp>
      <p:grpSp>
        <p:nvGrpSpPr>
          <p:cNvPr id="75" name="Group 74">
            <a:extLst>
              <a:ext uri="{FF2B5EF4-FFF2-40B4-BE49-F238E27FC236}">
                <a16:creationId xmlns:a16="http://schemas.microsoft.com/office/drawing/2014/main" id="{39E6E3D7-128C-86D1-6226-91D2913B960E}"/>
              </a:ext>
            </a:extLst>
          </p:cNvPr>
          <p:cNvGrpSpPr/>
          <p:nvPr/>
        </p:nvGrpSpPr>
        <p:grpSpPr>
          <a:xfrm>
            <a:off x="469899" y="1459534"/>
            <a:ext cx="2171699" cy="4839666"/>
            <a:chOff x="469899" y="1459534"/>
            <a:chExt cx="2171699" cy="4839666"/>
          </a:xfrm>
        </p:grpSpPr>
        <p:sp>
          <p:nvSpPr>
            <p:cNvPr id="38" name="Rectangle 37">
              <a:extLst>
                <a:ext uri="{FF2B5EF4-FFF2-40B4-BE49-F238E27FC236}">
                  <a16:creationId xmlns:a16="http://schemas.microsoft.com/office/drawing/2014/main" id="{EFEA9FB7-A181-A1C1-D95D-9EAA027A1777}"/>
                </a:ext>
              </a:extLst>
            </p:cNvPr>
            <p:cNvSpPr/>
            <p:nvPr/>
          </p:nvSpPr>
          <p:spPr bwMode="gray">
            <a:xfrm>
              <a:off x="469899" y="1459534"/>
              <a:ext cx="2171699" cy="186590"/>
            </a:xfrm>
            <a:prstGeom prst="rect">
              <a:avLst/>
            </a:prstGeom>
            <a:noFill/>
            <a:ln w="1905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a:buFont typeface="Wingdings 2" pitchFamily="18" charset="2"/>
                <a:buNone/>
              </a:pPr>
              <a:r>
                <a:rPr lang="en-US" sz="1200" b="1"/>
                <a:t>Input</a:t>
              </a:r>
            </a:p>
          </p:txBody>
        </p:sp>
        <p:grpSp>
          <p:nvGrpSpPr>
            <p:cNvPr id="36" name="Group 35">
              <a:extLst>
                <a:ext uri="{FF2B5EF4-FFF2-40B4-BE49-F238E27FC236}">
                  <a16:creationId xmlns:a16="http://schemas.microsoft.com/office/drawing/2014/main" id="{07138887-8533-36BE-71B6-E7928820B7D9}"/>
                </a:ext>
              </a:extLst>
            </p:cNvPr>
            <p:cNvGrpSpPr/>
            <p:nvPr/>
          </p:nvGrpSpPr>
          <p:grpSpPr>
            <a:xfrm>
              <a:off x="469899" y="1712190"/>
              <a:ext cx="2171699" cy="4587010"/>
              <a:chOff x="469899" y="1712190"/>
              <a:chExt cx="2171699" cy="4587010"/>
            </a:xfrm>
          </p:grpSpPr>
          <p:grpSp>
            <p:nvGrpSpPr>
              <p:cNvPr id="29" name="Group 28">
                <a:extLst>
                  <a:ext uri="{FF2B5EF4-FFF2-40B4-BE49-F238E27FC236}">
                    <a16:creationId xmlns:a16="http://schemas.microsoft.com/office/drawing/2014/main" id="{1486D897-E344-159F-1DBC-DD9C15472F50}"/>
                  </a:ext>
                </a:extLst>
              </p:cNvPr>
              <p:cNvGrpSpPr/>
              <p:nvPr/>
            </p:nvGrpSpPr>
            <p:grpSpPr>
              <a:xfrm>
                <a:off x="469899" y="1712190"/>
                <a:ext cx="2171699" cy="1189435"/>
                <a:chOff x="469899" y="1712190"/>
                <a:chExt cx="2171699" cy="1189435"/>
              </a:xfrm>
            </p:grpSpPr>
            <p:sp>
              <p:nvSpPr>
                <p:cNvPr id="70" name="Rectangle 69">
                  <a:extLst>
                    <a:ext uri="{FF2B5EF4-FFF2-40B4-BE49-F238E27FC236}">
                      <a16:creationId xmlns:a16="http://schemas.microsoft.com/office/drawing/2014/main" id="{7B9A1372-0CA7-BC3B-C631-68529B0453C4}"/>
                    </a:ext>
                  </a:extLst>
                </p:cNvPr>
                <p:cNvSpPr/>
                <p:nvPr/>
              </p:nvSpPr>
              <p:spPr bwMode="gray">
                <a:xfrm>
                  <a:off x="469899" y="1712191"/>
                  <a:ext cx="2171699" cy="301156"/>
                </a:xfrm>
                <a:prstGeom prst="rect">
                  <a:avLst/>
                </a:prstGeom>
                <a:solidFill>
                  <a:srgbClr val="012169"/>
                </a:solidFill>
                <a:ln w="19050" algn="ctr">
                  <a:solidFill>
                    <a:srgbClr val="012169"/>
                  </a:solid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buFont typeface="Wingdings 2" pitchFamily="18" charset="2"/>
                    <a:buNone/>
                  </a:pPr>
                  <a:r>
                    <a:rPr lang="en-US" sz="1000" b="1">
                      <a:solidFill>
                        <a:schemeClr val="bg1"/>
                      </a:solidFill>
                    </a:rPr>
                    <a:t>Test Environment &amp; Data</a:t>
                  </a:r>
                </a:p>
              </p:txBody>
            </p:sp>
            <p:sp>
              <p:nvSpPr>
                <p:cNvPr id="71" name="Rectangle 70">
                  <a:extLst>
                    <a:ext uri="{FF2B5EF4-FFF2-40B4-BE49-F238E27FC236}">
                      <a16:creationId xmlns:a16="http://schemas.microsoft.com/office/drawing/2014/main" id="{B70F84D6-C4F5-26A5-A6A2-EC5A3E92547B}"/>
                    </a:ext>
                  </a:extLst>
                </p:cNvPr>
                <p:cNvSpPr/>
                <p:nvPr/>
              </p:nvSpPr>
              <p:spPr bwMode="gray">
                <a:xfrm>
                  <a:off x="469899" y="1712190"/>
                  <a:ext cx="2171699" cy="1189435"/>
                </a:xfrm>
                <a:prstGeom prst="rect">
                  <a:avLst/>
                </a:prstGeom>
                <a:noFill/>
                <a:ln w="19050" algn="ctr">
                  <a:solidFill>
                    <a:srgbClr val="012169"/>
                  </a:solid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buFont typeface="Wingdings 2" pitchFamily="18" charset="2"/>
                    <a:buNone/>
                  </a:pPr>
                  <a:endParaRPr lang="en-US" sz="1000" b="1">
                    <a:solidFill>
                      <a:schemeClr val="bg1"/>
                    </a:solidFill>
                  </a:endParaRPr>
                </a:p>
              </p:txBody>
            </p:sp>
            <p:sp>
              <p:nvSpPr>
                <p:cNvPr id="72" name="Rectangle 71">
                  <a:extLst>
                    <a:ext uri="{FF2B5EF4-FFF2-40B4-BE49-F238E27FC236}">
                      <a16:creationId xmlns:a16="http://schemas.microsoft.com/office/drawing/2014/main" id="{94DE5B7F-719F-9A88-4CFA-9B95A536BB4C}"/>
                    </a:ext>
                  </a:extLst>
                </p:cNvPr>
                <p:cNvSpPr/>
                <p:nvPr/>
              </p:nvSpPr>
              <p:spPr bwMode="gray">
                <a:xfrm>
                  <a:off x="549923" y="2070476"/>
                  <a:ext cx="2011651" cy="216085"/>
                </a:xfrm>
                <a:prstGeom prst="rect">
                  <a:avLst/>
                </a:prstGeom>
                <a:solidFill>
                  <a:srgbClr val="00A3E0"/>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r>
                    <a:rPr lang="en-US" sz="1000">
                      <a:solidFill>
                        <a:schemeClr val="bg1"/>
                      </a:solidFill>
                    </a:rPr>
                    <a:t>Teradata &amp; Snowflake Test Bed </a:t>
                  </a:r>
                </a:p>
              </p:txBody>
            </p:sp>
            <p:sp>
              <p:nvSpPr>
                <p:cNvPr id="73" name="Rectangle 72">
                  <a:extLst>
                    <a:ext uri="{FF2B5EF4-FFF2-40B4-BE49-F238E27FC236}">
                      <a16:creationId xmlns:a16="http://schemas.microsoft.com/office/drawing/2014/main" id="{CD6FA739-099A-C119-E802-323EC9EF2E64}"/>
                    </a:ext>
                  </a:extLst>
                </p:cNvPr>
                <p:cNvSpPr/>
                <p:nvPr/>
              </p:nvSpPr>
              <p:spPr bwMode="gray">
                <a:xfrm>
                  <a:off x="549923" y="2343690"/>
                  <a:ext cx="2011651" cy="216085"/>
                </a:xfrm>
                <a:prstGeom prst="rect">
                  <a:avLst/>
                </a:prstGeom>
                <a:solidFill>
                  <a:srgbClr val="00A3E0"/>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buFont typeface="Wingdings 2" pitchFamily="18" charset="2"/>
                    <a:buNone/>
                  </a:pPr>
                  <a:r>
                    <a:rPr lang="en-US" sz="1000">
                      <a:solidFill>
                        <a:schemeClr val="bg1"/>
                      </a:solidFill>
                    </a:rPr>
                    <a:t>Incremental Loads Data </a:t>
                  </a:r>
                </a:p>
              </p:txBody>
            </p:sp>
            <p:sp>
              <p:nvSpPr>
                <p:cNvPr id="74" name="Rectangle 73">
                  <a:extLst>
                    <a:ext uri="{FF2B5EF4-FFF2-40B4-BE49-F238E27FC236}">
                      <a16:creationId xmlns:a16="http://schemas.microsoft.com/office/drawing/2014/main" id="{C186BC4F-3121-9889-B5D9-5745CE007D2A}"/>
                    </a:ext>
                  </a:extLst>
                </p:cNvPr>
                <p:cNvSpPr/>
                <p:nvPr/>
              </p:nvSpPr>
              <p:spPr bwMode="gray">
                <a:xfrm>
                  <a:off x="549923" y="2616904"/>
                  <a:ext cx="2011651" cy="216085"/>
                </a:xfrm>
                <a:prstGeom prst="rect">
                  <a:avLst/>
                </a:prstGeom>
                <a:solidFill>
                  <a:srgbClr val="00A3E0"/>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buFont typeface="Wingdings 2" pitchFamily="18" charset="2"/>
                    <a:buNone/>
                  </a:pPr>
                  <a:r>
                    <a:rPr lang="en-US" sz="1000">
                      <a:solidFill>
                        <a:schemeClr val="bg1"/>
                      </a:solidFill>
                    </a:rPr>
                    <a:t>BAT Test Plans </a:t>
                  </a:r>
                </a:p>
              </p:txBody>
            </p:sp>
          </p:grpSp>
          <p:grpSp>
            <p:nvGrpSpPr>
              <p:cNvPr id="28" name="Group 27">
                <a:extLst>
                  <a:ext uri="{FF2B5EF4-FFF2-40B4-BE49-F238E27FC236}">
                    <a16:creationId xmlns:a16="http://schemas.microsoft.com/office/drawing/2014/main" id="{C6AE240A-094B-0108-6443-9D3FE86EFFA1}"/>
                  </a:ext>
                </a:extLst>
              </p:cNvPr>
              <p:cNvGrpSpPr/>
              <p:nvPr/>
            </p:nvGrpSpPr>
            <p:grpSpPr>
              <a:xfrm>
                <a:off x="469899" y="3219316"/>
                <a:ext cx="2171699" cy="2103120"/>
                <a:chOff x="469899" y="2965932"/>
                <a:chExt cx="2171699" cy="2103120"/>
              </a:xfrm>
            </p:grpSpPr>
            <p:sp>
              <p:nvSpPr>
                <p:cNvPr id="76" name="Rectangle 75">
                  <a:extLst>
                    <a:ext uri="{FF2B5EF4-FFF2-40B4-BE49-F238E27FC236}">
                      <a16:creationId xmlns:a16="http://schemas.microsoft.com/office/drawing/2014/main" id="{12C5B8DE-8ABF-22A4-512F-7D9D07E6BDD1}"/>
                    </a:ext>
                  </a:extLst>
                </p:cNvPr>
                <p:cNvSpPr/>
                <p:nvPr/>
              </p:nvSpPr>
              <p:spPr bwMode="gray">
                <a:xfrm>
                  <a:off x="469899" y="2965932"/>
                  <a:ext cx="2171699" cy="2103120"/>
                </a:xfrm>
                <a:prstGeom prst="rect">
                  <a:avLst/>
                </a:prstGeom>
                <a:noFill/>
                <a:ln w="19050" algn="ctr">
                  <a:solidFill>
                    <a:srgbClr val="012169"/>
                  </a:solid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buFont typeface="Wingdings 2" pitchFamily="18" charset="2"/>
                    <a:buNone/>
                  </a:pPr>
                  <a:endParaRPr lang="en-US" sz="1000" b="1">
                    <a:solidFill>
                      <a:schemeClr val="bg1"/>
                    </a:solidFill>
                  </a:endParaRPr>
                </a:p>
              </p:txBody>
            </p:sp>
            <p:sp>
              <p:nvSpPr>
                <p:cNvPr id="77" name="Rectangle 76">
                  <a:extLst>
                    <a:ext uri="{FF2B5EF4-FFF2-40B4-BE49-F238E27FC236}">
                      <a16:creationId xmlns:a16="http://schemas.microsoft.com/office/drawing/2014/main" id="{18576131-4141-B425-D454-7C6743723F24}"/>
                    </a:ext>
                  </a:extLst>
                </p:cNvPr>
                <p:cNvSpPr/>
                <p:nvPr/>
              </p:nvSpPr>
              <p:spPr bwMode="gray">
                <a:xfrm>
                  <a:off x="469899" y="2965933"/>
                  <a:ext cx="2171699" cy="301156"/>
                </a:xfrm>
                <a:prstGeom prst="rect">
                  <a:avLst/>
                </a:prstGeom>
                <a:solidFill>
                  <a:srgbClr val="012169"/>
                </a:solidFill>
                <a:ln w="19050" algn="ctr">
                  <a:solidFill>
                    <a:srgbClr val="012169"/>
                  </a:solid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buFont typeface="Wingdings 2" pitchFamily="18" charset="2"/>
                    <a:buNone/>
                  </a:pPr>
                  <a:r>
                    <a:rPr lang="en-US" sz="1000" b="1">
                      <a:solidFill>
                        <a:schemeClr val="bg1"/>
                      </a:solidFill>
                    </a:rPr>
                    <a:t>Testing Scope </a:t>
                  </a:r>
                </a:p>
              </p:txBody>
            </p:sp>
            <p:sp>
              <p:nvSpPr>
                <p:cNvPr id="78" name="Rectangle 77">
                  <a:extLst>
                    <a:ext uri="{FF2B5EF4-FFF2-40B4-BE49-F238E27FC236}">
                      <a16:creationId xmlns:a16="http://schemas.microsoft.com/office/drawing/2014/main" id="{94FD8D23-66BA-9EC6-B7E1-EFE3F55A4522}"/>
                    </a:ext>
                  </a:extLst>
                </p:cNvPr>
                <p:cNvSpPr/>
                <p:nvPr/>
              </p:nvSpPr>
              <p:spPr bwMode="gray">
                <a:xfrm>
                  <a:off x="549923" y="3324218"/>
                  <a:ext cx="2011651" cy="216085"/>
                </a:xfrm>
                <a:prstGeom prst="rect">
                  <a:avLst/>
                </a:prstGeom>
                <a:solidFill>
                  <a:srgbClr val="00A3E0"/>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buFont typeface="Wingdings 2" pitchFamily="18" charset="2"/>
                    <a:buNone/>
                  </a:pPr>
                  <a:r>
                    <a:rPr lang="en-US" sz="1000">
                      <a:solidFill>
                        <a:schemeClr val="bg1"/>
                      </a:solidFill>
                    </a:rPr>
                    <a:t>Database Objects</a:t>
                  </a:r>
                </a:p>
              </p:txBody>
            </p:sp>
            <p:sp>
              <p:nvSpPr>
                <p:cNvPr id="79" name="Rectangle 78">
                  <a:extLst>
                    <a:ext uri="{FF2B5EF4-FFF2-40B4-BE49-F238E27FC236}">
                      <a16:creationId xmlns:a16="http://schemas.microsoft.com/office/drawing/2014/main" id="{F159489C-A3CF-AE81-1D6F-050B8CE3A015}"/>
                    </a:ext>
                  </a:extLst>
                </p:cNvPr>
                <p:cNvSpPr/>
                <p:nvPr/>
              </p:nvSpPr>
              <p:spPr bwMode="gray">
                <a:xfrm>
                  <a:off x="549923" y="3610239"/>
                  <a:ext cx="2011651" cy="216085"/>
                </a:xfrm>
                <a:prstGeom prst="rect">
                  <a:avLst/>
                </a:prstGeom>
                <a:solidFill>
                  <a:srgbClr val="00A3E0"/>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buFont typeface="Wingdings 2" pitchFamily="18" charset="2"/>
                    <a:buNone/>
                  </a:pPr>
                  <a:r>
                    <a:rPr lang="en-US" sz="1000">
                      <a:solidFill>
                        <a:schemeClr val="bg1"/>
                      </a:solidFill>
                    </a:rPr>
                    <a:t>ETL Objects</a:t>
                  </a:r>
                </a:p>
              </p:txBody>
            </p:sp>
            <p:sp>
              <p:nvSpPr>
                <p:cNvPr id="80" name="Rectangle 79">
                  <a:extLst>
                    <a:ext uri="{FF2B5EF4-FFF2-40B4-BE49-F238E27FC236}">
                      <a16:creationId xmlns:a16="http://schemas.microsoft.com/office/drawing/2014/main" id="{A99E9943-74BC-900F-8D6F-ADD9E953EDD0}"/>
                    </a:ext>
                  </a:extLst>
                </p:cNvPr>
                <p:cNvSpPr/>
                <p:nvPr/>
              </p:nvSpPr>
              <p:spPr bwMode="gray">
                <a:xfrm>
                  <a:off x="549923" y="3896260"/>
                  <a:ext cx="2011651" cy="216085"/>
                </a:xfrm>
                <a:prstGeom prst="rect">
                  <a:avLst/>
                </a:prstGeom>
                <a:solidFill>
                  <a:srgbClr val="00A3E0"/>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buFont typeface="Wingdings 2" pitchFamily="18" charset="2"/>
                    <a:buNone/>
                  </a:pPr>
                  <a:r>
                    <a:rPr lang="en-US" sz="1000">
                      <a:solidFill>
                        <a:schemeClr val="bg1"/>
                      </a:solidFill>
                    </a:rPr>
                    <a:t>Reporting Objects</a:t>
                  </a:r>
                </a:p>
              </p:txBody>
            </p:sp>
            <p:sp>
              <p:nvSpPr>
                <p:cNvPr id="81" name="Rectangle 80">
                  <a:extLst>
                    <a:ext uri="{FF2B5EF4-FFF2-40B4-BE49-F238E27FC236}">
                      <a16:creationId xmlns:a16="http://schemas.microsoft.com/office/drawing/2014/main" id="{1806ADFE-8515-7513-4D9A-280766E0D441}"/>
                    </a:ext>
                  </a:extLst>
                </p:cNvPr>
                <p:cNvSpPr/>
                <p:nvPr/>
              </p:nvSpPr>
              <p:spPr bwMode="gray">
                <a:xfrm>
                  <a:off x="549923" y="4182281"/>
                  <a:ext cx="2011651" cy="216085"/>
                </a:xfrm>
                <a:prstGeom prst="rect">
                  <a:avLst/>
                </a:prstGeom>
                <a:solidFill>
                  <a:srgbClr val="00A3E0"/>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buFont typeface="Wingdings 2" pitchFamily="18" charset="2"/>
                    <a:buNone/>
                  </a:pPr>
                  <a:r>
                    <a:rPr lang="en-US" sz="1000">
                      <a:solidFill>
                        <a:schemeClr val="bg1"/>
                      </a:solidFill>
                    </a:rPr>
                    <a:t>Job Orchestration</a:t>
                  </a:r>
                </a:p>
              </p:txBody>
            </p:sp>
            <p:sp>
              <p:nvSpPr>
                <p:cNvPr id="82" name="Rectangle 81">
                  <a:extLst>
                    <a:ext uri="{FF2B5EF4-FFF2-40B4-BE49-F238E27FC236}">
                      <a16:creationId xmlns:a16="http://schemas.microsoft.com/office/drawing/2014/main" id="{B72EFB47-E25E-C111-85FB-B35F9272DA70}"/>
                    </a:ext>
                  </a:extLst>
                </p:cNvPr>
                <p:cNvSpPr/>
                <p:nvPr/>
              </p:nvSpPr>
              <p:spPr bwMode="gray">
                <a:xfrm>
                  <a:off x="549923" y="4468302"/>
                  <a:ext cx="2011651" cy="216085"/>
                </a:xfrm>
                <a:prstGeom prst="rect">
                  <a:avLst/>
                </a:prstGeom>
                <a:solidFill>
                  <a:srgbClr val="00A3E0"/>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buFont typeface="Wingdings 2" pitchFamily="18" charset="2"/>
                    <a:buNone/>
                  </a:pPr>
                  <a:r>
                    <a:rPr lang="en-US" sz="1000">
                      <a:solidFill>
                        <a:schemeClr val="bg1"/>
                      </a:solidFill>
                    </a:rPr>
                    <a:t>Ingestion Repointing</a:t>
                  </a:r>
                </a:p>
              </p:txBody>
            </p:sp>
            <p:sp>
              <p:nvSpPr>
                <p:cNvPr id="147" name="Rectangle 146">
                  <a:extLst>
                    <a:ext uri="{FF2B5EF4-FFF2-40B4-BE49-F238E27FC236}">
                      <a16:creationId xmlns:a16="http://schemas.microsoft.com/office/drawing/2014/main" id="{417075C5-12EC-2248-1B64-2D495B465214}"/>
                    </a:ext>
                  </a:extLst>
                </p:cNvPr>
                <p:cNvSpPr/>
                <p:nvPr/>
              </p:nvSpPr>
              <p:spPr bwMode="gray">
                <a:xfrm>
                  <a:off x="549923" y="4754325"/>
                  <a:ext cx="2011651" cy="216085"/>
                </a:xfrm>
                <a:prstGeom prst="rect">
                  <a:avLst/>
                </a:prstGeom>
                <a:solidFill>
                  <a:srgbClr val="00A3E0"/>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buFont typeface="Wingdings 2" pitchFamily="18" charset="2"/>
                    <a:buNone/>
                  </a:pPr>
                  <a:r>
                    <a:rPr lang="en-US" sz="1000">
                      <a:solidFill>
                        <a:schemeClr val="bg1"/>
                      </a:solidFill>
                    </a:rPr>
                    <a:t>Performance </a:t>
                  </a:r>
                </a:p>
              </p:txBody>
            </p:sp>
          </p:grpSp>
          <p:grpSp>
            <p:nvGrpSpPr>
              <p:cNvPr id="32" name="Group 31">
                <a:extLst>
                  <a:ext uri="{FF2B5EF4-FFF2-40B4-BE49-F238E27FC236}">
                    <a16:creationId xmlns:a16="http://schemas.microsoft.com/office/drawing/2014/main" id="{BBB59EEF-198A-A013-357C-C42E7A0D50B0}"/>
                  </a:ext>
                </a:extLst>
              </p:cNvPr>
              <p:cNvGrpSpPr/>
              <p:nvPr/>
            </p:nvGrpSpPr>
            <p:grpSpPr>
              <a:xfrm>
                <a:off x="469899" y="5640126"/>
                <a:ext cx="2171699" cy="659074"/>
                <a:chOff x="469899" y="5361582"/>
                <a:chExt cx="2171699" cy="659074"/>
              </a:xfrm>
            </p:grpSpPr>
            <p:sp>
              <p:nvSpPr>
                <p:cNvPr id="33" name="Rectangle 32">
                  <a:extLst>
                    <a:ext uri="{FF2B5EF4-FFF2-40B4-BE49-F238E27FC236}">
                      <a16:creationId xmlns:a16="http://schemas.microsoft.com/office/drawing/2014/main" id="{656AD39D-3377-F23D-D1D1-B0940D814F08}"/>
                    </a:ext>
                  </a:extLst>
                </p:cNvPr>
                <p:cNvSpPr/>
                <p:nvPr/>
              </p:nvSpPr>
              <p:spPr bwMode="gray">
                <a:xfrm>
                  <a:off x="469899" y="5361582"/>
                  <a:ext cx="2171699" cy="301156"/>
                </a:xfrm>
                <a:prstGeom prst="rect">
                  <a:avLst/>
                </a:prstGeom>
                <a:solidFill>
                  <a:srgbClr val="012169"/>
                </a:solidFill>
                <a:ln w="19050" algn="ctr">
                  <a:solidFill>
                    <a:srgbClr val="012169"/>
                  </a:solid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buFont typeface="Wingdings 2" pitchFamily="18" charset="2"/>
                    <a:buNone/>
                  </a:pPr>
                  <a:r>
                    <a:rPr lang="en-US" sz="1000" b="1">
                      <a:solidFill>
                        <a:schemeClr val="bg1"/>
                      </a:solidFill>
                    </a:rPr>
                    <a:t>Non-Functional Requirements</a:t>
                  </a:r>
                </a:p>
              </p:txBody>
            </p:sp>
            <p:sp>
              <p:nvSpPr>
                <p:cNvPr id="34" name="Rectangle 33">
                  <a:extLst>
                    <a:ext uri="{FF2B5EF4-FFF2-40B4-BE49-F238E27FC236}">
                      <a16:creationId xmlns:a16="http://schemas.microsoft.com/office/drawing/2014/main" id="{3C98252C-A0DE-6482-9A4D-DAFC276A0CCF}"/>
                    </a:ext>
                  </a:extLst>
                </p:cNvPr>
                <p:cNvSpPr/>
                <p:nvPr/>
              </p:nvSpPr>
              <p:spPr bwMode="gray">
                <a:xfrm>
                  <a:off x="469899" y="5361582"/>
                  <a:ext cx="2171699" cy="659074"/>
                </a:xfrm>
                <a:prstGeom prst="rect">
                  <a:avLst/>
                </a:prstGeom>
                <a:noFill/>
                <a:ln w="19050" algn="ctr">
                  <a:solidFill>
                    <a:srgbClr val="012169"/>
                  </a:solid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buFont typeface="Wingdings 2" pitchFamily="18" charset="2"/>
                    <a:buNone/>
                  </a:pPr>
                  <a:endParaRPr lang="en-US" sz="1000" b="1">
                    <a:solidFill>
                      <a:schemeClr val="bg1"/>
                    </a:solidFill>
                  </a:endParaRPr>
                </a:p>
              </p:txBody>
            </p:sp>
            <p:sp>
              <p:nvSpPr>
                <p:cNvPr id="35" name="Rectangle 34">
                  <a:extLst>
                    <a:ext uri="{FF2B5EF4-FFF2-40B4-BE49-F238E27FC236}">
                      <a16:creationId xmlns:a16="http://schemas.microsoft.com/office/drawing/2014/main" id="{76FB5845-EB2D-F117-668B-C36C8D3681FD}"/>
                    </a:ext>
                  </a:extLst>
                </p:cNvPr>
                <p:cNvSpPr/>
                <p:nvPr/>
              </p:nvSpPr>
              <p:spPr bwMode="gray">
                <a:xfrm>
                  <a:off x="549923" y="5725123"/>
                  <a:ext cx="2011651" cy="216085"/>
                </a:xfrm>
                <a:prstGeom prst="rect">
                  <a:avLst/>
                </a:prstGeom>
                <a:solidFill>
                  <a:srgbClr val="00A3E0"/>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buFont typeface="Wingdings 2" pitchFamily="18" charset="2"/>
                    <a:buNone/>
                  </a:pPr>
                  <a:r>
                    <a:rPr lang="en-US" sz="1000">
                      <a:solidFill>
                        <a:schemeClr val="bg1"/>
                      </a:solidFill>
                    </a:rPr>
                    <a:t>Benchmarks &amp; SLEs/SLAs</a:t>
                  </a:r>
                </a:p>
              </p:txBody>
            </p:sp>
          </p:grpSp>
        </p:grpSp>
      </p:grpSp>
    </p:spTree>
    <p:extLst>
      <p:ext uri="{BB962C8B-B14F-4D97-AF65-F5344CB8AC3E}">
        <p14:creationId xmlns:p14="http://schemas.microsoft.com/office/powerpoint/2010/main" val="3431232142"/>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EBFC33-72C9-AB45-8DA2-EC537E253B7E}"/>
            </a:ext>
          </a:extLst>
        </p:cNvPr>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6BCBCAB5-B57E-A8FA-1EBC-F70F4313E9FE}"/>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accent1"/>
          </a:lnRef>
          <a:fillRef idx="0">
            <a:schemeClr val="accent1"/>
          </a:fillRef>
          <a:effectRef idx="0">
            <a:schemeClr val="accent1"/>
          </a:effectRef>
          <a:fontRef idx="minor">
            <a:schemeClr val="tx1"/>
          </a:fontRef>
        </p:style>
      </p:cxnSp>
      <p:sp>
        <p:nvSpPr>
          <p:cNvPr id="8" name="Text Placeholder 7">
            <a:extLst>
              <a:ext uri="{FF2B5EF4-FFF2-40B4-BE49-F238E27FC236}">
                <a16:creationId xmlns:a16="http://schemas.microsoft.com/office/drawing/2014/main" id="{507F5DD1-BEAA-CE6C-CB3D-5D31786464F2}"/>
              </a:ext>
            </a:extLst>
          </p:cNvPr>
          <p:cNvSpPr>
            <a:spLocks noGrp="1"/>
          </p:cNvSpPr>
          <p:nvPr>
            <p:ph type="body" sz="quarter" idx="13"/>
          </p:nvPr>
        </p:nvSpPr>
        <p:spPr>
          <a:xfrm>
            <a:off x="469900" y="736688"/>
            <a:ext cx="11252200" cy="215444"/>
          </a:xfrm>
        </p:spPr>
        <p:txBody>
          <a:bodyPr/>
          <a:lstStyle/>
          <a:p>
            <a:r>
              <a:rPr lang="en-US" dirty="0">
                <a:solidFill>
                  <a:schemeClr val="tx1"/>
                </a:solidFill>
              </a:rPr>
              <a:t>Deliverables by phase</a:t>
            </a:r>
          </a:p>
        </p:txBody>
      </p:sp>
      <p:sp>
        <p:nvSpPr>
          <p:cNvPr id="5" name="Title 4">
            <a:extLst>
              <a:ext uri="{FF2B5EF4-FFF2-40B4-BE49-F238E27FC236}">
                <a16:creationId xmlns:a16="http://schemas.microsoft.com/office/drawing/2014/main" id="{1C12AF56-8F19-A88A-E8E7-7E2D32D9DFD0}"/>
              </a:ext>
            </a:extLst>
          </p:cNvPr>
          <p:cNvSpPr>
            <a:spLocks noGrp="1"/>
          </p:cNvSpPr>
          <p:nvPr>
            <p:ph type="title"/>
          </p:nvPr>
        </p:nvSpPr>
        <p:spPr>
          <a:xfrm>
            <a:off x="469900" y="402587"/>
            <a:ext cx="11252200" cy="276999"/>
          </a:xfrm>
        </p:spPr>
        <p:txBody>
          <a:bodyPr/>
          <a:lstStyle/>
          <a:p>
            <a:r>
              <a:rPr lang="en-US" b="1" dirty="0"/>
              <a:t>Key Deliverables &amp; Milestones</a:t>
            </a:r>
          </a:p>
        </p:txBody>
      </p:sp>
      <p:graphicFrame>
        <p:nvGraphicFramePr>
          <p:cNvPr id="131" name="Table 130">
            <a:extLst>
              <a:ext uri="{FF2B5EF4-FFF2-40B4-BE49-F238E27FC236}">
                <a16:creationId xmlns:a16="http://schemas.microsoft.com/office/drawing/2014/main" id="{EDC2DA21-BB60-2733-74E2-BAD84E7B8966}"/>
              </a:ext>
            </a:extLst>
          </p:cNvPr>
          <p:cNvGraphicFramePr>
            <a:graphicFrameLocks noGrp="1"/>
          </p:cNvGraphicFramePr>
          <p:nvPr>
            <p:extLst>
              <p:ext uri="{D42A27DB-BD31-4B8C-83A1-F6EECF244321}">
                <p14:modId xmlns:p14="http://schemas.microsoft.com/office/powerpoint/2010/main" val="3545286871"/>
              </p:ext>
            </p:extLst>
          </p:nvPr>
        </p:nvGraphicFramePr>
        <p:xfrm>
          <a:off x="1613120" y="1714941"/>
          <a:ext cx="10108980" cy="4463489"/>
        </p:xfrm>
        <a:graphic>
          <a:graphicData uri="http://schemas.openxmlformats.org/drawingml/2006/table">
            <a:tbl>
              <a:tblPr firstRow="1" bandRow="1">
                <a:tableStyleId>{5C22544A-7EE6-4342-B048-85BDC9FD1C3A}</a:tableStyleId>
              </a:tblPr>
              <a:tblGrid>
                <a:gridCol w="3202854">
                  <a:extLst>
                    <a:ext uri="{9D8B030D-6E8A-4147-A177-3AD203B41FA5}">
                      <a16:colId xmlns:a16="http://schemas.microsoft.com/office/drawing/2014/main" val="1773225353"/>
                    </a:ext>
                  </a:extLst>
                </a:gridCol>
                <a:gridCol w="3609473">
                  <a:extLst>
                    <a:ext uri="{9D8B030D-6E8A-4147-A177-3AD203B41FA5}">
                      <a16:colId xmlns:a16="http://schemas.microsoft.com/office/drawing/2014/main" val="1930937607"/>
                    </a:ext>
                  </a:extLst>
                </a:gridCol>
                <a:gridCol w="3296653">
                  <a:extLst>
                    <a:ext uri="{9D8B030D-6E8A-4147-A177-3AD203B41FA5}">
                      <a16:colId xmlns:a16="http://schemas.microsoft.com/office/drawing/2014/main" val="1690524327"/>
                    </a:ext>
                  </a:extLst>
                </a:gridCol>
              </a:tblGrid>
              <a:tr h="918090">
                <a:tc>
                  <a:txBody>
                    <a:bodyPr/>
                    <a:lstStyle/>
                    <a:p>
                      <a:pPr algn="l">
                        <a:buNone/>
                      </a:pPr>
                      <a:r>
                        <a:rPr lang="en-US" sz="1100" b="1">
                          <a:solidFill>
                            <a:schemeClr val="tx1"/>
                          </a:solidFill>
                          <a:latin typeface="Open Sans" panose="020B0606030504020204" pitchFamily="34" charset="0"/>
                          <a:ea typeface="Open Sans" panose="020B0606030504020204" pitchFamily="34" charset="0"/>
                          <a:cs typeface="Open Sans" panose="020B0606030504020204" pitchFamily="34" charset="0"/>
                        </a:rPr>
                        <a:t>Migration Plan and Backlog Validation</a:t>
                      </a:r>
                    </a:p>
                  </a:txBody>
                  <a:tcPr marL="28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indent="-171450">
                        <a:buFont typeface="Arial" panose="020B0604020202020204" pitchFamily="34" charset="0"/>
                        <a:buChar char="•"/>
                      </a:pPr>
                      <a:r>
                        <a:rPr lang="en-US" sz="1100" b="0" dirty="0">
                          <a:solidFill>
                            <a:schemeClr val="tx1"/>
                          </a:solidFill>
                          <a:latin typeface="Open Sans" panose="020B0606030504020204" pitchFamily="34" charset="0"/>
                          <a:ea typeface="Open Sans" panose="020B0606030504020204" pitchFamily="34" charset="0"/>
                          <a:cs typeface="Open Sans" panose="020B0606030504020204" pitchFamily="34" charset="0"/>
                        </a:rPr>
                        <a:t>Develop migration plan, map dependencies, validate inventory, create MVP scope and sprint roadmap for Wave 2 (Tracks 1A, 1B &amp;1C)</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indent="-171450">
                        <a:buFont typeface="Arial" panose="020B0604020202020204" pitchFamily="34" charset="0"/>
                        <a:buChar char="•"/>
                      </a:pPr>
                      <a:r>
                        <a:rPr lang="en-US" sz="1100" b="0">
                          <a:solidFill>
                            <a:schemeClr val="tx1"/>
                          </a:solidFill>
                          <a:latin typeface="Open Sans" panose="020B0606030504020204" pitchFamily="34" charset="0"/>
                          <a:ea typeface="Open Sans" panose="020B0606030504020204" pitchFamily="34" charset="0"/>
                          <a:cs typeface="Open Sans" panose="020B0606030504020204" pitchFamily="34" charset="0"/>
                        </a:rPr>
                        <a:t>Roadmap finalized, plan signed off, all planning tasks complete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42620678"/>
                  </a:ext>
                </a:extLst>
              </a:tr>
              <a:tr h="771181">
                <a:tc>
                  <a:txBody>
                    <a:bodyPr/>
                    <a:lstStyle/>
                    <a:p>
                      <a:pPr algn="l">
                        <a:buNone/>
                      </a:pPr>
                      <a:r>
                        <a:rPr lang="en-US" sz="1100" b="1">
                          <a:latin typeface="Open Sans" panose="020B0606030504020204" pitchFamily="34" charset="0"/>
                          <a:ea typeface="Open Sans" panose="020B0606030504020204" pitchFamily="34" charset="0"/>
                          <a:cs typeface="Open Sans" panose="020B0606030504020204" pitchFamily="34" charset="0"/>
                        </a:rPr>
                        <a:t>ETL/ELT Conversion Package</a:t>
                      </a:r>
                    </a:p>
                  </a:txBody>
                  <a:tcPr marL="28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indent="-171450">
                        <a:buFont typeface="Arial" panose="020B0604020202020204" pitchFamily="34" charset="0"/>
                        <a:buChar char="•"/>
                      </a:pPr>
                      <a:r>
                        <a:rPr lang="en-US" sz="1100" b="0">
                          <a:latin typeface="Open Sans" panose="020B0606030504020204" pitchFamily="34" charset="0"/>
                          <a:ea typeface="Open Sans" panose="020B0606030504020204" pitchFamily="34" charset="0"/>
                          <a:cs typeface="Open Sans" panose="020B0606030504020204" pitchFamily="34" charset="0"/>
                        </a:rPr>
                        <a:t>Migrate and optimize Teradata scripts, Informatica jobs, UDFs, and views for Snowflake compatibility; validate execution in test/BAT environments.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indent="-171450">
                        <a:buFont typeface="Arial" panose="020B0604020202020204" pitchFamily="34" charset="0"/>
                        <a:buChar char="•"/>
                      </a:pPr>
                      <a:r>
                        <a:rPr lang="en-US" sz="1100" b="0" dirty="0">
                          <a:latin typeface="Open Sans" panose="020B0606030504020204" pitchFamily="34" charset="0"/>
                          <a:ea typeface="Open Sans" panose="020B0606030504020204" pitchFamily="34" charset="0"/>
                          <a:cs typeface="Open Sans" panose="020B0606030504020204" pitchFamily="34" charset="0"/>
                        </a:rPr>
                        <a:t>Conversion of all in-scope ETL/ELT jobs to Snowflake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20095068"/>
                  </a:ext>
                </a:extLst>
              </a:tr>
              <a:tr h="669639">
                <a:tc>
                  <a:txBody>
                    <a:bodyPr/>
                    <a:lstStyle/>
                    <a:p>
                      <a:pPr algn="l">
                        <a:buNone/>
                      </a:pPr>
                      <a:r>
                        <a:rPr lang="en-US" sz="1100" b="1">
                          <a:latin typeface="Open Sans" panose="020B0606030504020204" pitchFamily="34" charset="0"/>
                          <a:ea typeface="Open Sans" panose="020B0606030504020204" pitchFamily="34" charset="0"/>
                          <a:cs typeface="Open Sans" panose="020B0606030504020204" pitchFamily="34" charset="0"/>
                        </a:rPr>
                        <a:t>Orchestration Package</a:t>
                      </a:r>
                    </a:p>
                  </a:txBody>
                  <a:tcPr marL="28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indent="-171450">
                        <a:buFont typeface="Arial" panose="020B0604020202020204" pitchFamily="34" charset="0"/>
                        <a:buChar char="•"/>
                      </a:pPr>
                      <a:r>
                        <a:rPr lang="en-US" sz="1100" b="0">
                          <a:latin typeface="Open Sans" panose="020B0606030504020204" pitchFamily="34" charset="0"/>
                          <a:ea typeface="Open Sans" panose="020B0606030504020204" pitchFamily="34" charset="0"/>
                          <a:cs typeface="Open Sans" panose="020B0606030504020204" pitchFamily="34" charset="0"/>
                        </a:rPr>
                        <a:t>Build DBT models, configure Control-M jobs, document dependencies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indent="-171450">
                        <a:buFont typeface="Arial" panose="020B0604020202020204" pitchFamily="34" charset="0"/>
                        <a:buChar char="•"/>
                      </a:pPr>
                      <a:r>
                        <a:rPr lang="en-US" sz="1100" b="0">
                          <a:latin typeface="Open Sans" panose="020B0606030504020204" pitchFamily="34" charset="0"/>
                          <a:ea typeface="Open Sans" panose="020B0606030504020204" pitchFamily="34" charset="0"/>
                          <a:cs typeface="Open Sans" panose="020B0606030504020204" pitchFamily="34" charset="0"/>
                        </a:rPr>
                        <a:t>Control-M jobs operational in test, dependencies &amp; schedule validated</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00313598"/>
                  </a:ext>
                </a:extLst>
              </a:tr>
              <a:tr h="765301">
                <a:tc>
                  <a:txBody>
                    <a:bodyPr/>
                    <a:lstStyle/>
                    <a:p>
                      <a:pPr algn="l">
                        <a:buNone/>
                      </a:pPr>
                      <a:r>
                        <a:rPr lang="en-US" sz="1100" b="1">
                          <a:latin typeface="Open Sans" panose="020B0606030504020204" pitchFamily="34" charset="0"/>
                          <a:ea typeface="Open Sans" panose="020B0606030504020204" pitchFamily="34" charset="0"/>
                          <a:cs typeface="Open Sans" panose="020B0606030504020204" pitchFamily="34" charset="0"/>
                        </a:rPr>
                        <a:t>Business Object</a:t>
                      </a:r>
                    </a:p>
                    <a:p>
                      <a:pPr algn="l">
                        <a:buNone/>
                      </a:pPr>
                      <a:r>
                        <a:rPr lang="en-US" sz="1100" b="1">
                          <a:latin typeface="Open Sans" panose="020B0606030504020204" pitchFamily="34" charset="0"/>
                          <a:ea typeface="Open Sans" panose="020B0606030504020204" pitchFamily="34" charset="0"/>
                          <a:cs typeface="Open Sans" panose="020B0606030504020204" pitchFamily="34" charset="0"/>
                        </a:rPr>
                        <a:t>Application conversion package</a:t>
                      </a:r>
                    </a:p>
                  </a:txBody>
                  <a:tcPr marL="28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indent="-171450">
                        <a:buFont typeface="Arial" panose="020B0604020202020204" pitchFamily="34" charset="0"/>
                        <a:buChar char="•"/>
                      </a:pPr>
                      <a:r>
                        <a:rPr lang="en-US" sz="1100" b="0">
                          <a:latin typeface="Open Sans" panose="020B0606030504020204" pitchFamily="34" charset="0"/>
                          <a:ea typeface="Open Sans" panose="020B0606030504020204" pitchFamily="34" charset="0"/>
                          <a:cs typeface="Open Sans" panose="020B0606030504020204" pitchFamily="34" charset="0"/>
                        </a:rPr>
                        <a:t>Convert BO universes/reports to Snowflake, adapt IAM security</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indent="-171450">
                        <a:buFont typeface="Arial" panose="020B0604020202020204" pitchFamily="34" charset="0"/>
                        <a:buChar char="•"/>
                      </a:pPr>
                      <a:r>
                        <a:rPr lang="en-US" sz="1100" b="0">
                          <a:latin typeface="Open Sans" panose="020B0606030504020204" pitchFamily="34" charset="0"/>
                          <a:ea typeface="Open Sans" panose="020B0606030504020204" pitchFamily="34" charset="0"/>
                          <a:cs typeface="Open Sans" panose="020B0606030504020204" pitchFamily="34" charset="0"/>
                        </a:rPr>
                        <a:t>Reports equivalent, improved runtime, validated security controls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67752840"/>
                  </a:ext>
                </a:extLst>
              </a:tr>
              <a:tr h="669639">
                <a:tc>
                  <a:txBody>
                    <a:bodyPr/>
                    <a:lstStyle/>
                    <a:p>
                      <a:pPr algn="l">
                        <a:buNone/>
                      </a:pPr>
                      <a:r>
                        <a:rPr lang="en-US" sz="1100" b="1">
                          <a:latin typeface="Open Sans" panose="020B0606030504020204" pitchFamily="34" charset="0"/>
                          <a:ea typeface="Open Sans" panose="020B0606030504020204" pitchFamily="34" charset="0"/>
                          <a:cs typeface="Open Sans" panose="020B0606030504020204" pitchFamily="34" charset="0"/>
                        </a:rPr>
                        <a:t>Data Validation &amp; Signoff</a:t>
                      </a:r>
                    </a:p>
                  </a:txBody>
                  <a:tcPr marL="28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indent="-171450">
                        <a:buFont typeface="Arial" panose="020B0604020202020204" pitchFamily="34" charset="0"/>
                        <a:buChar char="•"/>
                      </a:pPr>
                      <a:r>
                        <a:rPr lang="en-US" sz="1100" b="0">
                          <a:latin typeface="Open Sans" panose="020B0606030504020204" pitchFamily="34" charset="0"/>
                          <a:ea typeface="Open Sans" panose="020B0606030504020204" pitchFamily="34" charset="0"/>
                          <a:cs typeface="Open Sans" panose="020B0606030504020204" pitchFamily="34" charset="0"/>
                        </a:rPr>
                        <a:t>Perform unit/integration/BAT, data lineage reconciliation, stakeholder validation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indent="-171450">
                        <a:buFont typeface="Arial" panose="020B0604020202020204" pitchFamily="34" charset="0"/>
                        <a:buChar char="•"/>
                      </a:pPr>
                      <a:r>
                        <a:rPr lang="en-US" sz="1100" b="0">
                          <a:latin typeface="Open Sans" panose="020B0606030504020204" pitchFamily="34" charset="0"/>
                          <a:ea typeface="Open Sans" panose="020B0606030504020204" pitchFamily="34" charset="0"/>
                          <a:cs typeface="Open Sans" panose="020B0606030504020204" pitchFamily="34" charset="0"/>
                        </a:rPr>
                        <a:t>The goal is 99.5%* data reconciliation; any mismatches will be analyzed and documented</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83233805"/>
                  </a:ext>
                </a:extLst>
              </a:tr>
              <a:tr h="669639">
                <a:tc>
                  <a:txBody>
                    <a:bodyPr/>
                    <a:lstStyle/>
                    <a:p>
                      <a:pPr algn="l">
                        <a:buNone/>
                      </a:pPr>
                      <a:r>
                        <a:rPr lang="en-US" sz="1100" b="1">
                          <a:latin typeface="Open Sans" panose="020B0606030504020204" pitchFamily="34" charset="0"/>
                          <a:ea typeface="Open Sans" panose="020B0606030504020204" pitchFamily="34" charset="0"/>
                          <a:cs typeface="Open Sans" panose="020B0606030504020204" pitchFamily="34" charset="0"/>
                        </a:rPr>
                        <a:t>Final Documentation Package</a:t>
                      </a:r>
                    </a:p>
                  </a:txBody>
                  <a:tcPr marL="28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indent="-171450">
                        <a:buFont typeface="Arial" panose="020B0604020202020204" pitchFamily="34" charset="0"/>
                        <a:buChar char="•"/>
                      </a:pPr>
                      <a:r>
                        <a:rPr lang="en-US" sz="1100" b="0">
                          <a:latin typeface="Open Sans" panose="020B0606030504020204" pitchFamily="34" charset="0"/>
                          <a:ea typeface="Open Sans" panose="020B0606030504020204" pitchFamily="34" charset="0"/>
                          <a:cs typeface="Open Sans" panose="020B0606030504020204" pitchFamily="34" charset="0"/>
                        </a:rPr>
                        <a:t>Prepare migration, validation, lineage docs, post-cutover/support materials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indent="-171450">
                        <a:buFont typeface="Arial" panose="020B0604020202020204" pitchFamily="34" charset="0"/>
                        <a:buChar char="•"/>
                      </a:pPr>
                      <a:r>
                        <a:rPr lang="en-US" sz="1100" b="0" dirty="0">
                          <a:latin typeface="Open Sans" panose="020B0606030504020204" pitchFamily="34" charset="0"/>
                          <a:ea typeface="Open Sans" panose="020B0606030504020204" pitchFamily="34" charset="0"/>
                          <a:cs typeface="Open Sans" panose="020B0606030504020204" pitchFamily="34" charset="0"/>
                        </a:rPr>
                        <a:t>Editable docs delivered, summary/support guides ready</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70935003"/>
                  </a:ext>
                </a:extLst>
              </a:tr>
            </a:tbl>
          </a:graphicData>
        </a:graphic>
      </p:graphicFrame>
      <p:sp>
        <p:nvSpPr>
          <p:cNvPr id="132" name="Rectangle 131">
            <a:extLst>
              <a:ext uri="{FF2B5EF4-FFF2-40B4-BE49-F238E27FC236}">
                <a16:creationId xmlns:a16="http://schemas.microsoft.com/office/drawing/2014/main" id="{F5B261C3-286B-F51E-1E0E-BE612A2A62D5}"/>
              </a:ext>
            </a:extLst>
          </p:cNvPr>
          <p:cNvSpPr/>
          <p:nvPr/>
        </p:nvSpPr>
        <p:spPr bwMode="gray">
          <a:xfrm>
            <a:off x="469900" y="4899392"/>
            <a:ext cx="830090" cy="1233892"/>
          </a:xfrm>
          <a:prstGeom prst="rect">
            <a:avLst/>
          </a:prstGeom>
          <a:solidFill>
            <a:schemeClr val="tx1">
              <a:lumMod val="65000"/>
              <a:lumOff val="35000"/>
            </a:schemeClr>
          </a:solidFill>
          <a:ln w="19050" algn="ctr">
            <a:noFill/>
            <a:miter lim="800000"/>
            <a:headEnd/>
            <a:tailEnd/>
          </a:ln>
        </p:spPr>
        <p:txBody>
          <a:bodyPr rot="0" spcFirstLastPara="0" vertOverflow="overflow" horzOverflow="overflow" vert="vert270" wrap="square" lIns="88900" tIns="88900" rIns="88900" bIns="88900" numCol="1" spcCol="0" rtlCol="0" fromWordArt="0" anchor="ctr" anchorCtr="0" forceAA="0" compatLnSpc="1">
            <a:prstTxWarp prst="textNoShape">
              <a:avLst/>
            </a:prstTxWarp>
            <a:noAutofit/>
          </a:bodyPr>
          <a:lstStyle/>
          <a:p>
            <a:pPr marL="0" marR="0" lvl="0" indent="0" algn="ctr" defTabSz="1219170" rtl="0" eaLnBrk="1" fontAlgn="auto" latinLnBrk="0" hangingPunct="1">
              <a:spcBef>
                <a:spcPts val="0"/>
              </a:spcBef>
              <a:spcAft>
                <a:spcPts val="0"/>
              </a:spcAft>
              <a:buClrTx/>
              <a:buSzTx/>
              <a:buFontTx/>
              <a:buNone/>
              <a:tabLst/>
              <a:defRPr/>
            </a:pPr>
            <a:r>
              <a:rPr kumimoji="0" lang="en-US" sz="1200" b="1" i="0" u="none" strike="noStrike" kern="1200" cap="none" spc="0" normalizeH="0" baseline="0" noProof="0">
                <a:ln>
                  <a:noFill/>
                </a:ln>
                <a:solidFill>
                  <a:schemeClr val="bg1"/>
                </a:solidFill>
                <a:effectLst/>
                <a:uLnTx/>
                <a:uFillTx/>
                <a:latin typeface="Calibri" panose="020F0502020204030204" pitchFamily="34" charset="0"/>
                <a:ea typeface="Calibri" panose="020F0502020204030204" pitchFamily="34" charset="0"/>
                <a:cs typeface="Calibri" panose="020F0502020204030204" pitchFamily="34" charset="0"/>
              </a:rPr>
              <a:t>Parallel Run, Data Ops, Optimize </a:t>
            </a:r>
          </a:p>
        </p:txBody>
      </p:sp>
      <p:sp>
        <p:nvSpPr>
          <p:cNvPr id="148" name="Rectangle 147">
            <a:extLst>
              <a:ext uri="{FF2B5EF4-FFF2-40B4-BE49-F238E27FC236}">
                <a16:creationId xmlns:a16="http://schemas.microsoft.com/office/drawing/2014/main" id="{07889D52-43B0-F441-7B0B-54E84552144F}"/>
              </a:ext>
            </a:extLst>
          </p:cNvPr>
          <p:cNvSpPr/>
          <p:nvPr/>
        </p:nvSpPr>
        <p:spPr bwMode="gray">
          <a:xfrm>
            <a:off x="469900" y="2703769"/>
            <a:ext cx="830090" cy="2091290"/>
          </a:xfrm>
          <a:prstGeom prst="rect">
            <a:avLst/>
          </a:prstGeom>
          <a:solidFill>
            <a:schemeClr val="tx1">
              <a:lumMod val="65000"/>
              <a:lumOff val="35000"/>
            </a:schemeClr>
          </a:solidFill>
          <a:ln w="19050" algn="ctr">
            <a:noFill/>
            <a:miter lim="800000"/>
            <a:headEnd/>
            <a:tailEnd/>
          </a:ln>
        </p:spPr>
        <p:txBody>
          <a:bodyPr rot="0" spcFirstLastPara="0" vertOverflow="overflow" horzOverflow="overflow" vert="vert270" wrap="square" lIns="88900" tIns="88900" rIns="88900" bIns="88900" numCol="1" spcCol="0" rtlCol="0" fromWordArt="0" anchor="ctr" anchorCtr="0" forceAA="0" compatLnSpc="1">
            <a:prstTxWarp prst="textNoShape">
              <a:avLst/>
            </a:prstTxWarp>
            <a:noAutofit/>
          </a:bodyPr>
          <a:lstStyle/>
          <a:p>
            <a:pPr marL="0" marR="0" lvl="0" indent="0" algn="ctr" defTabSz="1219170" rtl="0" eaLnBrk="1" fontAlgn="auto" latinLnBrk="0" hangingPunct="1">
              <a:spcBef>
                <a:spcPts val="0"/>
              </a:spcBef>
              <a:spcAft>
                <a:spcPts val="0"/>
              </a:spcAft>
              <a:buClrTx/>
              <a:buSzTx/>
              <a:buFontTx/>
              <a:buNone/>
              <a:tabLst/>
              <a:defRPr/>
            </a:pPr>
            <a:r>
              <a:rPr kumimoji="0" lang="en-US" sz="1200" b="1" i="0" u="none" strike="noStrike" kern="1200" cap="none" spc="0" normalizeH="0" baseline="0" noProof="0">
                <a:ln>
                  <a:noFill/>
                </a:ln>
                <a:solidFill>
                  <a:schemeClr val="bg1"/>
                </a:solidFill>
                <a:effectLst/>
                <a:uLnTx/>
                <a:uFillTx/>
                <a:latin typeface="Calibri" panose="020F0502020204030204" pitchFamily="34" charset="0"/>
                <a:ea typeface="Calibri" panose="020F0502020204030204" pitchFamily="34" charset="0"/>
                <a:cs typeface="Calibri" panose="020F0502020204030204" pitchFamily="34" charset="0"/>
              </a:rPr>
              <a:t>Scale-out – Re-platform, Enhance and Optimize </a:t>
            </a:r>
          </a:p>
        </p:txBody>
      </p:sp>
      <p:sp>
        <p:nvSpPr>
          <p:cNvPr id="149" name="Rectangle 148">
            <a:extLst>
              <a:ext uri="{FF2B5EF4-FFF2-40B4-BE49-F238E27FC236}">
                <a16:creationId xmlns:a16="http://schemas.microsoft.com/office/drawing/2014/main" id="{16E449A7-6327-9397-0DB0-4E7B9588992C}"/>
              </a:ext>
            </a:extLst>
          </p:cNvPr>
          <p:cNvSpPr/>
          <p:nvPr/>
        </p:nvSpPr>
        <p:spPr bwMode="gray">
          <a:xfrm>
            <a:off x="469900" y="1714941"/>
            <a:ext cx="830090" cy="881905"/>
          </a:xfrm>
          <a:prstGeom prst="rect">
            <a:avLst/>
          </a:prstGeom>
          <a:solidFill>
            <a:schemeClr val="tx1">
              <a:lumMod val="65000"/>
              <a:lumOff val="35000"/>
            </a:schemeClr>
          </a:solidFill>
          <a:ln w="19050" algn="ctr">
            <a:noFill/>
            <a:miter lim="800000"/>
            <a:headEnd/>
            <a:tailEnd/>
          </a:ln>
        </p:spPr>
        <p:txBody>
          <a:bodyPr rot="0" spcFirstLastPara="0" vertOverflow="overflow" horzOverflow="overflow" vert="vert270" wrap="square" lIns="88900" tIns="88900" rIns="88900" bIns="88900" numCol="1" spcCol="0" rtlCol="0" fromWordArt="0" anchor="ctr" anchorCtr="0" forceAA="0" compatLnSpc="1">
            <a:prstTxWarp prst="textNoShape">
              <a:avLst/>
            </a:prstTxWarp>
            <a:noAutofit/>
          </a:bodyPr>
          <a:lstStyle/>
          <a:p>
            <a:pPr marL="0" marR="0" lvl="0" indent="0" algn="ctr" defTabSz="1219170" rtl="0" eaLnBrk="1" fontAlgn="auto" latinLnBrk="0" hangingPunct="1">
              <a:spcBef>
                <a:spcPts val="0"/>
              </a:spcBef>
              <a:spcAft>
                <a:spcPts val="0"/>
              </a:spcAft>
              <a:buClrTx/>
              <a:buSzTx/>
              <a:buFontTx/>
              <a:buNone/>
              <a:tabLst/>
              <a:defRPr/>
            </a:pPr>
            <a:r>
              <a:rPr kumimoji="0" lang="en-US" sz="1200" b="1" i="0" u="none" strike="noStrike" kern="0" cap="none" spc="0" normalizeH="0" noProof="0">
                <a:ln>
                  <a:noFill/>
                </a:ln>
                <a:solidFill>
                  <a:schemeClr val="bg1"/>
                </a:solidFill>
                <a:effectLst/>
                <a:uLnTx/>
                <a:uFillTx/>
                <a:latin typeface="Calibri" panose="020F0502020204030204" pitchFamily="34" charset="0"/>
                <a:ea typeface="Calibri" panose="020F0502020204030204" pitchFamily="34" charset="0"/>
                <a:cs typeface="Calibri" panose="020F0502020204030204" pitchFamily="34" charset="0"/>
              </a:rPr>
              <a:t>Migration Design and Plan</a:t>
            </a:r>
          </a:p>
        </p:txBody>
      </p:sp>
      <p:sp>
        <p:nvSpPr>
          <p:cNvPr id="150" name="TextBox 149">
            <a:extLst>
              <a:ext uri="{FF2B5EF4-FFF2-40B4-BE49-F238E27FC236}">
                <a16:creationId xmlns:a16="http://schemas.microsoft.com/office/drawing/2014/main" id="{ED97CE6E-91F6-5750-A4A3-B5A6EB5C51AF}"/>
              </a:ext>
            </a:extLst>
          </p:cNvPr>
          <p:cNvSpPr txBox="1"/>
          <p:nvPr/>
        </p:nvSpPr>
        <p:spPr>
          <a:xfrm>
            <a:off x="506056" y="6237617"/>
            <a:ext cx="8222191" cy="138499"/>
          </a:xfrm>
          <a:prstGeom prst="rect">
            <a:avLst/>
          </a:prstGeom>
          <a:noFill/>
        </p:spPr>
        <p:txBody>
          <a:bodyPr wrap="square" lIns="0" tIns="0" rIns="0" bIns="0" rtlCol="0">
            <a:spAutoFit/>
          </a:bodyPr>
          <a:lstStyle/>
          <a:p>
            <a:pPr>
              <a:spcBef>
                <a:spcPts val="600"/>
              </a:spcBef>
              <a:buSzPct val="100000"/>
            </a:pPr>
            <a:r>
              <a:rPr lang="en-US" sz="900"/>
              <a:t>Note: 99.5% data parity to be targeted for critical data entities</a:t>
            </a:r>
          </a:p>
        </p:txBody>
      </p:sp>
      <p:grpSp>
        <p:nvGrpSpPr>
          <p:cNvPr id="163" name="Group 162">
            <a:extLst>
              <a:ext uri="{FF2B5EF4-FFF2-40B4-BE49-F238E27FC236}">
                <a16:creationId xmlns:a16="http://schemas.microsoft.com/office/drawing/2014/main" id="{34364D8C-B7B2-8DE7-FE38-37C1BA272E29}"/>
              </a:ext>
            </a:extLst>
          </p:cNvPr>
          <p:cNvGrpSpPr/>
          <p:nvPr/>
        </p:nvGrpSpPr>
        <p:grpSpPr>
          <a:xfrm>
            <a:off x="1348608" y="2664797"/>
            <a:ext cx="457708" cy="479346"/>
            <a:chOff x="9281133" y="2108912"/>
            <a:chExt cx="457708" cy="479346"/>
          </a:xfrm>
          <a:solidFill>
            <a:schemeClr val="tx1">
              <a:lumMod val="65000"/>
              <a:lumOff val="35000"/>
            </a:schemeClr>
          </a:solidFill>
        </p:grpSpPr>
        <p:sp>
          <p:nvSpPr>
            <p:cNvPr id="164" name="Oval 17">
              <a:extLst>
                <a:ext uri="{FF2B5EF4-FFF2-40B4-BE49-F238E27FC236}">
                  <a16:creationId xmlns:a16="http://schemas.microsoft.com/office/drawing/2014/main" id="{57F2B005-1D37-41E0-DB16-623A0A23CCE5}"/>
                </a:ext>
              </a:extLst>
            </p:cNvPr>
            <p:cNvSpPr/>
            <p:nvPr/>
          </p:nvSpPr>
          <p:spPr bwMode="gray">
            <a:xfrm>
              <a:off x="9281387" y="2119985"/>
              <a:ext cx="457200" cy="457200"/>
            </a:xfrm>
            <a:prstGeom prst="star5">
              <a:avLst/>
            </a:prstGeom>
            <a:grp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165" name="TextBox 164">
              <a:extLst>
                <a:ext uri="{FF2B5EF4-FFF2-40B4-BE49-F238E27FC236}">
                  <a16:creationId xmlns:a16="http://schemas.microsoft.com/office/drawing/2014/main" id="{E9517EF7-0897-3CB5-9EBB-53B3DDA2FC5D}"/>
                </a:ext>
              </a:extLst>
            </p:cNvPr>
            <p:cNvSpPr txBox="1"/>
            <p:nvPr/>
          </p:nvSpPr>
          <p:spPr>
            <a:xfrm>
              <a:off x="9281133" y="2108912"/>
              <a:ext cx="457708" cy="479346"/>
            </a:xfrm>
            <a:prstGeom prst="star5">
              <a:avLst/>
            </a:prstGeom>
            <a:grpFill/>
          </p:spPr>
          <p:txBody>
            <a:bodyPr wrap="none" lIns="0" tIns="0" rIns="0" bIns="0" rtlCol="0">
              <a:spAutoFit/>
            </a:bodyPr>
            <a:lstStyle/>
            <a:p>
              <a:pPr>
                <a:spcBef>
                  <a:spcPts val="600"/>
                </a:spcBef>
                <a:buSzPct val="100000"/>
              </a:pPr>
              <a:r>
                <a:rPr lang="en-US" sz="1200" b="1">
                  <a:solidFill>
                    <a:schemeClr val="bg1"/>
                  </a:solidFill>
                </a:rPr>
                <a:t>02</a:t>
              </a:r>
            </a:p>
          </p:txBody>
        </p:sp>
      </p:grpSp>
      <p:grpSp>
        <p:nvGrpSpPr>
          <p:cNvPr id="166" name="Group 165">
            <a:extLst>
              <a:ext uri="{FF2B5EF4-FFF2-40B4-BE49-F238E27FC236}">
                <a16:creationId xmlns:a16="http://schemas.microsoft.com/office/drawing/2014/main" id="{6F6FF4F7-C897-6C7E-C71D-DF16E0BF1C24}"/>
              </a:ext>
            </a:extLst>
          </p:cNvPr>
          <p:cNvGrpSpPr/>
          <p:nvPr/>
        </p:nvGrpSpPr>
        <p:grpSpPr>
          <a:xfrm>
            <a:off x="1348608" y="3405006"/>
            <a:ext cx="457708" cy="479346"/>
            <a:chOff x="9281133" y="2108912"/>
            <a:chExt cx="457708" cy="479346"/>
          </a:xfrm>
          <a:solidFill>
            <a:schemeClr val="tx1">
              <a:lumMod val="65000"/>
              <a:lumOff val="35000"/>
            </a:schemeClr>
          </a:solidFill>
        </p:grpSpPr>
        <p:sp>
          <p:nvSpPr>
            <p:cNvPr id="167" name="Oval 17">
              <a:extLst>
                <a:ext uri="{FF2B5EF4-FFF2-40B4-BE49-F238E27FC236}">
                  <a16:creationId xmlns:a16="http://schemas.microsoft.com/office/drawing/2014/main" id="{DA0E6F7B-BB1C-6E7B-D2C6-E7F8AE813253}"/>
                </a:ext>
              </a:extLst>
            </p:cNvPr>
            <p:cNvSpPr/>
            <p:nvPr/>
          </p:nvSpPr>
          <p:spPr bwMode="gray">
            <a:xfrm>
              <a:off x="9281387" y="2119985"/>
              <a:ext cx="457200" cy="457200"/>
            </a:xfrm>
            <a:prstGeom prst="star5">
              <a:avLst/>
            </a:prstGeom>
            <a:grp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168" name="TextBox 167">
              <a:extLst>
                <a:ext uri="{FF2B5EF4-FFF2-40B4-BE49-F238E27FC236}">
                  <a16:creationId xmlns:a16="http://schemas.microsoft.com/office/drawing/2014/main" id="{11E94CF4-B677-36E6-9183-3B13A246F734}"/>
                </a:ext>
              </a:extLst>
            </p:cNvPr>
            <p:cNvSpPr txBox="1"/>
            <p:nvPr/>
          </p:nvSpPr>
          <p:spPr>
            <a:xfrm>
              <a:off x="9281133" y="2108912"/>
              <a:ext cx="457708" cy="479346"/>
            </a:xfrm>
            <a:prstGeom prst="star5">
              <a:avLst/>
            </a:prstGeom>
            <a:grpFill/>
          </p:spPr>
          <p:txBody>
            <a:bodyPr wrap="none" lIns="0" tIns="0" rIns="0" bIns="0" rtlCol="0">
              <a:spAutoFit/>
            </a:bodyPr>
            <a:lstStyle/>
            <a:p>
              <a:pPr>
                <a:spcBef>
                  <a:spcPts val="600"/>
                </a:spcBef>
                <a:buSzPct val="100000"/>
              </a:pPr>
              <a:r>
                <a:rPr lang="en-US" sz="1200" b="1">
                  <a:solidFill>
                    <a:schemeClr val="bg1"/>
                  </a:solidFill>
                </a:rPr>
                <a:t>03</a:t>
              </a:r>
            </a:p>
          </p:txBody>
        </p:sp>
      </p:grpSp>
      <p:grpSp>
        <p:nvGrpSpPr>
          <p:cNvPr id="169" name="Group 168">
            <a:extLst>
              <a:ext uri="{FF2B5EF4-FFF2-40B4-BE49-F238E27FC236}">
                <a16:creationId xmlns:a16="http://schemas.microsoft.com/office/drawing/2014/main" id="{F4243072-64BE-D79C-76D6-DB67161F9493}"/>
              </a:ext>
            </a:extLst>
          </p:cNvPr>
          <p:cNvGrpSpPr/>
          <p:nvPr/>
        </p:nvGrpSpPr>
        <p:grpSpPr>
          <a:xfrm>
            <a:off x="1348608" y="4196373"/>
            <a:ext cx="457708" cy="479346"/>
            <a:chOff x="9281133" y="2108912"/>
            <a:chExt cx="457708" cy="479346"/>
          </a:xfrm>
          <a:solidFill>
            <a:schemeClr val="tx1">
              <a:lumMod val="65000"/>
              <a:lumOff val="35000"/>
            </a:schemeClr>
          </a:solidFill>
        </p:grpSpPr>
        <p:sp>
          <p:nvSpPr>
            <p:cNvPr id="170" name="Oval 17">
              <a:extLst>
                <a:ext uri="{FF2B5EF4-FFF2-40B4-BE49-F238E27FC236}">
                  <a16:creationId xmlns:a16="http://schemas.microsoft.com/office/drawing/2014/main" id="{22E08855-4C97-D4C3-E788-56CE9C6356A0}"/>
                </a:ext>
              </a:extLst>
            </p:cNvPr>
            <p:cNvSpPr/>
            <p:nvPr/>
          </p:nvSpPr>
          <p:spPr bwMode="gray">
            <a:xfrm>
              <a:off x="9281387" y="2119985"/>
              <a:ext cx="457200" cy="457200"/>
            </a:xfrm>
            <a:prstGeom prst="star5">
              <a:avLst/>
            </a:prstGeom>
            <a:grp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171" name="TextBox 170">
              <a:extLst>
                <a:ext uri="{FF2B5EF4-FFF2-40B4-BE49-F238E27FC236}">
                  <a16:creationId xmlns:a16="http://schemas.microsoft.com/office/drawing/2014/main" id="{9A715564-1C56-5ABE-3D5F-7BFDF6A71417}"/>
                </a:ext>
              </a:extLst>
            </p:cNvPr>
            <p:cNvSpPr txBox="1"/>
            <p:nvPr/>
          </p:nvSpPr>
          <p:spPr>
            <a:xfrm>
              <a:off x="9281133" y="2108912"/>
              <a:ext cx="457708" cy="479346"/>
            </a:xfrm>
            <a:prstGeom prst="star5">
              <a:avLst/>
            </a:prstGeom>
            <a:grpFill/>
          </p:spPr>
          <p:txBody>
            <a:bodyPr wrap="none" lIns="0" tIns="0" rIns="0" bIns="0" rtlCol="0">
              <a:spAutoFit/>
            </a:bodyPr>
            <a:lstStyle/>
            <a:p>
              <a:pPr>
                <a:spcBef>
                  <a:spcPts val="600"/>
                </a:spcBef>
                <a:buSzPct val="100000"/>
              </a:pPr>
              <a:r>
                <a:rPr lang="en-US" sz="1200" b="1">
                  <a:solidFill>
                    <a:schemeClr val="bg1"/>
                  </a:solidFill>
                </a:rPr>
                <a:t>04</a:t>
              </a:r>
            </a:p>
          </p:txBody>
        </p:sp>
      </p:grpSp>
      <p:grpSp>
        <p:nvGrpSpPr>
          <p:cNvPr id="172" name="Group 171">
            <a:extLst>
              <a:ext uri="{FF2B5EF4-FFF2-40B4-BE49-F238E27FC236}">
                <a16:creationId xmlns:a16="http://schemas.microsoft.com/office/drawing/2014/main" id="{FB25B8DD-36F0-C703-C1D6-F8BA03FAB462}"/>
              </a:ext>
            </a:extLst>
          </p:cNvPr>
          <p:cNvGrpSpPr/>
          <p:nvPr/>
        </p:nvGrpSpPr>
        <p:grpSpPr>
          <a:xfrm>
            <a:off x="1348608" y="4869206"/>
            <a:ext cx="457708" cy="479346"/>
            <a:chOff x="9281133" y="2108912"/>
            <a:chExt cx="457708" cy="479346"/>
          </a:xfrm>
          <a:solidFill>
            <a:schemeClr val="tx1">
              <a:lumMod val="65000"/>
              <a:lumOff val="35000"/>
            </a:schemeClr>
          </a:solidFill>
        </p:grpSpPr>
        <p:sp>
          <p:nvSpPr>
            <p:cNvPr id="173" name="Oval 17">
              <a:extLst>
                <a:ext uri="{FF2B5EF4-FFF2-40B4-BE49-F238E27FC236}">
                  <a16:creationId xmlns:a16="http://schemas.microsoft.com/office/drawing/2014/main" id="{744C0AD0-15ED-979D-A499-3789AEF8244E}"/>
                </a:ext>
              </a:extLst>
            </p:cNvPr>
            <p:cNvSpPr/>
            <p:nvPr/>
          </p:nvSpPr>
          <p:spPr bwMode="gray">
            <a:xfrm>
              <a:off x="9281387" y="2119985"/>
              <a:ext cx="457200" cy="457200"/>
            </a:xfrm>
            <a:prstGeom prst="star5">
              <a:avLst/>
            </a:prstGeom>
            <a:grp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174" name="TextBox 173">
              <a:extLst>
                <a:ext uri="{FF2B5EF4-FFF2-40B4-BE49-F238E27FC236}">
                  <a16:creationId xmlns:a16="http://schemas.microsoft.com/office/drawing/2014/main" id="{26AF5A7D-CAD3-0DE5-4209-6A65D9FBCB33}"/>
                </a:ext>
              </a:extLst>
            </p:cNvPr>
            <p:cNvSpPr txBox="1"/>
            <p:nvPr/>
          </p:nvSpPr>
          <p:spPr>
            <a:xfrm>
              <a:off x="9281133" y="2108912"/>
              <a:ext cx="457708" cy="479346"/>
            </a:xfrm>
            <a:prstGeom prst="star5">
              <a:avLst/>
            </a:prstGeom>
            <a:grpFill/>
          </p:spPr>
          <p:txBody>
            <a:bodyPr wrap="none" lIns="0" tIns="0" rIns="0" bIns="0" rtlCol="0">
              <a:spAutoFit/>
            </a:bodyPr>
            <a:lstStyle/>
            <a:p>
              <a:pPr>
                <a:spcBef>
                  <a:spcPts val="600"/>
                </a:spcBef>
                <a:buSzPct val="100000"/>
              </a:pPr>
              <a:r>
                <a:rPr lang="en-US" sz="1200" b="1">
                  <a:solidFill>
                    <a:schemeClr val="bg1"/>
                  </a:solidFill>
                </a:rPr>
                <a:t>05</a:t>
              </a:r>
            </a:p>
          </p:txBody>
        </p:sp>
      </p:grpSp>
      <p:grpSp>
        <p:nvGrpSpPr>
          <p:cNvPr id="175" name="Group 174">
            <a:extLst>
              <a:ext uri="{FF2B5EF4-FFF2-40B4-BE49-F238E27FC236}">
                <a16:creationId xmlns:a16="http://schemas.microsoft.com/office/drawing/2014/main" id="{B8AE07C0-1379-055F-3FEF-8410379E2EB2}"/>
              </a:ext>
            </a:extLst>
          </p:cNvPr>
          <p:cNvGrpSpPr/>
          <p:nvPr/>
        </p:nvGrpSpPr>
        <p:grpSpPr>
          <a:xfrm>
            <a:off x="1348608" y="5505585"/>
            <a:ext cx="457708" cy="479346"/>
            <a:chOff x="9281133" y="2108912"/>
            <a:chExt cx="457708" cy="479346"/>
          </a:xfrm>
          <a:solidFill>
            <a:schemeClr val="tx1">
              <a:lumMod val="65000"/>
              <a:lumOff val="35000"/>
            </a:schemeClr>
          </a:solidFill>
        </p:grpSpPr>
        <p:sp>
          <p:nvSpPr>
            <p:cNvPr id="176" name="Oval 17">
              <a:extLst>
                <a:ext uri="{FF2B5EF4-FFF2-40B4-BE49-F238E27FC236}">
                  <a16:creationId xmlns:a16="http://schemas.microsoft.com/office/drawing/2014/main" id="{9B994494-5C50-942D-D7BB-9819A91EA3C8}"/>
                </a:ext>
              </a:extLst>
            </p:cNvPr>
            <p:cNvSpPr/>
            <p:nvPr/>
          </p:nvSpPr>
          <p:spPr bwMode="gray">
            <a:xfrm>
              <a:off x="9281387" y="2119985"/>
              <a:ext cx="457200" cy="457200"/>
            </a:xfrm>
            <a:prstGeom prst="star5">
              <a:avLst/>
            </a:prstGeom>
            <a:grp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177" name="TextBox 176">
              <a:extLst>
                <a:ext uri="{FF2B5EF4-FFF2-40B4-BE49-F238E27FC236}">
                  <a16:creationId xmlns:a16="http://schemas.microsoft.com/office/drawing/2014/main" id="{ADBBEF1B-AA82-3F13-6964-05F9CD626842}"/>
                </a:ext>
              </a:extLst>
            </p:cNvPr>
            <p:cNvSpPr txBox="1"/>
            <p:nvPr/>
          </p:nvSpPr>
          <p:spPr>
            <a:xfrm>
              <a:off x="9281133" y="2108912"/>
              <a:ext cx="457708" cy="479346"/>
            </a:xfrm>
            <a:prstGeom prst="star5">
              <a:avLst/>
            </a:prstGeom>
            <a:grpFill/>
          </p:spPr>
          <p:txBody>
            <a:bodyPr wrap="none" lIns="0" tIns="0" rIns="0" bIns="0" rtlCol="0">
              <a:spAutoFit/>
            </a:bodyPr>
            <a:lstStyle/>
            <a:p>
              <a:pPr>
                <a:spcBef>
                  <a:spcPts val="600"/>
                </a:spcBef>
                <a:buSzPct val="100000"/>
              </a:pPr>
              <a:r>
                <a:rPr lang="en-US" sz="1200" b="1">
                  <a:solidFill>
                    <a:schemeClr val="bg1"/>
                  </a:solidFill>
                </a:rPr>
                <a:t>06</a:t>
              </a:r>
            </a:p>
          </p:txBody>
        </p:sp>
      </p:grpSp>
      <p:grpSp>
        <p:nvGrpSpPr>
          <p:cNvPr id="178" name="Group 177">
            <a:extLst>
              <a:ext uri="{FF2B5EF4-FFF2-40B4-BE49-F238E27FC236}">
                <a16:creationId xmlns:a16="http://schemas.microsoft.com/office/drawing/2014/main" id="{BD3364EF-4EDE-0117-3B1B-262F388C7BA2}"/>
              </a:ext>
            </a:extLst>
          </p:cNvPr>
          <p:cNvGrpSpPr/>
          <p:nvPr/>
        </p:nvGrpSpPr>
        <p:grpSpPr>
          <a:xfrm>
            <a:off x="1348608" y="1864920"/>
            <a:ext cx="457708" cy="479346"/>
            <a:chOff x="9281133" y="2108912"/>
            <a:chExt cx="457708" cy="479346"/>
          </a:xfrm>
          <a:solidFill>
            <a:schemeClr val="tx1">
              <a:lumMod val="65000"/>
              <a:lumOff val="35000"/>
            </a:schemeClr>
          </a:solidFill>
        </p:grpSpPr>
        <p:sp>
          <p:nvSpPr>
            <p:cNvPr id="179" name="Oval 17">
              <a:extLst>
                <a:ext uri="{FF2B5EF4-FFF2-40B4-BE49-F238E27FC236}">
                  <a16:creationId xmlns:a16="http://schemas.microsoft.com/office/drawing/2014/main" id="{894DDDD9-5FAF-A7E9-E9A1-BD4A89DBD2E7}"/>
                </a:ext>
              </a:extLst>
            </p:cNvPr>
            <p:cNvSpPr/>
            <p:nvPr/>
          </p:nvSpPr>
          <p:spPr bwMode="gray">
            <a:xfrm>
              <a:off x="9281387" y="2119985"/>
              <a:ext cx="457200" cy="457200"/>
            </a:xfrm>
            <a:prstGeom prst="star5">
              <a:avLst/>
            </a:prstGeom>
            <a:grp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180" name="TextBox 179">
              <a:extLst>
                <a:ext uri="{FF2B5EF4-FFF2-40B4-BE49-F238E27FC236}">
                  <a16:creationId xmlns:a16="http://schemas.microsoft.com/office/drawing/2014/main" id="{5746014B-DAD6-9C39-463F-472071EEC3B1}"/>
                </a:ext>
              </a:extLst>
            </p:cNvPr>
            <p:cNvSpPr txBox="1"/>
            <p:nvPr/>
          </p:nvSpPr>
          <p:spPr>
            <a:xfrm>
              <a:off x="9281133" y="2108912"/>
              <a:ext cx="457708" cy="479346"/>
            </a:xfrm>
            <a:prstGeom prst="star5">
              <a:avLst/>
            </a:prstGeom>
            <a:grpFill/>
          </p:spPr>
          <p:txBody>
            <a:bodyPr wrap="none" lIns="0" tIns="0" rIns="0" bIns="0" rtlCol="0">
              <a:spAutoFit/>
            </a:bodyPr>
            <a:lstStyle/>
            <a:p>
              <a:pPr>
                <a:spcBef>
                  <a:spcPts val="600"/>
                </a:spcBef>
                <a:buSzPct val="100000"/>
              </a:pPr>
              <a:r>
                <a:rPr lang="en-US" sz="1200" b="1">
                  <a:solidFill>
                    <a:schemeClr val="bg1"/>
                  </a:solidFill>
                </a:rPr>
                <a:t>01</a:t>
              </a:r>
            </a:p>
          </p:txBody>
        </p:sp>
      </p:grpSp>
      <p:sp>
        <p:nvSpPr>
          <p:cNvPr id="181" name="Pentagon 36">
            <a:extLst>
              <a:ext uri="{FF2B5EF4-FFF2-40B4-BE49-F238E27FC236}">
                <a16:creationId xmlns:a16="http://schemas.microsoft.com/office/drawing/2014/main" id="{E14674A0-C719-DE6D-0E11-69F98F0C7FB9}"/>
              </a:ext>
            </a:extLst>
          </p:cNvPr>
          <p:cNvSpPr/>
          <p:nvPr/>
        </p:nvSpPr>
        <p:spPr bwMode="gray">
          <a:xfrm>
            <a:off x="1355833" y="1311275"/>
            <a:ext cx="3536677" cy="388938"/>
          </a:xfrm>
          <a:prstGeom prst="homePlate">
            <a:avLst>
              <a:gd name="adj" fmla="val 32604"/>
            </a:avLst>
          </a:prstGeom>
          <a:solidFill>
            <a:srgbClr val="00A3E0"/>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lvl="0" algn="ctr" defTabSz="1219170">
              <a:defRPr/>
            </a:pPr>
            <a:r>
              <a:rPr lang="en-US" sz="1200" b="1">
                <a:solidFill>
                  <a:prstClr val="white"/>
                </a:solidFill>
                <a:latin typeface="Open Sans" panose="020B0606030504020204" pitchFamily="34" charset="0"/>
                <a:ea typeface="Open Sans" panose="020B0606030504020204" pitchFamily="34" charset="0"/>
                <a:cs typeface="Open Sans" panose="020B0606030504020204" pitchFamily="34" charset="0"/>
              </a:rPr>
              <a:t>Deliverables</a:t>
            </a:r>
          </a:p>
        </p:txBody>
      </p:sp>
      <p:sp>
        <p:nvSpPr>
          <p:cNvPr id="182" name="Chevron 37">
            <a:extLst>
              <a:ext uri="{FF2B5EF4-FFF2-40B4-BE49-F238E27FC236}">
                <a16:creationId xmlns:a16="http://schemas.microsoft.com/office/drawing/2014/main" id="{9503ED4C-2E50-B525-9BDD-F301C497D8B2}"/>
              </a:ext>
            </a:extLst>
          </p:cNvPr>
          <p:cNvSpPr/>
          <p:nvPr/>
        </p:nvSpPr>
        <p:spPr bwMode="gray">
          <a:xfrm>
            <a:off x="4783729" y="1311275"/>
            <a:ext cx="3556040" cy="388938"/>
          </a:xfrm>
          <a:prstGeom prst="chevron">
            <a:avLst>
              <a:gd name="adj" fmla="val 33004"/>
            </a:avLst>
          </a:prstGeom>
          <a:solidFill>
            <a:srgbClr val="0076A8"/>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lvl="0" algn="ctr" defTabSz="1219170">
              <a:defRPr/>
            </a:pPr>
            <a:r>
              <a:rPr lang="en-US" sz="1200" b="1">
                <a:solidFill>
                  <a:prstClr val="white"/>
                </a:solidFill>
                <a:latin typeface="Open Sans" panose="020B0606030504020204" pitchFamily="34" charset="0"/>
                <a:ea typeface="Open Sans" panose="020B0606030504020204" pitchFamily="34" charset="0"/>
                <a:cs typeface="Open Sans" panose="020B0606030504020204" pitchFamily="34" charset="0"/>
              </a:rPr>
              <a:t>Critical Activities</a:t>
            </a:r>
          </a:p>
        </p:txBody>
      </p:sp>
      <p:sp>
        <p:nvSpPr>
          <p:cNvPr id="183" name="Chevron 38">
            <a:extLst>
              <a:ext uri="{FF2B5EF4-FFF2-40B4-BE49-F238E27FC236}">
                <a16:creationId xmlns:a16="http://schemas.microsoft.com/office/drawing/2014/main" id="{48A33AF2-B95A-5092-FC04-7E110D2242DA}"/>
              </a:ext>
            </a:extLst>
          </p:cNvPr>
          <p:cNvSpPr/>
          <p:nvPr/>
        </p:nvSpPr>
        <p:spPr bwMode="gray">
          <a:xfrm>
            <a:off x="8240616" y="1311275"/>
            <a:ext cx="3499655" cy="388938"/>
          </a:xfrm>
          <a:prstGeom prst="chevron">
            <a:avLst>
              <a:gd name="adj" fmla="val 33004"/>
            </a:avLst>
          </a:prstGeom>
          <a:solidFill>
            <a:srgbClr val="005587"/>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lvl="0" algn="ctr" defTabSz="1219170">
              <a:defRPr/>
            </a:pPr>
            <a:r>
              <a:rPr lang="en-US" sz="1200" b="1">
                <a:solidFill>
                  <a:prstClr val="white"/>
                </a:solidFill>
                <a:latin typeface="Open Sans" panose="020B0606030504020204" pitchFamily="34" charset="0"/>
                <a:ea typeface="Open Sans" panose="020B0606030504020204" pitchFamily="34" charset="0"/>
                <a:cs typeface="Open Sans" panose="020B0606030504020204" pitchFamily="34" charset="0"/>
              </a:rPr>
              <a:t>Outcomes/Acceptance Criteria</a:t>
            </a:r>
          </a:p>
        </p:txBody>
      </p:sp>
      <p:grpSp>
        <p:nvGrpSpPr>
          <p:cNvPr id="184" name="Graphic 4">
            <a:extLst>
              <a:ext uri="{FF2B5EF4-FFF2-40B4-BE49-F238E27FC236}">
                <a16:creationId xmlns:a16="http://schemas.microsoft.com/office/drawing/2014/main" id="{FEDFE907-0EEE-9A2A-2E17-80BD0767686E}"/>
              </a:ext>
            </a:extLst>
          </p:cNvPr>
          <p:cNvGrpSpPr>
            <a:grpSpLocks noChangeAspect="1"/>
          </p:cNvGrpSpPr>
          <p:nvPr/>
        </p:nvGrpSpPr>
        <p:grpSpPr>
          <a:xfrm>
            <a:off x="2224528" y="1361744"/>
            <a:ext cx="288272" cy="288000"/>
            <a:chOff x="2559808" y="2371173"/>
            <a:chExt cx="362313" cy="361971"/>
          </a:xfrm>
          <a:solidFill>
            <a:schemeClr val="bg1"/>
          </a:solidFill>
        </p:grpSpPr>
        <p:sp>
          <p:nvSpPr>
            <p:cNvPr id="185" name="Graphic 4">
              <a:extLst>
                <a:ext uri="{FF2B5EF4-FFF2-40B4-BE49-F238E27FC236}">
                  <a16:creationId xmlns:a16="http://schemas.microsoft.com/office/drawing/2014/main" id="{03658AF8-A178-770A-150E-02A2C303F648}"/>
                </a:ext>
              </a:extLst>
            </p:cNvPr>
            <p:cNvSpPr/>
            <p:nvPr/>
          </p:nvSpPr>
          <p:spPr>
            <a:xfrm>
              <a:off x="2559808" y="2371173"/>
              <a:ext cx="362313" cy="361971"/>
            </a:xfrm>
            <a:custGeom>
              <a:avLst/>
              <a:gdLst>
                <a:gd name="connsiteX0" fmla="*/ 181474 w 362313"/>
                <a:gd name="connsiteY0" fmla="*/ 0 h 361971"/>
                <a:gd name="connsiteX1" fmla="*/ 0 w 362313"/>
                <a:gd name="connsiteY1" fmla="*/ 180667 h 361971"/>
                <a:gd name="connsiteX2" fmla="*/ 180835 w 362313"/>
                <a:gd name="connsiteY2" fmla="*/ 361972 h 361971"/>
                <a:gd name="connsiteX3" fmla="*/ 362309 w 362313"/>
                <a:gd name="connsiteY3" fmla="*/ 181305 h 361971"/>
                <a:gd name="connsiteX4" fmla="*/ 362309 w 362313"/>
                <a:gd name="connsiteY4" fmla="*/ 181305 h 361971"/>
                <a:gd name="connsiteX5" fmla="*/ 181474 w 362313"/>
                <a:gd name="connsiteY5" fmla="*/ 0 h 361971"/>
                <a:gd name="connsiteX6" fmla="*/ 181474 w 362313"/>
                <a:gd name="connsiteY6" fmla="*/ 349204 h 361971"/>
                <a:gd name="connsiteX7" fmla="*/ 12780 w 362313"/>
                <a:gd name="connsiteY7" fmla="*/ 181305 h 361971"/>
                <a:gd name="connsiteX8" fmla="*/ 180835 w 362313"/>
                <a:gd name="connsiteY8" fmla="*/ 12768 h 361971"/>
                <a:gd name="connsiteX9" fmla="*/ 349529 w 362313"/>
                <a:gd name="connsiteY9" fmla="*/ 180667 h 361971"/>
                <a:gd name="connsiteX10" fmla="*/ 349529 w 362313"/>
                <a:gd name="connsiteY10" fmla="*/ 180667 h 361971"/>
                <a:gd name="connsiteX11" fmla="*/ 181474 w 362313"/>
                <a:gd name="connsiteY11" fmla="*/ 349204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62313" h="361971">
                  <a:moveTo>
                    <a:pt x="181474" y="0"/>
                  </a:moveTo>
                  <a:cubicBezTo>
                    <a:pt x="81152" y="0"/>
                    <a:pt x="0" y="81077"/>
                    <a:pt x="0" y="180667"/>
                  </a:cubicBezTo>
                  <a:cubicBezTo>
                    <a:pt x="0" y="280895"/>
                    <a:pt x="81152" y="361972"/>
                    <a:pt x="180835" y="361972"/>
                  </a:cubicBezTo>
                  <a:cubicBezTo>
                    <a:pt x="281157" y="361972"/>
                    <a:pt x="362309" y="280895"/>
                    <a:pt x="362309" y="181305"/>
                  </a:cubicBezTo>
                  <a:cubicBezTo>
                    <a:pt x="362309" y="181305"/>
                    <a:pt x="362309" y="181305"/>
                    <a:pt x="362309" y="181305"/>
                  </a:cubicBezTo>
                  <a:cubicBezTo>
                    <a:pt x="362948" y="81077"/>
                    <a:pt x="281796" y="0"/>
                    <a:pt x="181474" y="0"/>
                  </a:cubicBezTo>
                  <a:close/>
                  <a:moveTo>
                    <a:pt x="181474" y="349204"/>
                  </a:moveTo>
                  <a:cubicBezTo>
                    <a:pt x="88181" y="349204"/>
                    <a:pt x="12780" y="273873"/>
                    <a:pt x="12780" y="181305"/>
                  </a:cubicBezTo>
                  <a:cubicBezTo>
                    <a:pt x="12780" y="88099"/>
                    <a:pt x="88181" y="12768"/>
                    <a:pt x="180835" y="12768"/>
                  </a:cubicBezTo>
                  <a:cubicBezTo>
                    <a:pt x="274128" y="12768"/>
                    <a:pt x="349529" y="88099"/>
                    <a:pt x="349529" y="180667"/>
                  </a:cubicBezTo>
                  <a:cubicBezTo>
                    <a:pt x="349529" y="180667"/>
                    <a:pt x="349529" y="180667"/>
                    <a:pt x="349529" y="180667"/>
                  </a:cubicBezTo>
                  <a:cubicBezTo>
                    <a:pt x="350168" y="273873"/>
                    <a:pt x="274767" y="349204"/>
                    <a:pt x="181474" y="349204"/>
                  </a:cubicBezTo>
                  <a:close/>
                </a:path>
              </a:pathLst>
            </a:custGeom>
            <a:grpFill/>
            <a:ln w="6390" cap="flat">
              <a:noFill/>
              <a:prstDash val="solid"/>
              <a:miter/>
            </a:ln>
          </p:spPr>
          <p:txBody>
            <a:bodyPr rtlCol="0" anchor="ctr"/>
            <a:lstStyle/>
            <a:p>
              <a:endParaRPr lang="en-US"/>
            </a:p>
          </p:txBody>
        </p:sp>
        <p:sp>
          <p:nvSpPr>
            <p:cNvPr id="186" name="Graphic 4">
              <a:extLst>
                <a:ext uri="{FF2B5EF4-FFF2-40B4-BE49-F238E27FC236}">
                  <a16:creationId xmlns:a16="http://schemas.microsoft.com/office/drawing/2014/main" id="{04FC460A-0F86-7DE3-07C8-103A88C82FE9}"/>
                </a:ext>
              </a:extLst>
            </p:cNvPr>
            <p:cNvSpPr/>
            <p:nvPr/>
          </p:nvSpPr>
          <p:spPr>
            <a:xfrm>
              <a:off x="2709972" y="2639939"/>
              <a:ext cx="124603" cy="12767"/>
            </a:xfrm>
            <a:custGeom>
              <a:avLst/>
              <a:gdLst>
                <a:gd name="connsiteX0" fmla="*/ 118853 w 124603"/>
                <a:gd name="connsiteY0" fmla="*/ 0 h 12767"/>
                <a:gd name="connsiteX1" fmla="*/ 6390 w 124603"/>
                <a:gd name="connsiteY1" fmla="*/ 0 h 12767"/>
                <a:gd name="connsiteX2" fmla="*/ 0 w 124603"/>
                <a:gd name="connsiteY2" fmla="*/ 6384 h 12767"/>
                <a:gd name="connsiteX3" fmla="*/ 6390 w 124603"/>
                <a:gd name="connsiteY3" fmla="*/ 12768 h 12767"/>
                <a:gd name="connsiteX4" fmla="*/ 118214 w 124603"/>
                <a:gd name="connsiteY4" fmla="*/ 12768 h 12767"/>
                <a:gd name="connsiteX5" fmla="*/ 124604 w 124603"/>
                <a:gd name="connsiteY5" fmla="*/ 6384 h 12767"/>
                <a:gd name="connsiteX6" fmla="*/ 118853 w 124603"/>
                <a:gd name="connsiteY6" fmla="*/ 0 h 12767"/>
                <a:gd name="connsiteX7" fmla="*/ 118853 w 124603"/>
                <a:gd name="connsiteY7" fmla="*/ 0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4603" h="12767">
                  <a:moveTo>
                    <a:pt x="118853" y="0"/>
                  </a:moveTo>
                  <a:lnTo>
                    <a:pt x="6390" y="0"/>
                  </a:lnTo>
                  <a:cubicBezTo>
                    <a:pt x="2556" y="0"/>
                    <a:pt x="0" y="2554"/>
                    <a:pt x="0" y="6384"/>
                  </a:cubicBezTo>
                  <a:cubicBezTo>
                    <a:pt x="0" y="10214"/>
                    <a:pt x="2556" y="12768"/>
                    <a:pt x="6390" y="12768"/>
                  </a:cubicBezTo>
                  <a:lnTo>
                    <a:pt x="118214" y="12768"/>
                  </a:lnTo>
                  <a:cubicBezTo>
                    <a:pt x="122048" y="12768"/>
                    <a:pt x="124604" y="10214"/>
                    <a:pt x="124604" y="6384"/>
                  </a:cubicBezTo>
                  <a:cubicBezTo>
                    <a:pt x="124604" y="2554"/>
                    <a:pt x="122687" y="0"/>
                    <a:pt x="118853" y="0"/>
                  </a:cubicBezTo>
                  <a:lnTo>
                    <a:pt x="118853" y="0"/>
                  </a:lnTo>
                  <a:close/>
                </a:path>
              </a:pathLst>
            </a:custGeom>
            <a:grpFill/>
            <a:ln w="6390" cap="flat">
              <a:noFill/>
              <a:prstDash val="solid"/>
              <a:miter/>
            </a:ln>
          </p:spPr>
          <p:txBody>
            <a:bodyPr rtlCol="0" anchor="ctr"/>
            <a:lstStyle/>
            <a:p>
              <a:endParaRPr lang="en-US"/>
            </a:p>
          </p:txBody>
        </p:sp>
        <p:sp>
          <p:nvSpPr>
            <p:cNvPr id="187" name="Graphic 4">
              <a:extLst>
                <a:ext uri="{FF2B5EF4-FFF2-40B4-BE49-F238E27FC236}">
                  <a16:creationId xmlns:a16="http://schemas.microsoft.com/office/drawing/2014/main" id="{F8E15507-E29D-DC26-5D1A-A99D8989AD39}"/>
                </a:ext>
              </a:extLst>
            </p:cNvPr>
            <p:cNvSpPr/>
            <p:nvPr/>
          </p:nvSpPr>
          <p:spPr>
            <a:xfrm>
              <a:off x="2709972" y="2570992"/>
              <a:ext cx="124603" cy="12767"/>
            </a:xfrm>
            <a:custGeom>
              <a:avLst/>
              <a:gdLst>
                <a:gd name="connsiteX0" fmla="*/ 118853 w 124603"/>
                <a:gd name="connsiteY0" fmla="*/ 0 h 12767"/>
                <a:gd name="connsiteX1" fmla="*/ 6390 w 124603"/>
                <a:gd name="connsiteY1" fmla="*/ 0 h 12767"/>
                <a:gd name="connsiteX2" fmla="*/ 0 w 124603"/>
                <a:gd name="connsiteY2" fmla="*/ 6384 h 12767"/>
                <a:gd name="connsiteX3" fmla="*/ 6390 w 124603"/>
                <a:gd name="connsiteY3" fmla="*/ 12768 h 12767"/>
                <a:gd name="connsiteX4" fmla="*/ 118214 w 124603"/>
                <a:gd name="connsiteY4" fmla="*/ 12768 h 12767"/>
                <a:gd name="connsiteX5" fmla="*/ 124604 w 124603"/>
                <a:gd name="connsiteY5" fmla="*/ 6384 h 12767"/>
                <a:gd name="connsiteX6" fmla="*/ 118853 w 124603"/>
                <a:gd name="connsiteY6" fmla="*/ 0 h 12767"/>
                <a:gd name="connsiteX7" fmla="*/ 118853 w 124603"/>
                <a:gd name="connsiteY7" fmla="*/ 0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4603" h="12767">
                  <a:moveTo>
                    <a:pt x="118853" y="0"/>
                  </a:moveTo>
                  <a:lnTo>
                    <a:pt x="6390" y="0"/>
                  </a:lnTo>
                  <a:cubicBezTo>
                    <a:pt x="2556" y="0"/>
                    <a:pt x="0" y="2554"/>
                    <a:pt x="0" y="6384"/>
                  </a:cubicBezTo>
                  <a:cubicBezTo>
                    <a:pt x="0" y="10214"/>
                    <a:pt x="2556" y="12768"/>
                    <a:pt x="6390" y="12768"/>
                  </a:cubicBezTo>
                  <a:lnTo>
                    <a:pt x="118214" y="12768"/>
                  </a:lnTo>
                  <a:cubicBezTo>
                    <a:pt x="122048" y="12768"/>
                    <a:pt x="124604" y="10214"/>
                    <a:pt x="124604" y="6384"/>
                  </a:cubicBezTo>
                  <a:cubicBezTo>
                    <a:pt x="124604" y="2554"/>
                    <a:pt x="122687" y="0"/>
                    <a:pt x="118853" y="0"/>
                  </a:cubicBezTo>
                  <a:lnTo>
                    <a:pt x="118853" y="0"/>
                  </a:lnTo>
                  <a:close/>
                </a:path>
              </a:pathLst>
            </a:custGeom>
            <a:grpFill/>
            <a:ln w="6390" cap="flat">
              <a:noFill/>
              <a:prstDash val="solid"/>
              <a:miter/>
            </a:ln>
          </p:spPr>
          <p:txBody>
            <a:bodyPr rtlCol="0" anchor="ctr"/>
            <a:lstStyle/>
            <a:p>
              <a:endParaRPr lang="en-US"/>
            </a:p>
          </p:txBody>
        </p:sp>
        <p:sp>
          <p:nvSpPr>
            <p:cNvPr id="188" name="Graphic 4">
              <a:extLst>
                <a:ext uri="{FF2B5EF4-FFF2-40B4-BE49-F238E27FC236}">
                  <a16:creationId xmlns:a16="http://schemas.microsoft.com/office/drawing/2014/main" id="{CFA62438-D57A-3215-AD2C-A63BA9265C03}"/>
                </a:ext>
              </a:extLst>
            </p:cNvPr>
            <p:cNvSpPr/>
            <p:nvPr/>
          </p:nvSpPr>
          <p:spPr>
            <a:xfrm>
              <a:off x="2709972" y="2502683"/>
              <a:ext cx="124603" cy="12767"/>
            </a:xfrm>
            <a:custGeom>
              <a:avLst/>
              <a:gdLst>
                <a:gd name="connsiteX0" fmla="*/ 118853 w 124603"/>
                <a:gd name="connsiteY0" fmla="*/ 0 h 12767"/>
                <a:gd name="connsiteX1" fmla="*/ 6390 w 124603"/>
                <a:gd name="connsiteY1" fmla="*/ 0 h 12767"/>
                <a:gd name="connsiteX2" fmla="*/ 0 w 124603"/>
                <a:gd name="connsiteY2" fmla="*/ 6384 h 12767"/>
                <a:gd name="connsiteX3" fmla="*/ 6390 w 124603"/>
                <a:gd name="connsiteY3" fmla="*/ 12768 h 12767"/>
                <a:gd name="connsiteX4" fmla="*/ 118214 w 124603"/>
                <a:gd name="connsiteY4" fmla="*/ 12768 h 12767"/>
                <a:gd name="connsiteX5" fmla="*/ 124604 w 124603"/>
                <a:gd name="connsiteY5" fmla="*/ 6384 h 12767"/>
                <a:gd name="connsiteX6" fmla="*/ 118853 w 124603"/>
                <a:gd name="connsiteY6" fmla="*/ 0 h 12767"/>
                <a:gd name="connsiteX7" fmla="*/ 118853 w 124603"/>
                <a:gd name="connsiteY7" fmla="*/ 0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4603" h="12767">
                  <a:moveTo>
                    <a:pt x="118853" y="0"/>
                  </a:moveTo>
                  <a:lnTo>
                    <a:pt x="6390" y="0"/>
                  </a:lnTo>
                  <a:cubicBezTo>
                    <a:pt x="2556" y="0"/>
                    <a:pt x="0" y="2554"/>
                    <a:pt x="0" y="6384"/>
                  </a:cubicBezTo>
                  <a:cubicBezTo>
                    <a:pt x="0" y="10214"/>
                    <a:pt x="2556" y="12768"/>
                    <a:pt x="6390" y="12768"/>
                  </a:cubicBezTo>
                  <a:lnTo>
                    <a:pt x="118214" y="12768"/>
                  </a:lnTo>
                  <a:cubicBezTo>
                    <a:pt x="122048" y="12768"/>
                    <a:pt x="124604" y="10214"/>
                    <a:pt x="124604" y="6384"/>
                  </a:cubicBezTo>
                  <a:cubicBezTo>
                    <a:pt x="124604" y="2554"/>
                    <a:pt x="122687" y="0"/>
                    <a:pt x="118853" y="0"/>
                  </a:cubicBezTo>
                  <a:lnTo>
                    <a:pt x="118853" y="0"/>
                  </a:lnTo>
                  <a:close/>
                </a:path>
              </a:pathLst>
            </a:custGeom>
            <a:grpFill/>
            <a:ln w="6390" cap="flat">
              <a:noFill/>
              <a:prstDash val="solid"/>
              <a:miter/>
            </a:ln>
          </p:spPr>
          <p:txBody>
            <a:bodyPr rtlCol="0" anchor="ctr"/>
            <a:lstStyle/>
            <a:p>
              <a:endParaRPr lang="en-US"/>
            </a:p>
          </p:txBody>
        </p:sp>
        <p:sp>
          <p:nvSpPr>
            <p:cNvPr id="189" name="Graphic 4">
              <a:extLst>
                <a:ext uri="{FF2B5EF4-FFF2-40B4-BE49-F238E27FC236}">
                  <a16:creationId xmlns:a16="http://schemas.microsoft.com/office/drawing/2014/main" id="{8C957019-61BA-6F98-35F2-F4BC6CAC902C}"/>
                </a:ext>
              </a:extLst>
            </p:cNvPr>
            <p:cNvSpPr/>
            <p:nvPr/>
          </p:nvSpPr>
          <p:spPr>
            <a:xfrm>
              <a:off x="2647350" y="2451611"/>
              <a:ext cx="78045" cy="63839"/>
            </a:xfrm>
            <a:custGeom>
              <a:avLst/>
              <a:gdLst>
                <a:gd name="connsiteX0" fmla="*/ 15975 w 78045"/>
                <a:gd name="connsiteY0" fmla="*/ 63840 h 63839"/>
                <a:gd name="connsiteX1" fmla="*/ 39618 w 78045"/>
                <a:gd name="connsiteY1" fmla="*/ 63840 h 63839"/>
                <a:gd name="connsiteX2" fmla="*/ 55593 w 78045"/>
                <a:gd name="connsiteY2" fmla="*/ 47880 h 63839"/>
                <a:gd name="connsiteX3" fmla="*/ 55593 w 78045"/>
                <a:gd name="connsiteY3" fmla="*/ 30005 h 63839"/>
                <a:gd name="connsiteX4" fmla="*/ 76040 w 78045"/>
                <a:gd name="connsiteY4" fmla="*/ 10853 h 63839"/>
                <a:gd name="connsiteX5" fmla="*/ 76679 w 78045"/>
                <a:gd name="connsiteY5" fmla="*/ 1915 h 63839"/>
                <a:gd name="connsiteX6" fmla="*/ 76679 w 78045"/>
                <a:gd name="connsiteY6" fmla="*/ 1915 h 63839"/>
                <a:gd name="connsiteX7" fmla="*/ 67733 w 78045"/>
                <a:gd name="connsiteY7" fmla="*/ 1915 h 63839"/>
                <a:gd name="connsiteX8" fmla="*/ 51759 w 78045"/>
                <a:gd name="connsiteY8" fmla="*/ 16598 h 63839"/>
                <a:gd name="connsiteX9" fmla="*/ 39618 w 78045"/>
                <a:gd name="connsiteY9" fmla="*/ 10853 h 63839"/>
                <a:gd name="connsiteX10" fmla="*/ 15975 w 78045"/>
                <a:gd name="connsiteY10" fmla="*/ 10853 h 63839"/>
                <a:gd name="connsiteX11" fmla="*/ 0 w 78045"/>
                <a:gd name="connsiteY11" fmla="*/ 26813 h 63839"/>
                <a:gd name="connsiteX12" fmla="*/ 0 w 78045"/>
                <a:gd name="connsiteY12" fmla="*/ 48518 h 63839"/>
                <a:gd name="connsiteX13" fmla="*/ 15975 w 78045"/>
                <a:gd name="connsiteY13" fmla="*/ 63840 h 63839"/>
                <a:gd name="connsiteX14" fmla="*/ 15975 w 78045"/>
                <a:gd name="connsiteY14" fmla="*/ 63840 h 63839"/>
                <a:gd name="connsiteX15" fmla="*/ 42813 w 78045"/>
                <a:gd name="connsiteY15" fmla="*/ 47880 h 63839"/>
                <a:gd name="connsiteX16" fmla="*/ 39618 w 78045"/>
                <a:gd name="connsiteY16" fmla="*/ 51072 h 63839"/>
                <a:gd name="connsiteX17" fmla="*/ 15975 w 78045"/>
                <a:gd name="connsiteY17" fmla="*/ 51072 h 63839"/>
                <a:gd name="connsiteX18" fmla="*/ 12780 w 78045"/>
                <a:gd name="connsiteY18" fmla="*/ 47880 h 63839"/>
                <a:gd name="connsiteX19" fmla="*/ 12780 w 78045"/>
                <a:gd name="connsiteY19" fmla="*/ 37027 h 63839"/>
                <a:gd name="connsiteX20" fmla="*/ 25560 w 78045"/>
                <a:gd name="connsiteY20" fmla="*/ 49157 h 63839"/>
                <a:gd name="connsiteX21" fmla="*/ 30033 w 78045"/>
                <a:gd name="connsiteY21" fmla="*/ 51072 h 63839"/>
                <a:gd name="connsiteX22" fmla="*/ 34506 w 78045"/>
                <a:gd name="connsiteY22" fmla="*/ 49157 h 63839"/>
                <a:gd name="connsiteX23" fmla="*/ 42174 w 78045"/>
                <a:gd name="connsiteY23" fmla="*/ 42134 h 63839"/>
                <a:gd name="connsiteX24" fmla="*/ 42174 w 78045"/>
                <a:gd name="connsiteY24" fmla="*/ 47880 h 63839"/>
                <a:gd name="connsiteX25" fmla="*/ 15975 w 78045"/>
                <a:gd name="connsiteY25" fmla="*/ 23621 h 63839"/>
                <a:gd name="connsiteX26" fmla="*/ 39618 w 78045"/>
                <a:gd name="connsiteY26" fmla="*/ 23621 h 63839"/>
                <a:gd name="connsiteX27" fmla="*/ 42174 w 78045"/>
                <a:gd name="connsiteY27" fmla="*/ 24897 h 63839"/>
                <a:gd name="connsiteX28" fmla="*/ 30672 w 78045"/>
                <a:gd name="connsiteY28" fmla="*/ 35750 h 63839"/>
                <a:gd name="connsiteX29" fmla="*/ 21087 w 78045"/>
                <a:gd name="connsiteY29" fmla="*/ 26813 h 63839"/>
                <a:gd name="connsiteX30" fmla="*/ 13419 w 78045"/>
                <a:gd name="connsiteY30" fmla="*/ 26174 h 63839"/>
                <a:gd name="connsiteX31" fmla="*/ 13419 w 78045"/>
                <a:gd name="connsiteY31" fmla="*/ 26174 h 63839"/>
                <a:gd name="connsiteX32" fmla="*/ 15975 w 78045"/>
                <a:gd name="connsiteY32" fmla="*/ 23621 h 63839"/>
                <a:gd name="connsiteX33" fmla="*/ 15975 w 78045"/>
                <a:gd name="connsiteY33" fmla="*/ 23621 h 63839"/>
                <a:gd name="connsiteX34" fmla="*/ 15975 w 78045"/>
                <a:gd name="connsiteY34" fmla="*/ 23621 h 63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8045" h="63839">
                  <a:moveTo>
                    <a:pt x="15975" y="63840"/>
                  </a:moveTo>
                  <a:lnTo>
                    <a:pt x="39618" y="63840"/>
                  </a:lnTo>
                  <a:cubicBezTo>
                    <a:pt x="48564" y="63840"/>
                    <a:pt x="55593" y="56817"/>
                    <a:pt x="55593" y="47880"/>
                  </a:cubicBezTo>
                  <a:lnTo>
                    <a:pt x="55593" y="30005"/>
                  </a:lnTo>
                  <a:lnTo>
                    <a:pt x="76040" y="10853"/>
                  </a:lnTo>
                  <a:cubicBezTo>
                    <a:pt x="78596" y="8299"/>
                    <a:pt x="78596" y="4469"/>
                    <a:pt x="76679" y="1915"/>
                  </a:cubicBezTo>
                  <a:cubicBezTo>
                    <a:pt x="76679" y="1915"/>
                    <a:pt x="76679" y="1915"/>
                    <a:pt x="76679" y="1915"/>
                  </a:cubicBezTo>
                  <a:cubicBezTo>
                    <a:pt x="74123" y="-638"/>
                    <a:pt x="70289" y="-638"/>
                    <a:pt x="67733" y="1915"/>
                  </a:cubicBezTo>
                  <a:lnTo>
                    <a:pt x="51759" y="16598"/>
                  </a:lnTo>
                  <a:cubicBezTo>
                    <a:pt x="48564" y="12768"/>
                    <a:pt x="44730" y="10853"/>
                    <a:pt x="39618" y="10853"/>
                  </a:cubicBezTo>
                  <a:lnTo>
                    <a:pt x="15975" y="10853"/>
                  </a:lnTo>
                  <a:cubicBezTo>
                    <a:pt x="7029" y="10853"/>
                    <a:pt x="0" y="17875"/>
                    <a:pt x="0" y="26813"/>
                  </a:cubicBezTo>
                  <a:lnTo>
                    <a:pt x="0" y="48518"/>
                  </a:lnTo>
                  <a:cubicBezTo>
                    <a:pt x="639" y="56817"/>
                    <a:pt x="7668" y="63840"/>
                    <a:pt x="15975" y="63840"/>
                  </a:cubicBezTo>
                  <a:lnTo>
                    <a:pt x="15975" y="63840"/>
                  </a:lnTo>
                  <a:close/>
                  <a:moveTo>
                    <a:pt x="42813" y="47880"/>
                  </a:moveTo>
                  <a:cubicBezTo>
                    <a:pt x="42813" y="49795"/>
                    <a:pt x="41535" y="51072"/>
                    <a:pt x="39618" y="51072"/>
                  </a:cubicBezTo>
                  <a:lnTo>
                    <a:pt x="15975" y="51072"/>
                  </a:lnTo>
                  <a:cubicBezTo>
                    <a:pt x="14058" y="51072"/>
                    <a:pt x="12780" y="49795"/>
                    <a:pt x="12780" y="47880"/>
                  </a:cubicBezTo>
                  <a:lnTo>
                    <a:pt x="12780" y="37027"/>
                  </a:lnTo>
                  <a:lnTo>
                    <a:pt x="25560" y="49157"/>
                  </a:lnTo>
                  <a:cubicBezTo>
                    <a:pt x="26838" y="50433"/>
                    <a:pt x="28116" y="51072"/>
                    <a:pt x="30033" y="51072"/>
                  </a:cubicBezTo>
                  <a:cubicBezTo>
                    <a:pt x="31950" y="51072"/>
                    <a:pt x="33228" y="50433"/>
                    <a:pt x="34506" y="49157"/>
                  </a:cubicBezTo>
                  <a:lnTo>
                    <a:pt x="42174" y="42134"/>
                  </a:lnTo>
                  <a:lnTo>
                    <a:pt x="42174" y="47880"/>
                  </a:lnTo>
                  <a:close/>
                  <a:moveTo>
                    <a:pt x="15975" y="23621"/>
                  </a:moveTo>
                  <a:lnTo>
                    <a:pt x="39618" y="23621"/>
                  </a:lnTo>
                  <a:cubicBezTo>
                    <a:pt x="40896" y="23621"/>
                    <a:pt x="41535" y="24259"/>
                    <a:pt x="42174" y="24897"/>
                  </a:cubicBezTo>
                  <a:lnTo>
                    <a:pt x="30672" y="35750"/>
                  </a:lnTo>
                  <a:lnTo>
                    <a:pt x="21087" y="26813"/>
                  </a:lnTo>
                  <a:cubicBezTo>
                    <a:pt x="19170" y="24897"/>
                    <a:pt x="15336" y="24897"/>
                    <a:pt x="13419" y="26174"/>
                  </a:cubicBezTo>
                  <a:lnTo>
                    <a:pt x="13419" y="26174"/>
                  </a:lnTo>
                  <a:cubicBezTo>
                    <a:pt x="13419" y="24897"/>
                    <a:pt x="14697" y="23621"/>
                    <a:pt x="15975" y="23621"/>
                  </a:cubicBezTo>
                  <a:cubicBezTo>
                    <a:pt x="15975" y="23621"/>
                    <a:pt x="15975" y="23621"/>
                    <a:pt x="15975" y="23621"/>
                  </a:cubicBezTo>
                  <a:lnTo>
                    <a:pt x="15975" y="23621"/>
                  </a:lnTo>
                  <a:close/>
                </a:path>
              </a:pathLst>
            </a:custGeom>
            <a:grpFill/>
            <a:ln w="6390" cap="flat">
              <a:noFill/>
              <a:prstDash val="solid"/>
              <a:miter/>
            </a:ln>
          </p:spPr>
          <p:txBody>
            <a:bodyPr rtlCol="0" anchor="ctr"/>
            <a:lstStyle/>
            <a:p>
              <a:endParaRPr lang="en-US"/>
            </a:p>
          </p:txBody>
        </p:sp>
        <p:sp>
          <p:nvSpPr>
            <p:cNvPr id="190" name="Graphic 4">
              <a:extLst>
                <a:ext uri="{FF2B5EF4-FFF2-40B4-BE49-F238E27FC236}">
                  <a16:creationId xmlns:a16="http://schemas.microsoft.com/office/drawing/2014/main" id="{559199F6-D714-E3AC-680D-890DCC7E9ED7}"/>
                </a:ext>
              </a:extLst>
            </p:cNvPr>
            <p:cNvSpPr/>
            <p:nvPr/>
          </p:nvSpPr>
          <p:spPr>
            <a:xfrm>
              <a:off x="2647350" y="2519832"/>
              <a:ext cx="78045" cy="63928"/>
            </a:xfrm>
            <a:custGeom>
              <a:avLst/>
              <a:gdLst>
                <a:gd name="connsiteX0" fmla="*/ 15975 w 78045"/>
                <a:gd name="connsiteY0" fmla="*/ 63928 h 63928"/>
                <a:gd name="connsiteX1" fmla="*/ 39618 w 78045"/>
                <a:gd name="connsiteY1" fmla="*/ 63928 h 63928"/>
                <a:gd name="connsiteX2" fmla="*/ 55593 w 78045"/>
                <a:gd name="connsiteY2" fmla="*/ 47968 h 63928"/>
                <a:gd name="connsiteX3" fmla="*/ 55593 w 78045"/>
                <a:gd name="connsiteY3" fmla="*/ 30093 h 63928"/>
                <a:gd name="connsiteX4" fmla="*/ 76040 w 78045"/>
                <a:gd name="connsiteY4" fmla="*/ 10941 h 63928"/>
                <a:gd name="connsiteX5" fmla="*/ 76679 w 78045"/>
                <a:gd name="connsiteY5" fmla="*/ 2004 h 63928"/>
                <a:gd name="connsiteX6" fmla="*/ 67733 w 78045"/>
                <a:gd name="connsiteY6" fmla="*/ 1365 h 63928"/>
                <a:gd name="connsiteX7" fmla="*/ 67733 w 78045"/>
                <a:gd name="connsiteY7" fmla="*/ 1365 h 63928"/>
                <a:gd name="connsiteX8" fmla="*/ 51759 w 78045"/>
                <a:gd name="connsiteY8" fmla="*/ 16048 h 63928"/>
                <a:gd name="connsiteX9" fmla="*/ 39618 w 78045"/>
                <a:gd name="connsiteY9" fmla="*/ 10303 h 63928"/>
                <a:gd name="connsiteX10" fmla="*/ 15975 w 78045"/>
                <a:gd name="connsiteY10" fmla="*/ 10303 h 63928"/>
                <a:gd name="connsiteX11" fmla="*/ 0 w 78045"/>
                <a:gd name="connsiteY11" fmla="*/ 26263 h 63928"/>
                <a:gd name="connsiteX12" fmla="*/ 0 w 78045"/>
                <a:gd name="connsiteY12" fmla="*/ 47968 h 63928"/>
                <a:gd name="connsiteX13" fmla="*/ 15975 w 78045"/>
                <a:gd name="connsiteY13" fmla="*/ 63928 h 63928"/>
                <a:gd name="connsiteX14" fmla="*/ 42813 w 78045"/>
                <a:gd name="connsiteY14" fmla="*/ 48607 h 63928"/>
                <a:gd name="connsiteX15" fmla="*/ 39618 w 78045"/>
                <a:gd name="connsiteY15" fmla="*/ 51799 h 63928"/>
                <a:gd name="connsiteX16" fmla="*/ 15975 w 78045"/>
                <a:gd name="connsiteY16" fmla="*/ 51799 h 63928"/>
                <a:gd name="connsiteX17" fmla="*/ 12780 w 78045"/>
                <a:gd name="connsiteY17" fmla="*/ 48607 h 63928"/>
                <a:gd name="connsiteX18" fmla="*/ 12780 w 78045"/>
                <a:gd name="connsiteY18" fmla="*/ 37754 h 63928"/>
                <a:gd name="connsiteX19" fmla="*/ 25560 w 78045"/>
                <a:gd name="connsiteY19" fmla="*/ 49883 h 63928"/>
                <a:gd name="connsiteX20" fmla="*/ 34506 w 78045"/>
                <a:gd name="connsiteY20" fmla="*/ 49883 h 63928"/>
                <a:gd name="connsiteX21" fmla="*/ 42174 w 78045"/>
                <a:gd name="connsiteY21" fmla="*/ 42861 h 63928"/>
                <a:gd name="connsiteX22" fmla="*/ 42813 w 78045"/>
                <a:gd name="connsiteY22" fmla="*/ 48607 h 63928"/>
                <a:gd name="connsiteX23" fmla="*/ 15975 w 78045"/>
                <a:gd name="connsiteY23" fmla="*/ 23709 h 63928"/>
                <a:gd name="connsiteX24" fmla="*/ 39618 w 78045"/>
                <a:gd name="connsiteY24" fmla="*/ 23709 h 63928"/>
                <a:gd name="connsiteX25" fmla="*/ 42174 w 78045"/>
                <a:gd name="connsiteY25" fmla="*/ 24986 h 63928"/>
                <a:gd name="connsiteX26" fmla="*/ 30033 w 78045"/>
                <a:gd name="connsiteY26" fmla="*/ 35839 h 63928"/>
                <a:gd name="connsiteX27" fmla="*/ 20448 w 78045"/>
                <a:gd name="connsiteY27" fmla="*/ 26901 h 63928"/>
                <a:gd name="connsiteX28" fmla="*/ 12780 w 78045"/>
                <a:gd name="connsiteY28" fmla="*/ 26263 h 63928"/>
                <a:gd name="connsiteX29" fmla="*/ 12780 w 78045"/>
                <a:gd name="connsiteY29" fmla="*/ 26263 h 63928"/>
                <a:gd name="connsiteX30" fmla="*/ 15975 w 78045"/>
                <a:gd name="connsiteY30" fmla="*/ 23709 h 63928"/>
                <a:gd name="connsiteX31" fmla="*/ 15975 w 78045"/>
                <a:gd name="connsiteY31" fmla="*/ 23709 h 63928"/>
                <a:gd name="connsiteX32" fmla="*/ 15975 w 78045"/>
                <a:gd name="connsiteY32" fmla="*/ 23709 h 63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78045" h="63928">
                  <a:moveTo>
                    <a:pt x="15975" y="63928"/>
                  </a:moveTo>
                  <a:lnTo>
                    <a:pt x="39618" y="63928"/>
                  </a:lnTo>
                  <a:cubicBezTo>
                    <a:pt x="48564" y="63928"/>
                    <a:pt x="55593" y="56906"/>
                    <a:pt x="55593" y="47968"/>
                  </a:cubicBezTo>
                  <a:lnTo>
                    <a:pt x="55593" y="30093"/>
                  </a:lnTo>
                  <a:lnTo>
                    <a:pt x="76040" y="10941"/>
                  </a:lnTo>
                  <a:cubicBezTo>
                    <a:pt x="78596" y="8388"/>
                    <a:pt x="78596" y="4557"/>
                    <a:pt x="76679" y="2004"/>
                  </a:cubicBezTo>
                  <a:cubicBezTo>
                    <a:pt x="74123" y="-550"/>
                    <a:pt x="70289" y="-550"/>
                    <a:pt x="67733" y="1365"/>
                  </a:cubicBezTo>
                  <a:lnTo>
                    <a:pt x="67733" y="1365"/>
                  </a:lnTo>
                  <a:lnTo>
                    <a:pt x="51759" y="16048"/>
                  </a:lnTo>
                  <a:cubicBezTo>
                    <a:pt x="48564" y="12218"/>
                    <a:pt x="44730" y="10303"/>
                    <a:pt x="39618" y="10303"/>
                  </a:cubicBezTo>
                  <a:lnTo>
                    <a:pt x="15975" y="10303"/>
                  </a:lnTo>
                  <a:cubicBezTo>
                    <a:pt x="7029" y="10303"/>
                    <a:pt x="0" y="17325"/>
                    <a:pt x="0" y="26263"/>
                  </a:cubicBezTo>
                  <a:lnTo>
                    <a:pt x="0" y="47968"/>
                  </a:lnTo>
                  <a:cubicBezTo>
                    <a:pt x="639" y="56906"/>
                    <a:pt x="7668" y="63928"/>
                    <a:pt x="15975" y="63928"/>
                  </a:cubicBezTo>
                  <a:close/>
                  <a:moveTo>
                    <a:pt x="42813" y="48607"/>
                  </a:moveTo>
                  <a:cubicBezTo>
                    <a:pt x="42813" y="50522"/>
                    <a:pt x="41535" y="51799"/>
                    <a:pt x="39618" y="51799"/>
                  </a:cubicBezTo>
                  <a:lnTo>
                    <a:pt x="15975" y="51799"/>
                  </a:lnTo>
                  <a:cubicBezTo>
                    <a:pt x="14058" y="51799"/>
                    <a:pt x="12780" y="50522"/>
                    <a:pt x="12780" y="48607"/>
                  </a:cubicBezTo>
                  <a:lnTo>
                    <a:pt x="12780" y="37754"/>
                  </a:lnTo>
                  <a:lnTo>
                    <a:pt x="25560" y="49883"/>
                  </a:lnTo>
                  <a:cubicBezTo>
                    <a:pt x="28116" y="51799"/>
                    <a:pt x="31950" y="51799"/>
                    <a:pt x="34506" y="49883"/>
                  </a:cubicBezTo>
                  <a:lnTo>
                    <a:pt x="42174" y="42861"/>
                  </a:lnTo>
                  <a:lnTo>
                    <a:pt x="42813" y="48607"/>
                  </a:lnTo>
                  <a:close/>
                  <a:moveTo>
                    <a:pt x="15975" y="23709"/>
                  </a:moveTo>
                  <a:lnTo>
                    <a:pt x="39618" y="23709"/>
                  </a:lnTo>
                  <a:cubicBezTo>
                    <a:pt x="40896" y="23709"/>
                    <a:pt x="41535" y="24347"/>
                    <a:pt x="42174" y="24986"/>
                  </a:cubicBezTo>
                  <a:lnTo>
                    <a:pt x="30033" y="35839"/>
                  </a:lnTo>
                  <a:lnTo>
                    <a:pt x="20448" y="26901"/>
                  </a:lnTo>
                  <a:cubicBezTo>
                    <a:pt x="18531" y="24986"/>
                    <a:pt x="14697" y="24986"/>
                    <a:pt x="12780" y="26263"/>
                  </a:cubicBezTo>
                  <a:lnTo>
                    <a:pt x="12780" y="26263"/>
                  </a:lnTo>
                  <a:cubicBezTo>
                    <a:pt x="12780" y="25624"/>
                    <a:pt x="14058" y="23709"/>
                    <a:pt x="15975" y="23709"/>
                  </a:cubicBezTo>
                  <a:cubicBezTo>
                    <a:pt x="15975" y="23709"/>
                    <a:pt x="15975" y="23709"/>
                    <a:pt x="15975" y="23709"/>
                  </a:cubicBezTo>
                  <a:lnTo>
                    <a:pt x="15975" y="23709"/>
                  </a:lnTo>
                  <a:close/>
                </a:path>
              </a:pathLst>
            </a:custGeom>
            <a:grpFill/>
            <a:ln w="6390" cap="flat">
              <a:noFill/>
              <a:prstDash val="solid"/>
              <a:miter/>
            </a:ln>
          </p:spPr>
          <p:txBody>
            <a:bodyPr rtlCol="0" anchor="ctr"/>
            <a:lstStyle/>
            <a:p>
              <a:endParaRPr lang="en-US"/>
            </a:p>
          </p:txBody>
        </p:sp>
        <p:sp>
          <p:nvSpPr>
            <p:cNvPr id="191" name="Graphic 4">
              <a:extLst>
                <a:ext uri="{FF2B5EF4-FFF2-40B4-BE49-F238E27FC236}">
                  <a16:creationId xmlns:a16="http://schemas.microsoft.com/office/drawing/2014/main" id="{01F377A0-156D-09EA-BE9C-BBC06EF313D4}"/>
                </a:ext>
              </a:extLst>
            </p:cNvPr>
            <p:cNvSpPr/>
            <p:nvPr/>
          </p:nvSpPr>
          <p:spPr>
            <a:xfrm>
              <a:off x="2647350" y="2588779"/>
              <a:ext cx="78045" cy="63928"/>
            </a:xfrm>
            <a:custGeom>
              <a:avLst/>
              <a:gdLst>
                <a:gd name="connsiteX0" fmla="*/ 76040 w 78045"/>
                <a:gd name="connsiteY0" fmla="*/ 10941 h 63928"/>
                <a:gd name="connsiteX1" fmla="*/ 76679 w 78045"/>
                <a:gd name="connsiteY1" fmla="*/ 2004 h 63928"/>
                <a:gd name="connsiteX2" fmla="*/ 67733 w 78045"/>
                <a:gd name="connsiteY2" fmla="*/ 1365 h 63928"/>
                <a:gd name="connsiteX3" fmla="*/ 67733 w 78045"/>
                <a:gd name="connsiteY3" fmla="*/ 1365 h 63928"/>
                <a:gd name="connsiteX4" fmla="*/ 51759 w 78045"/>
                <a:gd name="connsiteY4" fmla="*/ 16048 h 63928"/>
                <a:gd name="connsiteX5" fmla="*/ 39618 w 78045"/>
                <a:gd name="connsiteY5" fmla="*/ 10303 h 63928"/>
                <a:gd name="connsiteX6" fmla="*/ 15975 w 78045"/>
                <a:gd name="connsiteY6" fmla="*/ 10303 h 63928"/>
                <a:gd name="connsiteX7" fmla="*/ 0 w 78045"/>
                <a:gd name="connsiteY7" fmla="*/ 26263 h 63928"/>
                <a:gd name="connsiteX8" fmla="*/ 0 w 78045"/>
                <a:gd name="connsiteY8" fmla="*/ 47968 h 63928"/>
                <a:gd name="connsiteX9" fmla="*/ 15975 w 78045"/>
                <a:gd name="connsiteY9" fmla="*/ 63928 h 63928"/>
                <a:gd name="connsiteX10" fmla="*/ 39618 w 78045"/>
                <a:gd name="connsiteY10" fmla="*/ 63928 h 63928"/>
                <a:gd name="connsiteX11" fmla="*/ 55593 w 78045"/>
                <a:gd name="connsiteY11" fmla="*/ 47968 h 63928"/>
                <a:gd name="connsiteX12" fmla="*/ 55593 w 78045"/>
                <a:gd name="connsiteY12" fmla="*/ 30093 h 63928"/>
                <a:gd name="connsiteX13" fmla="*/ 76040 w 78045"/>
                <a:gd name="connsiteY13" fmla="*/ 10941 h 63928"/>
                <a:gd name="connsiteX14" fmla="*/ 15975 w 78045"/>
                <a:gd name="connsiteY14" fmla="*/ 23071 h 63928"/>
                <a:gd name="connsiteX15" fmla="*/ 39618 w 78045"/>
                <a:gd name="connsiteY15" fmla="*/ 23071 h 63928"/>
                <a:gd name="connsiteX16" fmla="*/ 42174 w 78045"/>
                <a:gd name="connsiteY16" fmla="*/ 24348 h 63928"/>
                <a:gd name="connsiteX17" fmla="*/ 30033 w 78045"/>
                <a:gd name="connsiteY17" fmla="*/ 35200 h 63928"/>
                <a:gd name="connsiteX18" fmla="*/ 20448 w 78045"/>
                <a:gd name="connsiteY18" fmla="*/ 26263 h 63928"/>
                <a:gd name="connsiteX19" fmla="*/ 12780 w 78045"/>
                <a:gd name="connsiteY19" fmla="*/ 25624 h 63928"/>
                <a:gd name="connsiteX20" fmla="*/ 12780 w 78045"/>
                <a:gd name="connsiteY20" fmla="*/ 25624 h 63928"/>
                <a:gd name="connsiteX21" fmla="*/ 15975 w 78045"/>
                <a:gd name="connsiteY21" fmla="*/ 23071 h 63928"/>
                <a:gd name="connsiteX22" fmla="*/ 15975 w 78045"/>
                <a:gd name="connsiteY22" fmla="*/ 23071 h 63928"/>
                <a:gd name="connsiteX23" fmla="*/ 42813 w 78045"/>
                <a:gd name="connsiteY23" fmla="*/ 47968 h 63928"/>
                <a:gd name="connsiteX24" fmla="*/ 39618 w 78045"/>
                <a:gd name="connsiteY24" fmla="*/ 51160 h 63928"/>
                <a:gd name="connsiteX25" fmla="*/ 15975 w 78045"/>
                <a:gd name="connsiteY25" fmla="*/ 51160 h 63928"/>
                <a:gd name="connsiteX26" fmla="*/ 12780 w 78045"/>
                <a:gd name="connsiteY26" fmla="*/ 47968 h 63928"/>
                <a:gd name="connsiteX27" fmla="*/ 12780 w 78045"/>
                <a:gd name="connsiteY27" fmla="*/ 37116 h 63928"/>
                <a:gd name="connsiteX28" fmla="*/ 25560 w 78045"/>
                <a:gd name="connsiteY28" fmla="*/ 49245 h 63928"/>
                <a:gd name="connsiteX29" fmla="*/ 34506 w 78045"/>
                <a:gd name="connsiteY29" fmla="*/ 49245 h 63928"/>
                <a:gd name="connsiteX30" fmla="*/ 42174 w 78045"/>
                <a:gd name="connsiteY30" fmla="*/ 42223 h 63928"/>
                <a:gd name="connsiteX31" fmla="*/ 42813 w 78045"/>
                <a:gd name="connsiteY31" fmla="*/ 47968 h 63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78045" h="63928">
                  <a:moveTo>
                    <a:pt x="76040" y="10941"/>
                  </a:moveTo>
                  <a:cubicBezTo>
                    <a:pt x="78596" y="8388"/>
                    <a:pt x="78596" y="4557"/>
                    <a:pt x="76679" y="2004"/>
                  </a:cubicBezTo>
                  <a:cubicBezTo>
                    <a:pt x="74123" y="-550"/>
                    <a:pt x="70289" y="-550"/>
                    <a:pt x="67733" y="1365"/>
                  </a:cubicBezTo>
                  <a:lnTo>
                    <a:pt x="67733" y="1365"/>
                  </a:lnTo>
                  <a:lnTo>
                    <a:pt x="51759" y="16048"/>
                  </a:lnTo>
                  <a:cubicBezTo>
                    <a:pt x="48564" y="12218"/>
                    <a:pt x="44730" y="10303"/>
                    <a:pt x="39618" y="10303"/>
                  </a:cubicBezTo>
                  <a:lnTo>
                    <a:pt x="15975" y="10303"/>
                  </a:lnTo>
                  <a:cubicBezTo>
                    <a:pt x="7029" y="10303"/>
                    <a:pt x="0" y="17325"/>
                    <a:pt x="0" y="26263"/>
                  </a:cubicBezTo>
                  <a:lnTo>
                    <a:pt x="0" y="47968"/>
                  </a:lnTo>
                  <a:cubicBezTo>
                    <a:pt x="0" y="56906"/>
                    <a:pt x="7029" y="63928"/>
                    <a:pt x="15975" y="63928"/>
                  </a:cubicBezTo>
                  <a:lnTo>
                    <a:pt x="39618" y="63928"/>
                  </a:lnTo>
                  <a:cubicBezTo>
                    <a:pt x="48564" y="63928"/>
                    <a:pt x="55593" y="56906"/>
                    <a:pt x="55593" y="47968"/>
                  </a:cubicBezTo>
                  <a:lnTo>
                    <a:pt x="55593" y="30093"/>
                  </a:lnTo>
                  <a:lnTo>
                    <a:pt x="76040" y="10941"/>
                  </a:lnTo>
                  <a:close/>
                  <a:moveTo>
                    <a:pt x="15975" y="23071"/>
                  </a:moveTo>
                  <a:lnTo>
                    <a:pt x="39618" y="23071"/>
                  </a:lnTo>
                  <a:cubicBezTo>
                    <a:pt x="40896" y="23071"/>
                    <a:pt x="41535" y="23709"/>
                    <a:pt x="42174" y="24348"/>
                  </a:cubicBezTo>
                  <a:lnTo>
                    <a:pt x="30033" y="35200"/>
                  </a:lnTo>
                  <a:lnTo>
                    <a:pt x="20448" y="26263"/>
                  </a:lnTo>
                  <a:cubicBezTo>
                    <a:pt x="18531" y="24348"/>
                    <a:pt x="14697" y="24348"/>
                    <a:pt x="12780" y="25624"/>
                  </a:cubicBezTo>
                  <a:lnTo>
                    <a:pt x="12780" y="25624"/>
                  </a:lnTo>
                  <a:cubicBezTo>
                    <a:pt x="12780" y="24986"/>
                    <a:pt x="14058" y="23709"/>
                    <a:pt x="15975" y="23071"/>
                  </a:cubicBezTo>
                  <a:cubicBezTo>
                    <a:pt x="15975" y="23709"/>
                    <a:pt x="15975" y="23709"/>
                    <a:pt x="15975" y="23071"/>
                  </a:cubicBezTo>
                  <a:close/>
                  <a:moveTo>
                    <a:pt x="42813" y="47968"/>
                  </a:moveTo>
                  <a:cubicBezTo>
                    <a:pt x="42813" y="49884"/>
                    <a:pt x="41535" y="51160"/>
                    <a:pt x="39618" y="51160"/>
                  </a:cubicBezTo>
                  <a:lnTo>
                    <a:pt x="15975" y="51160"/>
                  </a:lnTo>
                  <a:cubicBezTo>
                    <a:pt x="14058" y="51160"/>
                    <a:pt x="12780" y="49884"/>
                    <a:pt x="12780" y="47968"/>
                  </a:cubicBezTo>
                  <a:lnTo>
                    <a:pt x="12780" y="37116"/>
                  </a:lnTo>
                  <a:lnTo>
                    <a:pt x="25560" y="49245"/>
                  </a:lnTo>
                  <a:cubicBezTo>
                    <a:pt x="28116" y="51160"/>
                    <a:pt x="31950" y="51160"/>
                    <a:pt x="34506" y="49245"/>
                  </a:cubicBezTo>
                  <a:lnTo>
                    <a:pt x="42174" y="42223"/>
                  </a:lnTo>
                  <a:lnTo>
                    <a:pt x="42813" y="47968"/>
                  </a:lnTo>
                  <a:close/>
                </a:path>
              </a:pathLst>
            </a:custGeom>
            <a:grpFill/>
            <a:ln w="6390" cap="flat">
              <a:noFill/>
              <a:prstDash val="solid"/>
              <a:miter/>
            </a:ln>
          </p:spPr>
          <p:txBody>
            <a:bodyPr rtlCol="0" anchor="ctr"/>
            <a:lstStyle/>
            <a:p>
              <a:endParaRPr lang="en-US"/>
            </a:p>
          </p:txBody>
        </p:sp>
      </p:grpSp>
      <p:grpSp>
        <p:nvGrpSpPr>
          <p:cNvPr id="192" name="Graphic 4">
            <a:extLst>
              <a:ext uri="{FF2B5EF4-FFF2-40B4-BE49-F238E27FC236}">
                <a16:creationId xmlns:a16="http://schemas.microsoft.com/office/drawing/2014/main" id="{9E9DB0E2-60AF-6ACD-644A-B1F6BDD186A2}"/>
              </a:ext>
            </a:extLst>
          </p:cNvPr>
          <p:cNvGrpSpPr>
            <a:grpSpLocks noChangeAspect="1"/>
          </p:cNvGrpSpPr>
          <p:nvPr/>
        </p:nvGrpSpPr>
        <p:grpSpPr>
          <a:xfrm>
            <a:off x="5538414" y="1361744"/>
            <a:ext cx="288268" cy="288000"/>
            <a:chOff x="1515054" y="1402723"/>
            <a:chExt cx="362309" cy="361971"/>
          </a:xfrm>
          <a:solidFill>
            <a:schemeClr val="bg1"/>
          </a:solidFill>
        </p:grpSpPr>
        <p:sp>
          <p:nvSpPr>
            <p:cNvPr id="193" name="Graphic 4">
              <a:extLst>
                <a:ext uri="{FF2B5EF4-FFF2-40B4-BE49-F238E27FC236}">
                  <a16:creationId xmlns:a16="http://schemas.microsoft.com/office/drawing/2014/main" id="{5A9BDC23-AE54-072B-31F5-A256BDB4ADC1}"/>
                </a:ext>
              </a:extLst>
            </p:cNvPr>
            <p:cNvSpPr/>
            <p:nvPr/>
          </p:nvSpPr>
          <p:spPr>
            <a:xfrm>
              <a:off x="1515054" y="1402723"/>
              <a:ext cx="362309" cy="361971"/>
            </a:xfrm>
            <a:custGeom>
              <a:avLst/>
              <a:gdLst>
                <a:gd name="connsiteX0" fmla="*/ 180835 w 362309"/>
                <a:gd name="connsiteY0" fmla="*/ 0 h 361971"/>
                <a:gd name="connsiteX1" fmla="*/ 0 w 362309"/>
                <a:gd name="connsiteY1" fmla="*/ 181305 h 361971"/>
                <a:gd name="connsiteX2" fmla="*/ 180835 w 362309"/>
                <a:gd name="connsiteY2" fmla="*/ 361972 h 361971"/>
                <a:gd name="connsiteX3" fmla="*/ 362309 w 362309"/>
                <a:gd name="connsiteY3" fmla="*/ 181305 h 361971"/>
                <a:gd name="connsiteX4" fmla="*/ 362309 w 362309"/>
                <a:gd name="connsiteY4" fmla="*/ 181305 h 361971"/>
                <a:gd name="connsiteX5" fmla="*/ 180835 w 362309"/>
                <a:gd name="connsiteY5" fmla="*/ 0 h 361971"/>
                <a:gd name="connsiteX6" fmla="*/ 180835 w 362309"/>
                <a:gd name="connsiteY6" fmla="*/ 0 h 361971"/>
                <a:gd name="connsiteX7" fmla="*/ 180835 w 362309"/>
                <a:gd name="connsiteY7" fmla="*/ 348565 h 361971"/>
                <a:gd name="connsiteX8" fmla="*/ 12780 w 362309"/>
                <a:gd name="connsiteY8" fmla="*/ 180028 h 361971"/>
                <a:gd name="connsiteX9" fmla="*/ 180835 w 362309"/>
                <a:gd name="connsiteY9" fmla="*/ 12130 h 361971"/>
                <a:gd name="connsiteX10" fmla="*/ 349529 w 362309"/>
                <a:gd name="connsiteY10" fmla="*/ 180028 h 361971"/>
                <a:gd name="connsiteX11" fmla="*/ 180835 w 362309"/>
                <a:gd name="connsiteY11" fmla="*/ 348565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62309" h="361971">
                  <a:moveTo>
                    <a:pt x="180835" y="0"/>
                  </a:moveTo>
                  <a:cubicBezTo>
                    <a:pt x="80513" y="0"/>
                    <a:pt x="0" y="81077"/>
                    <a:pt x="0" y="181305"/>
                  </a:cubicBezTo>
                  <a:cubicBezTo>
                    <a:pt x="0" y="281534"/>
                    <a:pt x="81152" y="361972"/>
                    <a:pt x="180835" y="361972"/>
                  </a:cubicBezTo>
                  <a:cubicBezTo>
                    <a:pt x="280518" y="361972"/>
                    <a:pt x="362309" y="280895"/>
                    <a:pt x="362309" y="181305"/>
                  </a:cubicBezTo>
                  <a:cubicBezTo>
                    <a:pt x="362309" y="181305"/>
                    <a:pt x="362309" y="181305"/>
                    <a:pt x="362309" y="181305"/>
                  </a:cubicBezTo>
                  <a:cubicBezTo>
                    <a:pt x="361670" y="80438"/>
                    <a:pt x="281157" y="0"/>
                    <a:pt x="180835" y="0"/>
                  </a:cubicBezTo>
                  <a:cubicBezTo>
                    <a:pt x="180835" y="0"/>
                    <a:pt x="180835" y="0"/>
                    <a:pt x="180835" y="0"/>
                  </a:cubicBezTo>
                  <a:close/>
                  <a:moveTo>
                    <a:pt x="180835" y="348565"/>
                  </a:moveTo>
                  <a:cubicBezTo>
                    <a:pt x="87542" y="348565"/>
                    <a:pt x="12780" y="273234"/>
                    <a:pt x="12780" y="180028"/>
                  </a:cubicBezTo>
                  <a:cubicBezTo>
                    <a:pt x="12780" y="86822"/>
                    <a:pt x="88181" y="12130"/>
                    <a:pt x="180835" y="12130"/>
                  </a:cubicBezTo>
                  <a:cubicBezTo>
                    <a:pt x="274128" y="12130"/>
                    <a:pt x="349529" y="87461"/>
                    <a:pt x="349529" y="180028"/>
                  </a:cubicBezTo>
                  <a:cubicBezTo>
                    <a:pt x="348891" y="273234"/>
                    <a:pt x="273489" y="348565"/>
                    <a:pt x="180835" y="348565"/>
                  </a:cubicBezTo>
                  <a:close/>
                </a:path>
              </a:pathLst>
            </a:custGeom>
            <a:grpFill/>
            <a:ln w="6390" cap="flat">
              <a:noFill/>
              <a:prstDash val="solid"/>
              <a:miter/>
            </a:ln>
          </p:spPr>
          <p:txBody>
            <a:bodyPr rtlCol="0" anchor="ctr"/>
            <a:lstStyle/>
            <a:p>
              <a:endParaRPr lang="en-US"/>
            </a:p>
          </p:txBody>
        </p:sp>
        <p:sp>
          <p:nvSpPr>
            <p:cNvPr id="194" name="Graphic 4">
              <a:extLst>
                <a:ext uri="{FF2B5EF4-FFF2-40B4-BE49-F238E27FC236}">
                  <a16:creationId xmlns:a16="http://schemas.microsoft.com/office/drawing/2014/main" id="{46DB48D3-1AB3-D9B7-C17E-81939E7CA21E}"/>
                </a:ext>
              </a:extLst>
            </p:cNvPr>
            <p:cNvSpPr/>
            <p:nvPr/>
          </p:nvSpPr>
          <p:spPr>
            <a:xfrm>
              <a:off x="1579592" y="1458902"/>
              <a:ext cx="232036" cy="222800"/>
            </a:xfrm>
            <a:custGeom>
              <a:avLst/>
              <a:gdLst>
                <a:gd name="connsiteX0" fmla="*/ 225565 w 232036"/>
                <a:gd name="connsiteY0" fmla="*/ 194711 h 222800"/>
                <a:gd name="connsiteX1" fmla="*/ 219175 w 232036"/>
                <a:gd name="connsiteY1" fmla="*/ 194711 h 222800"/>
                <a:gd name="connsiteX2" fmla="*/ 219175 w 232036"/>
                <a:gd name="connsiteY2" fmla="*/ 74054 h 222800"/>
                <a:gd name="connsiteX3" fmla="*/ 200644 w 232036"/>
                <a:gd name="connsiteY3" fmla="*/ 55541 h 222800"/>
                <a:gd name="connsiteX4" fmla="*/ 200644 w 232036"/>
                <a:gd name="connsiteY4" fmla="*/ 55541 h 222800"/>
                <a:gd name="connsiteX5" fmla="*/ 189781 w 232036"/>
                <a:gd name="connsiteY5" fmla="*/ 55541 h 222800"/>
                <a:gd name="connsiteX6" fmla="*/ 178279 w 232036"/>
                <a:gd name="connsiteY6" fmla="*/ 3830 h 222800"/>
                <a:gd name="connsiteX7" fmla="*/ 171889 w 232036"/>
                <a:gd name="connsiteY7" fmla="*/ 0 h 222800"/>
                <a:gd name="connsiteX8" fmla="*/ 93932 w 232036"/>
                <a:gd name="connsiteY8" fmla="*/ 54902 h 222800"/>
                <a:gd name="connsiteX9" fmla="*/ 31311 w 232036"/>
                <a:gd name="connsiteY9" fmla="*/ 54902 h 222800"/>
                <a:gd name="connsiteX10" fmla="*/ 12780 w 232036"/>
                <a:gd name="connsiteY10" fmla="*/ 73416 h 222800"/>
                <a:gd name="connsiteX11" fmla="*/ 12780 w 232036"/>
                <a:gd name="connsiteY11" fmla="*/ 73416 h 222800"/>
                <a:gd name="connsiteX12" fmla="*/ 12780 w 232036"/>
                <a:gd name="connsiteY12" fmla="*/ 194073 h 222800"/>
                <a:gd name="connsiteX13" fmla="*/ 6390 w 232036"/>
                <a:gd name="connsiteY13" fmla="*/ 194073 h 222800"/>
                <a:gd name="connsiteX14" fmla="*/ 0 w 232036"/>
                <a:gd name="connsiteY14" fmla="*/ 200457 h 222800"/>
                <a:gd name="connsiteX15" fmla="*/ 22365 w 232036"/>
                <a:gd name="connsiteY15" fmla="*/ 222801 h 222800"/>
                <a:gd name="connsiteX16" fmla="*/ 209590 w 232036"/>
                <a:gd name="connsiteY16" fmla="*/ 222801 h 222800"/>
                <a:gd name="connsiteX17" fmla="*/ 231955 w 232036"/>
                <a:gd name="connsiteY17" fmla="*/ 200457 h 222800"/>
                <a:gd name="connsiteX18" fmla="*/ 225565 w 232036"/>
                <a:gd name="connsiteY18" fmla="*/ 194711 h 222800"/>
                <a:gd name="connsiteX19" fmla="*/ 225565 w 232036"/>
                <a:gd name="connsiteY19" fmla="*/ 194711 h 222800"/>
                <a:gd name="connsiteX20" fmla="*/ 168694 w 232036"/>
                <a:gd name="connsiteY20" fmla="*/ 13406 h 222800"/>
                <a:gd name="connsiteX21" fmla="*/ 162304 w 232036"/>
                <a:gd name="connsiteY21" fmla="*/ 118104 h 222800"/>
                <a:gd name="connsiteX22" fmla="*/ 162304 w 232036"/>
                <a:gd name="connsiteY22" fmla="*/ 123849 h 222800"/>
                <a:gd name="connsiteX23" fmla="*/ 159110 w 232036"/>
                <a:gd name="connsiteY23" fmla="*/ 171729 h 222800"/>
                <a:gd name="connsiteX24" fmla="*/ 125882 w 232036"/>
                <a:gd name="connsiteY24" fmla="*/ 156408 h 222800"/>
                <a:gd name="connsiteX25" fmla="*/ 123326 w 232036"/>
                <a:gd name="connsiteY25" fmla="*/ 155769 h 222800"/>
                <a:gd name="connsiteX26" fmla="*/ 118214 w 232036"/>
                <a:gd name="connsiteY26" fmla="*/ 158323 h 222800"/>
                <a:gd name="connsiteX27" fmla="*/ 95849 w 232036"/>
                <a:gd name="connsiteY27" fmla="*/ 165345 h 222800"/>
                <a:gd name="connsiteX28" fmla="*/ 86264 w 232036"/>
                <a:gd name="connsiteY28" fmla="*/ 141724 h 222800"/>
                <a:gd name="connsiteX29" fmla="*/ 82430 w 232036"/>
                <a:gd name="connsiteY29" fmla="*/ 134702 h 222800"/>
                <a:gd name="connsiteX30" fmla="*/ 49842 w 232036"/>
                <a:gd name="connsiteY30" fmla="*/ 119381 h 222800"/>
                <a:gd name="connsiteX31" fmla="*/ 84986 w 232036"/>
                <a:gd name="connsiteY31" fmla="*/ 89376 h 222800"/>
                <a:gd name="connsiteX32" fmla="*/ 90737 w 232036"/>
                <a:gd name="connsiteY32" fmla="*/ 85545 h 222800"/>
                <a:gd name="connsiteX33" fmla="*/ 100322 w 232036"/>
                <a:gd name="connsiteY33" fmla="*/ 67032 h 222800"/>
                <a:gd name="connsiteX34" fmla="*/ 102878 w 232036"/>
                <a:gd name="connsiteY34" fmla="*/ 63201 h 222800"/>
                <a:gd name="connsiteX35" fmla="*/ 168694 w 232036"/>
                <a:gd name="connsiteY35" fmla="*/ 13406 h 222800"/>
                <a:gd name="connsiteX36" fmla="*/ 25560 w 232036"/>
                <a:gd name="connsiteY36" fmla="*/ 73416 h 222800"/>
                <a:gd name="connsiteX37" fmla="*/ 31311 w 232036"/>
                <a:gd name="connsiteY37" fmla="*/ 67670 h 222800"/>
                <a:gd name="connsiteX38" fmla="*/ 31311 w 232036"/>
                <a:gd name="connsiteY38" fmla="*/ 67670 h 222800"/>
                <a:gd name="connsiteX39" fmla="*/ 86264 w 232036"/>
                <a:gd name="connsiteY39" fmla="*/ 67670 h 222800"/>
                <a:gd name="connsiteX40" fmla="*/ 82430 w 232036"/>
                <a:gd name="connsiteY40" fmla="*/ 75969 h 222800"/>
                <a:gd name="connsiteX41" fmla="*/ 37701 w 232036"/>
                <a:gd name="connsiteY41" fmla="*/ 120657 h 222800"/>
                <a:gd name="connsiteX42" fmla="*/ 41535 w 232036"/>
                <a:gd name="connsiteY42" fmla="*/ 127680 h 222800"/>
                <a:gd name="connsiteX43" fmla="*/ 74762 w 232036"/>
                <a:gd name="connsiteY43" fmla="*/ 143640 h 222800"/>
                <a:gd name="connsiteX44" fmla="*/ 92015 w 232036"/>
                <a:gd name="connsiteY44" fmla="*/ 176198 h 222800"/>
                <a:gd name="connsiteX45" fmla="*/ 125882 w 232036"/>
                <a:gd name="connsiteY45" fmla="*/ 169176 h 222800"/>
                <a:gd name="connsiteX46" fmla="*/ 159749 w 232036"/>
                <a:gd name="connsiteY46" fmla="*/ 185135 h 222800"/>
                <a:gd name="connsiteX47" fmla="*/ 162304 w 232036"/>
                <a:gd name="connsiteY47" fmla="*/ 185774 h 222800"/>
                <a:gd name="connsiteX48" fmla="*/ 167416 w 232036"/>
                <a:gd name="connsiteY48" fmla="*/ 183220 h 222800"/>
                <a:gd name="connsiteX49" fmla="*/ 176362 w 232036"/>
                <a:gd name="connsiteY49" fmla="*/ 120657 h 222800"/>
                <a:gd name="connsiteX50" fmla="*/ 190420 w 232036"/>
                <a:gd name="connsiteY50" fmla="*/ 67670 h 222800"/>
                <a:gd name="connsiteX51" fmla="*/ 201922 w 232036"/>
                <a:gd name="connsiteY51" fmla="*/ 67670 h 222800"/>
                <a:gd name="connsiteX52" fmla="*/ 207673 w 232036"/>
                <a:gd name="connsiteY52" fmla="*/ 73416 h 222800"/>
                <a:gd name="connsiteX53" fmla="*/ 207673 w 232036"/>
                <a:gd name="connsiteY53" fmla="*/ 73416 h 222800"/>
                <a:gd name="connsiteX54" fmla="*/ 207673 w 232036"/>
                <a:gd name="connsiteY54" fmla="*/ 194073 h 222800"/>
                <a:gd name="connsiteX55" fmla="*/ 26838 w 232036"/>
                <a:gd name="connsiteY55" fmla="*/ 194073 h 222800"/>
                <a:gd name="connsiteX56" fmla="*/ 25560 w 232036"/>
                <a:gd name="connsiteY56" fmla="*/ 73416 h 222800"/>
                <a:gd name="connsiteX57" fmla="*/ 209590 w 232036"/>
                <a:gd name="connsiteY57" fmla="*/ 210033 h 222800"/>
                <a:gd name="connsiteX58" fmla="*/ 22365 w 232036"/>
                <a:gd name="connsiteY58" fmla="*/ 210033 h 222800"/>
                <a:gd name="connsiteX59" fmla="*/ 15336 w 232036"/>
                <a:gd name="connsiteY59" fmla="*/ 206841 h 222800"/>
                <a:gd name="connsiteX60" fmla="*/ 216619 w 232036"/>
                <a:gd name="connsiteY60" fmla="*/ 206841 h 222800"/>
                <a:gd name="connsiteX61" fmla="*/ 209590 w 232036"/>
                <a:gd name="connsiteY61" fmla="*/ 210033 h 222800"/>
                <a:gd name="connsiteX62" fmla="*/ 209590 w 232036"/>
                <a:gd name="connsiteY62" fmla="*/ 210033 h 222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232036" h="222800">
                  <a:moveTo>
                    <a:pt x="225565" y="194711"/>
                  </a:moveTo>
                  <a:lnTo>
                    <a:pt x="219175" y="194711"/>
                  </a:lnTo>
                  <a:lnTo>
                    <a:pt x="219175" y="74054"/>
                  </a:lnTo>
                  <a:cubicBezTo>
                    <a:pt x="219175" y="63840"/>
                    <a:pt x="210868" y="55541"/>
                    <a:pt x="200644" y="55541"/>
                  </a:cubicBezTo>
                  <a:cubicBezTo>
                    <a:pt x="200644" y="55541"/>
                    <a:pt x="200644" y="55541"/>
                    <a:pt x="200644" y="55541"/>
                  </a:cubicBezTo>
                  <a:lnTo>
                    <a:pt x="189781" y="55541"/>
                  </a:lnTo>
                  <a:cubicBezTo>
                    <a:pt x="189781" y="37666"/>
                    <a:pt x="185947" y="19790"/>
                    <a:pt x="178279" y="3830"/>
                  </a:cubicBezTo>
                  <a:cubicBezTo>
                    <a:pt x="177001" y="1277"/>
                    <a:pt x="174445" y="0"/>
                    <a:pt x="171889" y="0"/>
                  </a:cubicBezTo>
                  <a:cubicBezTo>
                    <a:pt x="169972" y="0"/>
                    <a:pt x="125882" y="5107"/>
                    <a:pt x="93932" y="54902"/>
                  </a:cubicBezTo>
                  <a:lnTo>
                    <a:pt x="31311" y="54902"/>
                  </a:lnTo>
                  <a:cubicBezTo>
                    <a:pt x="21087" y="54902"/>
                    <a:pt x="12780" y="63201"/>
                    <a:pt x="12780" y="73416"/>
                  </a:cubicBezTo>
                  <a:lnTo>
                    <a:pt x="12780" y="73416"/>
                  </a:lnTo>
                  <a:lnTo>
                    <a:pt x="12780" y="194073"/>
                  </a:lnTo>
                  <a:lnTo>
                    <a:pt x="6390" y="194073"/>
                  </a:lnTo>
                  <a:cubicBezTo>
                    <a:pt x="2556" y="194073"/>
                    <a:pt x="0" y="196627"/>
                    <a:pt x="0" y="200457"/>
                  </a:cubicBezTo>
                  <a:cubicBezTo>
                    <a:pt x="0" y="212587"/>
                    <a:pt x="10224" y="222801"/>
                    <a:pt x="22365" y="222801"/>
                  </a:cubicBezTo>
                  <a:lnTo>
                    <a:pt x="209590" y="222801"/>
                  </a:lnTo>
                  <a:cubicBezTo>
                    <a:pt x="221731" y="222801"/>
                    <a:pt x="231955" y="212587"/>
                    <a:pt x="231955" y="200457"/>
                  </a:cubicBezTo>
                  <a:cubicBezTo>
                    <a:pt x="232594" y="197265"/>
                    <a:pt x="229399" y="194711"/>
                    <a:pt x="225565" y="194711"/>
                  </a:cubicBezTo>
                  <a:cubicBezTo>
                    <a:pt x="226204" y="194711"/>
                    <a:pt x="226204" y="194711"/>
                    <a:pt x="225565" y="194711"/>
                  </a:cubicBezTo>
                  <a:close/>
                  <a:moveTo>
                    <a:pt x="168694" y="13406"/>
                  </a:moveTo>
                  <a:cubicBezTo>
                    <a:pt x="189781" y="62563"/>
                    <a:pt x="162944" y="117465"/>
                    <a:pt x="162304" y="118104"/>
                  </a:cubicBezTo>
                  <a:cubicBezTo>
                    <a:pt x="161665" y="120019"/>
                    <a:pt x="161665" y="121934"/>
                    <a:pt x="162304" y="123849"/>
                  </a:cubicBezTo>
                  <a:cubicBezTo>
                    <a:pt x="169333" y="139171"/>
                    <a:pt x="168055" y="157046"/>
                    <a:pt x="159110" y="171729"/>
                  </a:cubicBezTo>
                  <a:lnTo>
                    <a:pt x="125882" y="156408"/>
                  </a:lnTo>
                  <a:cubicBezTo>
                    <a:pt x="125243" y="155769"/>
                    <a:pt x="123965" y="155769"/>
                    <a:pt x="123326" y="155769"/>
                  </a:cubicBezTo>
                  <a:cubicBezTo>
                    <a:pt x="121409" y="155769"/>
                    <a:pt x="119492" y="156408"/>
                    <a:pt x="118214" y="158323"/>
                  </a:cubicBezTo>
                  <a:cubicBezTo>
                    <a:pt x="118214" y="158323"/>
                    <a:pt x="107990" y="170452"/>
                    <a:pt x="95849" y="165345"/>
                  </a:cubicBezTo>
                  <a:cubicBezTo>
                    <a:pt x="83708" y="160238"/>
                    <a:pt x="86264" y="141724"/>
                    <a:pt x="86264" y="141724"/>
                  </a:cubicBezTo>
                  <a:cubicBezTo>
                    <a:pt x="86903" y="139171"/>
                    <a:pt x="84986" y="135979"/>
                    <a:pt x="82430" y="134702"/>
                  </a:cubicBezTo>
                  <a:lnTo>
                    <a:pt x="49842" y="119381"/>
                  </a:lnTo>
                  <a:cubicBezTo>
                    <a:pt x="53676" y="102782"/>
                    <a:pt x="67733" y="90014"/>
                    <a:pt x="84986" y="89376"/>
                  </a:cubicBezTo>
                  <a:cubicBezTo>
                    <a:pt x="87542" y="89376"/>
                    <a:pt x="90098" y="88099"/>
                    <a:pt x="90737" y="85545"/>
                  </a:cubicBezTo>
                  <a:cubicBezTo>
                    <a:pt x="93293" y="79161"/>
                    <a:pt x="96488" y="72777"/>
                    <a:pt x="100322" y="67032"/>
                  </a:cubicBezTo>
                  <a:cubicBezTo>
                    <a:pt x="101600" y="66393"/>
                    <a:pt x="102239" y="65117"/>
                    <a:pt x="102878" y="63201"/>
                  </a:cubicBezTo>
                  <a:cubicBezTo>
                    <a:pt x="127799" y="26174"/>
                    <a:pt x="157831" y="15960"/>
                    <a:pt x="168694" y="13406"/>
                  </a:cubicBezTo>
                  <a:close/>
                  <a:moveTo>
                    <a:pt x="25560" y="73416"/>
                  </a:moveTo>
                  <a:cubicBezTo>
                    <a:pt x="25560" y="70224"/>
                    <a:pt x="28116" y="67670"/>
                    <a:pt x="31311" y="67670"/>
                  </a:cubicBezTo>
                  <a:lnTo>
                    <a:pt x="31311" y="67670"/>
                  </a:lnTo>
                  <a:lnTo>
                    <a:pt x="86264" y="67670"/>
                  </a:lnTo>
                  <a:cubicBezTo>
                    <a:pt x="84986" y="70224"/>
                    <a:pt x="83708" y="72777"/>
                    <a:pt x="82430" y="75969"/>
                  </a:cubicBezTo>
                  <a:cubicBezTo>
                    <a:pt x="67733" y="77246"/>
                    <a:pt x="44091" y="88099"/>
                    <a:pt x="37701" y="120657"/>
                  </a:cubicBezTo>
                  <a:cubicBezTo>
                    <a:pt x="37062" y="123211"/>
                    <a:pt x="38340" y="126403"/>
                    <a:pt x="41535" y="127680"/>
                  </a:cubicBezTo>
                  <a:lnTo>
                    <a:pt x="74762" y="143640"/>
                  </a:lnTo>
                  <a:cubicBezTo>
                    <a:pt x="74762" y="151939"/>
                    <a:pt x="76040" y="169176"/>
                    <a:pt x="92015" y="176198"/>
                  </a:cubicBezTo>
                  <a:cubicBezTo>
                    <a:pt x="103517" y="181305"/>
                    <a:pt x="116936" y="178752"/>
                    <a:pt x="125882" y="169176"/>
                  </a:cubicBezTo>
                  <a:lnTo>
                    <a:pt x="159749" y="185135"/>
                  </a:lnTo>
                  <a:cubicBezTo>
                    <a:pt x="160387" y="185774"/>
                    <a:pt x="161665" y="185774"/>
                    <a:pt x="162304" y="185774"/>
                  </a:cubicBezTo>
                  <a:cubicBezTo>
                    <a:pt x="164221" y="185774"/>
                    <a:pt x="166138" y="185135"/>
                    <a:pt x="167416" y="183220"/>
                  </a:cubicBezTo>
                  <a:cubicBezTo>
                    <a:pt x="180835" y="165345"/>
                    <a:pt x="184669" y="141724"/>
                    <a:pt x="176362" y="120657"/>
                  </a:cubicBezTo>
                  <a:cubicBezTo>
                    <a:pt x="184030" y="104059"/>
                    <a:pt x="188503" y="86184"/>
                    <a:pt x="190420" y="67670"/>
                  </a:cubicBezTo>
                  <a:lnTo>
                    <a:pt x="201922" y="67670"/>
                  </a:lnTo>
                  <a:cubicBezTo>
                    <a:pt x="205117" y="67670"/>
                    <a:pt x="207673" y="70224"/>
                    <a:pt x="207673" y="73416"/>
                  </a:cubicBezTo>
                  <a:cubicBezTo>
                    <a:pt x="207673" y="73416"/>
                    <a:pt x="207673" y="73416"/>
                    <a:pt x="207673" y="73416"/>
                  </a:cubicBezTo>
                  <a:lnTo>
                    <a:pt x="207673" y="194073"/>
                  </a:lnTo>
                  <a:lnTo>
                    <a:pt x="26838" y="194073"/>
                  </a:lnTo>
                  <a:lnTo>
                    <a:pt x="25560" y="73416"/>
                  </a:lnTo>
                  <a:close/>
                  <a:moveTo>
                    <a:pt x="209590" y="210033"/>
                  </a:moveTo>
                  <a:lnTo>
                    <a:pt x="22365" y="210033"/>
                  </a:lnTo>
                  <a:cubicBezTo>
                    <a:pt x="19809" y="210033"/>
                    <a:pt x="17253" y="208756"/>
                    <a:pt x="15336" y="206841"/>
                  </a:cubicBezTo>
                  <a:lnTo>
                    <a:pt x="216619" y="206841"/>
                  </a:lnTo>
                  <a:cubicBezTo>
                    <a:pt x="215341" y="209395"/>
                    <a:pt x="212785" y="210671"/>
                    <a:pt x="209590" y="210033"/>
                  </a:cubicBezTo>
                  <a:lnTo>
                    <a:pt x="209590" y="210033"/>
                  </a:lnTo>
                  <a:close/>
                </a:path>
              </a:pathLst>
            </a:custGeom>
            <a:grpFill/>
            <a:ln w="6390" cap="flat">
              <a:noFill/>
              <a:prstDash val="solid"/>
              <a:miter/>
            </a:ln>
          </p:spPr>
          <p:txBody>
            <a:bodyPr rtlCol="0" anchor="ctr"/>
            <a:lstStyle/>
            <a:p>
              <a:endParaRPr lang="en-US"/>
            </a:p>
          </p:txBody>
        </p:sp>
        <p:sp>
          <p:nvSpPr>
            <p:cNvPr id="195" name="Graphic 4">
              <a:extLst>
                <a:ext uri="{FF2B5EF4-FFF2-40B4-BE49-F238E27FC236}">
                  <a16:creationId xmlns:a16="http://schemas.microsoft.com/office/drawing/2014/main" id="{73B1108D-4E32-0AB9-672C-BC3F76E6157C}"/>
                </a:ext>
              </a:extLst>
            </p:cNvPr>
            <p:cNvSpPr/>
            <p:nvPr/>
          </p:nvSpPr>
          <p:spPr>
            <a:xfrm>
              <a:off x="1675441" y="1536787"/>
              <a:ext cx="54953" cy="54902"/>
            </a:xfrm>
            <a:custGeom>
              <a:avLst/>
              <a:gdLst>
                <a:gd name="connsiteX0" fmla="*/ 0 w 54953"/>
                <a:gd name="connsiteY0" fmla="*/ 27451 h 54902"/>
                <a:gd name="connsiteX1" fmla="*/ 27477 w 54953"/>
                <a:gd name="connsiteY1" fmla="*/ 54902 h 54902"/>
                <a:gd name="connsiteX2" fmla="*/ 54953 w 54953"/>
                <a:gd name="connsiteY2" fmla="*/ 27451 h 54902"/>
                <a:gd name="connsiteX3" fmla="*/ 27477 w 54953"/>
                <a:gd name="connsiteY3" fmla="*/ 0 h 54902"/>
                <a:gd name="connsiteX4" fmla="*/ 0 w 54953"/>
                <a:gd name="connsiteY4" fmla="*/ 27451 h 54902"/>
                <a:gd name="connsiteX5" fmla="*/ 27477 w 54953"/>
                <a:gd name="connsiteY5" fmla="*/ 12768 h 54902"/>
                <a:gd name="connsiteX6" fmla="*/ 42173 w 54953"/>
                <a:gd name="connsiteY6" fmla="*/ 27451 h 54902"/>
                <a:gd name="connsiteX7" fmla="*/ 27477 w 54953"/>
                <a:gd name="connsiteY7" fmla="*/ 42134 h 54902"/>
                <a:gd name="connsiteX8" fmla="*/ 12780 w 54953"/>
                <a:gd name="connsiteY8" fmla="*/ 27451 h 54902"/>
                <a:gd name="connsiteX9" fmla="*/ 27477 w 54953"/>
                <a:gd name="connsiteY9" fmla="*/ 12768 h 549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4953" h="54902">
                  <a:moveTo>
                    <a:pt x="0" y="27451"/>
                  </a:moveTo>
                  <a:cubicBezTo>
                    <a:pt x="0" y="42773"/>
                    <a:pt x="12141" y="54902"/>
                    <a:pt x="27477" y="54902"/>
                  </a:cubicBezTo>
                  <a:cubicBezTo>
                    <a:pt x="42812" y="54902"/>
                    <a:pt x="54953" y="42773"/>
                    <a:pt x="54953" y="27451"/>
                  </a:cubicBezTo>
                  <a:cubicBezTo>
                    <a:pt x="54953" y="12130"/>
                    <a:pt x="42812" y="0"/>
                    <a:pt x="27477" y="0"/>
                  </a:cubicBezTo>
                  <a:cubicBezTo>
                    <a:pt x="12780" y="0"/>
                    <a:pt x="639" y="12130"/>
                    <a:pt x="0" y="27451"/>
                  </a:cubicBezTo>
                  <a:close/>
                  <a:moveTo>
                    <a:pt x="27477" y="12768"/>
                  </a:moveTo>
                  <a:cubicBezTo>
                    <a:pt x="35783" y="12768"/>
                    <a:pt x="42173" y="19152"/>
                    <a:pt x="42173" y="27451"/>
                  </a:cubicBezTo>
                  <a:cubicBezTo>
                    <a:pt x="42173" y="35750"/>
                    <a:pt x="35783" y="42134"/>
                    <a:pt x="27477" y="42134"/>
                  </a:cubicBezTo>
                  <a:cubicBezTo>
                    <a:pt x="19170" y="42134"/>
                    <a:pt x="12780" y="35750"/>
                    <a:pt x="12780" y="27451"/>
                  </a:cubicBezTo>
                  <a:cubicBezTo>
                    <a:pt x="13419" y="19152"/>
                    <a:pt x="19809" y="12768"/>
                    <a:pt x="27477" y="12768"/>
                  </a:cubicBezTo>
                  <a:close/>
                </a:path>
              </a:pathLst>
            </a:custGeom>
            <a:grpFill/>
            <a:ln w="6390" cap="flat">
              <a:noFill/>
              <a:prstDash val="solid"/>
              <a:miter/>
            </a:ln>
          </p:spPr>
          <p:txBody>
            <a:bodyPr rtlCol="0" anchor="ctr"/>
            <a:lstStyle/>
            <a:p>
              <a:endParaRPr lang="en-US"/>
            </a:p>
          </p:txBody>
        </p:sp>
      </p:grpSp>
      <p:grpSp>
        <p:nvGrpSpPr>
          <p:cNvPr id="196" name="Graphic 4">
            <a:extLst>
              <a:ext uri="{FF2B5EF4-FFF2-40B4-BE49-F238E27FC236}">
                <a16:creationId xmlns:a16="http://schemas.microsoft.com/office/drawing/2014/main" id="{11FDC88E-9A3E-9221-75C7-7204EC918ECB}"/>
              </a:ext>
            </a:extLst>
          </p:cNvPr>
          <p:cNvGrpSpPr>
            <a:grpSpLocks noChangeAspect="1"/>
          </p:cNvGrpSpPr>
          <p:nvPr/>
        </p:nvGrpSpPr>
        <p:grpSpPr>
          <a:xfrm>
            <a:off x="8452864" y="1361744"/>
            <a:ext cx="288268" cy="288000"/>
            <a:chOff x="467104" y="3339623"/>
            <a:chExt cx="362309" cy="361971"/>
          </a:xfrm>
          <a:solidFill>
            <a:schemeClr val="bg1"/>
          </a:solidFill>
        </p:grpSpPr>
        <p:sp>
          <p:nvSpPr>
            <p:cNvPr id="197" name="Graphic 4">
              <a:extLst>
                <a:ext uri="{FF2B5EF4-FFF2-40B4-BE49-F238E27FC236}">
                  <a16:creationId xmlns:a16="http://schemas.microsoft.com/office/drawing/2014/main" id="{5C3B9250-B0C9-B38C-FDB6-FAC8797D67BC}"/>
                </a:ext>
              </a:extLst>
            </p:cNvPr>
            <p:cNvSpPr/>
            <p:nvPr/>
          </p:nvSpPr>
          <p:spPr>
            <a:xfrm>
              <a:off x="467104" y="3339623"/>
              <a:ext cx="362309" cy="361971"/>
            </a:xfrm>
            <a:custGeom>
              <a:avLst/>
              <a:gdLst>
                <a:gd name="connsiteX0" fmla="*/ 181474 w 362309"/>
                <a:gd name="connsiteY0" fmla="*/ 0 h 361971"/>
                <a:gd name="connsiteX1" fmla="*/ 0 w 362309"/>
                <a:gd name="connsiteY1" fmla="*/ 180667 h 361971"/>
                <a:gd name="connsiteX2" fmla="*/ 181474 w 362309"/>
                <a:gd name="connsiteY2" fmla="*/ 361972 h 361971"/>
                <a:gd name="connsiteX3" fmla="*/ 362309 w 362309"/>
                <a:gd name="connsiteY3" fmla="*/ 180667 h 361971"/>
                <a:gd name="connsiteX4" fmla="*/ 362309 w 362309"/>
                <a:gd name="connsiteY4" fmla="*/ 180667 h 361971"/>
                <a:gd name="connsiteX5" fmla="*/ 181474 w 362309"/>
                <a:gd name="connsiteY5" fmla="*/ 0 h 361971"/>
                <a:gd name="connsiteX6" fmla="*/ 181474 w 362309"/>
                <a:gd name="connsiteY6" fmla="*/ 0 h 361971"/>
                <a:gd name="connsiteX7" fmla="*/ 181474 w 362309"/>
                <a:gd name="connsiteY7" fmla="*/ 349204 h 361971"/>
                <a:gd name="connsiteX8" fmla="*/ 13419 w 362309"/>
                <a:gd name="connsiteY8" fmla="*/ 181305 h 361971"/>
                <a:gd name="connsiteX9" fmla="*/ 181474 w 362309"/>
                <a:gd name="connsiteY9" fmla="*/ 12768 h 361971"/>
                <a:gd name="connsiteX10" fmla="*/ 349530 w 362309"/>
                <a:gd name="connsiteY10" fmla="*/ 181305 h 361971"/>
                <a:gd name="connsiteX11" fmla="*/ 349530 w 362309"/>
                <a:gd name="connsiteY11" fmla="*/ 181305 h 361971"/>
                <a:gd name="connsiteX12" fmla="*/ 181474 w 362309"/>
                <a:gd name="connsiteY12" fmla="*/ 349204 h 361971"/>
                <a:gd name="connsiteX13" fmla="*/ 181474 w 362309"/>
                <a:gd name="connsiteY13" fmla="*/ 349204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62309" h="361971">
                  <a:moveTo>
                    <a:pt x="181474" y="0"/>
                  </a:moveTo>
                  <a:cubicBezTo>
                    <a:pt x="81152" y="0"/>
                    <a:pt x="0" y="81077"/>
                    <a:pt x="0" y="180667"/>
                  </a:cubicBezTo>
                  <a:cubicBezTo>
                    <a:pt x="0" y="280895"/>
                    <a:pt x="81152" y="361972"/>
                    <a:pt x="181474" y="361972"/>
                  </a:cubicBezTo>
                  <a:cubicBezTo>
                    <a:pt x="281796" y="361972"/>
                    <a:pt x="362309" y="280895"/>
                    <a:pt x="362309" y="180667"/>
                  </a:cubicBezTo>
                  <a:lnTo>
                    <a:pt x="362309" y="180667"/>
                  </a:lnTo>
                  <a:cubicBezTo>
                    <a:pt x="362309" y="81077"/>
                    <a:pt x="281796" y="0"/>
                    <a:pt x="181474" y="0"/>
                  </a:cubicBezTo>
                  <a:cubicBezTo>
                    <a:pt x="181474" y="0"/>
                    <a:pt x="181474" y="0"/>
                    <a:pt x="181474" y="0"/>
                  </a:cubicBezTo>
                  <a:close/>
                  <a:moveTo>
                    <a:pt x="181474" y="349204"/>
                  </a:moveTo>
                  <a:cubicBezTo>
                    <a:pt x="88181" y="349204"/>
                    <a:pt x="13419" y="273873"/>
                    <a:pt x="13419" y="181305"/>
                  </a:cubicBezTo>
                  <a:cubicBezTo>
                    <a:pt x="13419" y="88099"/>
                    <a:pt x="88820" y="12768"/>
                    <a:pt x="181474" y="12768"/>
                  </a:cubicBezTo>
                  <a:cubicBezTo>
                    <a:pt x="274128" y="12768"/>
                    <a:pt x="349530" y="88099"/>
                    <a:pt x="349530" y="181305"/>
                  </a:cubicBezTo>
                  <a:lnTo>
                    <a:pt x="349530" y="181305"/>
                  </a:lnTo>
                  <a:cubicBezTo>
                    <a:pt x="349530" y="273873"/>
                    <a:pt x="274128" y="349204"/>
                    <a:pt x="181474" y="349204"/>
                  </a:cubicBezTo>
                  <a:lnTo>
                    <a:pt x="181474" y="349204"/>
                  </a:lnTo>
                  <a:close/>
                </a:path>
              </a:pathLst>
            </a:custGeom>
            <a:grpFill/>
            <a:ln w="6390" cap="flat">
              <a:noFill/>
              <a:prstDash val="solid"/>
              <a:miter/>
            </a:ln>
          </p:spPr>
          <p:txBody>
            <a:bodyPr rtlCol="0" anchor="ctr"/>
            <a:lstStyle/>
            <a:p>
              <a:endParaRPr lang="en-US"/>
            </a:p>
          </p:txBody>
        </p:sp>
        <p:sp>
          <p:nvSpPr>
            <p:cNvPr id="198" name="Graphic 4">
              <a:extLst>
                <a:ext uri="{FF2B5EF4-FFF2-40B4-BE49-F238E27FC236}">
                  <a16:creationId xmlns:a16="http://schemas.microsoft.com/office/drawing/2014/main" id="{FCA4954E-5B8B-19EF-C22C-5968DE8489E1}"/>
                </a:ext>
              </a:extLst>
            </p:cNvPr>
            <p:cNvSpPr/>
            <p:nvPr/>
          </p:nvSpPr>
          <p:spPr>
            <a:xfrm>
              <a:off x="553368" y="3421977"/>
              <a:ext cx="189781" cy="196626"/>
            </a:xfrm>
            <a:custGeom>
              <a:avLst/>
              <a:gdLst>
                <a:gd name="connsiteX0" fmla="*/ 183391 w 189781"/>
                <a:gd name="connsiteY0" fmla="*/ 22344 h 196626"/>
                <a:gd name="connsiteX1" fmla="*/ 152720 w 189781"/>
                <a:gd name="connsiteY1" fmla="*/ 22344 h 196626"/>
                <a:gd name="connsiteX2" fmla="*/ 152720 w 189781"/>
                <a:gd name="connsiteY2" fmla="*/ 6384 h 196626"/>
                <a:gd name="connsiteX3" fmla="*/ 146330 w 189781"/>
                <a:gd name="connsiteY3" fmla="*/ 0 h 196626"/>
                <a:gd name="connsiteX4" fmla="*/ 43452 w 189781"/>
                <a:gd name="connsiteY4" fmla="*/ 0 h 196626"/>
                <a:gd name="connsiteX5" fmla="*/ 37062 w 189781"/>
                <a:gd name="connsiteY5" fmla="*/ 6384 h 196626"/>
                <a:gd name="connsiteX6" fmla="*/ 37062 w 189781"/>
                <a:gd name="connsiteY6" fmla="*/ 22344 h 196626"/>
                <a:gd name="connsiteX7" fmla="*/ 6390 w 189781"/>
                <a:gd name="connsiteY7" fmla="*/ 22344 h 196626"/>
                <a:gd name="connsiteX8" fmla="*/ 0 w 189781"/>
                <a:gd name="connsiteY8" fmla="*/ 28728 h 196626"/>
                <a:gd name="connsiteX9" fmla="*/ 0 w 189781"/>
                <a:gd name="connsiteY9" fmla="*/ 190243 h 196626"/>
                <a:gd name="connsiteX10" fmla="*/ 6390 w 189781"/>
                <a:gd name="connsiteY10" fmla="*/ 196627 h 196626"/>
                <a:gd name="connsiteX11" fmla="*/ 183391 w 189781"/>
                <a:gd name="connsiteY11" fmla="*/ 196627 h 196626"/>
                <a:gd name="connsiteX12" fmla="*/ 189781 w 189781"/>
                <a:gd name="connsiteY12" fmla="*/ 190243 h 196626"/>
                <a:gd name="connsiteX13" fmla="*/ 189781 w 189781"/>
                <a:gd name="connsiteY13" fmla="*/ 28728 h 196626"/>
                <a:gd name="connsiteX14" fmla="*/ 183391 w 189781"/>
                <a:gd name="connsiteY14" fmla="*/ 22344 h 196626"/>
                <a:gd name="connsiteX15" fmla="*/ 49842 w 189781"/>
                <a:gd name="connsiteY15" fmla="*/ 13406 h 196626"/>
                <a:gd name="connsiteX16" fmla="*/ 139940 w 189781"/>
                <a:gd name="connsiteY16" fmla="*/ 13406 h 196626"/>
                <a:gd name="connsiteX17" fmla="*/ 139940 w 189781"/>
                <a:gd name="connsiteY17" fmla="*/ 72139 h 196626"/>
                <a:gd name="connsiteX18" fmla="*/ 94571 w 189781"/>
                <a:gd name="connsiteY18" fmla="*/ 96398 h 196626"/>
                <a:gd name="connsiteX19" fmla="*/ 49842 w 189781"/>
                <a:gd name="connsiteY19" fmla="*/ 72139 h 196626"/>
                <a:gd name="connsiteX20" fmla="*/ 49842 w 189781"/>
                <a:gd name="connsiteY20" fmla="*/ 13406 h 196626"/>
                <a:gd name="connsiteX21" fmla="*/ 177001 w 189781"/>
                <a:gd name="connsiteY21" fmla="*/ 184497 h 196626"/>
                <a:gd name="connsiteX22" fmla="*/ 13419 w 189781"/>
                <a:gd name="connsiteY22" fmla="*/ 184497 h 196626"/>
                <a:gd name="connsiteX23" fmla="*/ 13419 w 189781"/>
                <a:gd name="connsiteY23" fmla="*/ 35750 h 196626"/>
                <a:gd name="connsiteX24" fmla="*/ 37701 w 189781"/>
                <a:gd name="connsiteY24" fmla="*/ 35750 h 196626"/>
                <a:gd name="connsiteX25" fmla="*/ 37701 w 189781"/>
                <a:gd name="connsiteY25" fmla="*/ 73416 h 196626"/>
                <a:gd name="connsiteX26" fmla="*/ 38340 w 189781"/>
                <a:gd name="connsiteY26" fmla="*/ 75969 h 196626"/>
                <a:gd name="connsiteX27" fmla="*/ 95210 w 189781"/>
                <a:gd name="connsiteY27" fmla="*/ 109166 h 196626"/>
                <a:gd name="connsiteX28" fmla="*/ 152720 w 189781"/>
                <a:gd name="connsiteY28" fmla="*/ 75969 h 196626"/>
                <a:gd name="connsiteX29" fmla="*/ 153358 w 189781"/>
                <a:gd name="connsiteY29" fmla="*/ 73416 h 196626"/>
                <a:gd name="connsiteX30" fmla="*/ 153358 w 189781"/>
                <a:gd name="connsiteY30" fmla="*/ 35750 h 196626"/>
                <a:gd name="connsiteX31" fmla="*/ 177640 w 189781"/>
                <a:gd name="connsiteY31" fmla="*/ 35750 h 196626"/>
                <a:gd name="connsiteX32" fmla="*/ 177001 w 189781"/>
                <a:gd name="connsiteY32" fmla="*/ 184497 h 196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9781" h="196626">
                  <a:moveTo>
                    <a:pt x="183391" y="22344"/>
                  </a:moveTo>
                  <a:lnTo>
                    <a:pt x="152720" y="22344"/>
                  </a:lnTo>
                  <a:lnTo>
                    <a:pt x="152720" y="6384"/>
                  </a:lnTo>
                  <a:cubicBezTo>
                    <a:pt x="152720" y="2553"/>
                    <a:pt x="150164" y="0"/>
                    <a:pt x="146330" y="0"/>
                  </a:cubicBezTo>
                  <a:lnTo>
                    <a:pt x="43452" y="0"/>
                  </a:lnTo>
                  <a:cubicBezTo>
                    <a:pt x="39618" y="0"/>
                    <a:pt x="37062" y="2553"/>
                    <a:pt x="37062" y="6384"/>
                  </a:cubicBezTo>
                  <a:lnTo>
                    <a:pt x="37062" y="22344"/>
                  </a:lnTo>
                  <a:lnTo>
                    <a:pt x="6390" y="22344"/>
                  </a:lnTo>
                  <a:cubicBezTo>
                    <a:pt x="2556" y="22344"/>
                    <a:pt x="0" y="24897"/>
                    <a:pt x="0" y="28728"/>
                  </a:cubicBezTo>
                  <a:lnTo>
                    <a:pt x="0" y="190243"/>
                  </a:lnTo>
                  <a:cubicBezTo>
                    <a:pt x="0" y="194073"/>
                    <a:pt x="2556" y="196627"/>
                    <a:pt x="6390" y="196627"/>
                  </a:cubicBezTo>
                  <a:lnTo>
                    <a:pt x="183391" y="196627"/>
                  </a:lnTo>
                  <a:cubicBezTo>
                    <a:pt x="187225" y="196627"/>
                    <a:pt x="189781" y="194073"/>
                    <a:pt x="189781" y="190243"/>
                  </a:cubicBezTo>
                  <a:lnTo>
                    <a:pt x="189781" y="28728"/>
                  </a:lnTo>
                  <a:cubicBezTo>
                    <a:pt x="189781" y="25536"/>
                    <a:pt x="187225" y="22344"/>
                    <a:pt x="183391" y="22344"/>
                  </a:cubicBezTo>
                  <a:close/>
                  <a:moveTo>
                    <a:pt x="49842" y="13406"/>
                  </a:moveTo>
                  <a:lnTo>
                    <a:pt x="139940" y="13406"/>
                  </a:lnTo>
                  <a:lnTo>
                    <a:pt x="139940" y="72139"/>
                  </a:lnTo>
                  <a:cubicBezTo>
                    <a:pt x="132911" y="86822"/>
                    <a:pt x="114380" y="96398"/>
                    <a:pt x="94571" y="96398"/>
                  </a:cubicBezTo>
                  <a:cubicBezTo>
                    <a:pt x="76040" y="97036"/>
                    <a:pt x="58787" y="87460"/>
                    <a:pt x="49842" y="72139"/>
                  </a:cubicBezTo>
                  <a:lnTo>
                    <a:pt x="49842" y="13406"/>
                  </a:lnTo>
                  <a:close/>
                  <a:moveTo>
                    <a:pt x="177001" y="184497"/>
                  </a:moveTo>
                  <a:lnTo>
                    <a:pt x="13419" y="184497"/>
                  </a:lnTo>
                  <a:lnTo>
                    <a:pt x="13419" y="35750"/>
                  </a:lnTo>
                  <a:lnTo>
                    <a:pt x="37701" y="35750"/>
                  </a:lnTo>
                  <a:lnTo>
                    <a:pt x="37701" y="73416"/>
                  </a:lnTo>
                  <a:cubicBezTo>
                    <a:pt x="37701" y="74054"/>
                    <a:pt x="37701" y="75331"/>
                    <a:pt x="38340" y="75969"/>
                  </a:cubicBezTo>
                  <a:cubicBezTo>
                    <a:pt x="47286" y="95760"/>
                    <a:pt x="70289" y="109166"/>
                    <a:pt x="95210" y="109166"/>
                  </a:cubicBezTo>
                  <a:cubicBezTo>
                    <a:pt x="120131" y="109166"/>
                    <a:pt x="143774" y="95760"/>
                    <a:pt x="152720" y="75969"/>
                  </a:cubicBezTo>
                  <a:cubicBezTo>
                    <a:pt x="153358" y="75331"/>
                    <a:pt x="153358" y="74054"/>
                    <a:pt x="153358" y="73416"/>
                  </a:cubicBezTo>
                  <a:lnTo>
                    <a:pt x="153358" y="35750"/>
                  </a:lnTo>
                  <a:lnTo>
                    <a:pt x="177640" y="35750"/>
                  </a:lnTo>
                  <a:lnTo>
                    <a:pt x="177001" y="184497"/>
                  </a:lnTo>
                  <a:close/>
                </a:path>
              </a:pathLst>
            </a:custGeom>
            <a:grpFill/>
            <a:ln w="6390" cap="flat">
              <a:noFill/>
              <a:prstDash val="solid"/>
              <a:miter/>
            </a:ln>
          </p:spPr>
          <p:txBody>
            <a:bodyPr rtlCol="0" anchor="ctr"/>
            <a:lstStyle/>
            <a:p>
              <a:endParaRPr lang="en-US"/>
            </a:p>
          </p:txBody>
        </p:sp>
        <p:sp>
          <p:nvSpPr>
            <p:cNvPr id="199" name="Graphic 4">
              <a:extLst>
                <a:ext uri="{FF2B5EF4-FFF2-40B4-BE49-F238E27FC236}">
                  <a16:creationId xmlns:a16="http://schemas.microsoft.com/office/drawing/2014/main" id="{262A3398-FE1A-BD51-3B12-C6EA5220A913}"/>
                </a:ext>
              </a:extLst>
            </p:cNvPr>
            <p:cNvSpPr/>
            <p:nvPr/>
          </p:nvSpPr>
          <p:spPr>
            <a:xfrm>
              <a:off x="619823" y="3451981"/>
              <a:ext cx="57509" cy="49156"/>
            </a:xfrm>
            <a:custGeom>
              <a:avLst/>
              <a:gdLst>
                <a:gd name="connsiteX0" fmla="*/ 24282 w 57509"/>
                <a:gd name="connsiteY0" fmla="*/ 47242 h 49156"/>
                <a:gd name="connsiteX1" fmla="*/ 33228 w 57509"/>
                <a:gd name="connsiteY1" fmla="*/ 47242 h 49156"/>
                <a:gd name="connsiteX2" fmla="*/ 55592 w 57509"/>
                <a:gd name="connsiteY2" fmla="*/ 24898 h 49156"/>
                <a:gd name="connsiteX3" fmla="*/ 55592 w 57509"/>
                <a:gd name="connsiteY3" fmla="*/ 15960 h 49156"/>
                <a:gd name="connsiteX4" fmla="*/ 46647 w 57509"/>
                <a:gd name="connsiteY4" fmla="*/ 15960 h 49156"/>
                <a:gd name="connsiteX5" fmla="*/ 35145 w 57509"/>
                <a:gd name="connsiteY5" fmla="*/ 27451 h 49156"/>
                <a:gd name="connsiteX6" fmla="*/ 35145 w 57509"/>
                <a:gd name="connsiteY6" fmla="*/ 6384 h 49156"/>
                <a:gd name="connsiteX7" fmla="*/ 28755 w 57509"/>
                <a:gd name="connsiteY7" fmla="*/ 0 h 49156"/>
                <a:gd name="connsiteX8" fmla="*/ 22365 w 57509"/>
                <a:gd name="connsiteY8" fmla="*/ 6384 h 49156"/>
                <a:gd name="connsiteX9" fmla="*/ 22365 w 57509"/>
                <a:gd name="connsiteY9" fmla="*/ 27451 h 49156"/>
                <a:gd name="connsiteX10" fmla="*/ 10863 w 57509"/>
                <a:gd name="connsiteY10" fmla="*/ 15960 h 49156"/>
                <a:gd name="connsiteX11" fmla="*/ 1917 w 57509"/>
                <a:gd name="connsiteY11" fmla="*/ 15960 h 49156"/>
                <a:gd name="connsiteX12" fmla="*/ 1917 w 57509"/>
                <a:gd name="connsiteY12" fmla="*/ 24898 h 49156"/>
                <a:gd name="connsiteX13" fmla="*/ 1917 w 57509"/>
                <a:gd name="connsiteY13" fmla="*/ 24898 h 49156"/>
                <a:gd name="connsiteX14" fmla="*/ 24282 w 57509"/>
                <a:gd name="connsiteY14" fmla="*/ 47242 h 49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7509" h="49156">
                  <a:moveTo>
                    <a:pt x="24282" y="47242"/>
                  </a:moveTo>
                  <a:cubicBezTo>
                    <a:pt x="26838" y="49795"/>
                    <a:pt x="30672" y="49795"/>
                    <a:pt x="33228" y="47242"/>
                  </a:cubicBezTo>
                  <a:lnTo>
                    <a:pt x="55592" y="24898"/>
                  </a:lnTo>
                  <a:cubicBezTo>
                    <a:pt x="58148" y="22344"/>
                    <a:pt x="58148" y="18514"/>
                    <a:pt x="55592" y="15960"/>
                  </a:cubicBezTo>
                  <a:cubicBezTo>
                    <a:pt x="53036" y="13407"/>
                    <a:pt x="49202" y="13407"/>
                    <a:pt x="46647" y="15960"/>
                  </a:cubicBezTo>
                  <a:lnTo>
                    <a:pt x="35145" y="27451"/>
                  </a:lnTo>
                  <a:lnTo>
                    <a:pt x="35145" y="6384"/>
                  </a:lnTo>
                  <a:cubicBezTo>
                    <a:pt x="35145" y="2554"/>
                    <a:pt x="32589" y="0"/>
                    <a:pt x="28755" y="0"/>
                  </a:cubicBezTo>
                  <a:cubicBezTo>
                    <a:pt x="24921" y="0"/>
                    <a:pt x="22365" y="2554"/>
                    <a:pt x="22365" y="6384"/>
                  </a:cubicBezTo>
                  <a:lnTo>
                    <a:pt x="22365" y="27451"/>
                  </a:lnTo>
                  <a:lnTo>
                    <a:pt x="10863" y="15960"/>
                  </a:lnTo>
                  <a:cubicBezTo>
                    <a:pt x="8307" y="13407"/>
                    <a:pt x="4473" y="13407"/>
                    <a:pt x="1917" y="15960"/>
                  </a:cubicBezTo>
                  <a:cubicBezTo>
                    <a:pt x="-639" y="18514"/>
                    <a:pt x="-639" y="22344"/>
                    <a:pt x="1917" y="24898"/>
                  </a:cubicBezTo>
                  <a:cubicBezTo>
                    <a:pt x="1917" y="24898"/>
                    <a:pt x="1917" y="24898"/>
                    <a:pt x="1917" y="24898"/>
                  </a:cubicBezTo>
                  <a:lnTo>
                    <a:pt x="24282" y="47242"/>
                  </a:lnTo>
                  <a:close/>
                </a:path>
              </a:pathLst>
            </a:custGeom>
            <a:grpFill/>
            <a:ln w="6390" cap="flat">
              <a:noFill/>
              <a:prstDash val="solid"/>
              <a:miter/>
            </a:ln>
          </p:spPr>
          <p:txBody>
            <a:bodyPr rtlCol="0" anchor="ctr"/>
            <a:lstStyle/>
            <a:p>
              <a:endParaRPr lang="en-US"/>
            </a:p>
          </p:txBody>
        </p:sp>
        <p:sp>
          <p:nvSpPr>
            <p:cNvPr id="200" name="Graphic 4">
              <a:extLst>
                <a:ext uri="{FF2B5EF4-FFF2-40B4-BE49-F238E27FC236}">
                  <a16:creationId xmlns:a16="http://schemas.microsoft.com/office/drawing/2014/main" id="{39FBFBE4-F276-2B8B-0749-3A31BA98E420}"/>
                </a:ext>
              </a:extLst>
            </p:cNvPr>
            <p:cNvSpPr/>
            <p:nvPr/>
          </p:nvSpPr>
          <p:spPr>
            <a:xfrm>
              <a:off x="583401" y="3547741"/>
              <a:ext cx="130354" cy="12767"/>
            </a:xfrm>
            <a:custGeom>
              <a:avLst/>
              <a:gdLst>
                <a:gd name="connsiteX0" fmla="*/ 6390 w 130354"/>
                <a:gd name="connsiteY0" fmla="*/ 0 h 12767"/>
                <a:gd name="connsiteX1" fmla="*/ 0 w 130354"/>
                <a:gd name="connsiteY1" fmla="*/ 6384 h 12767"/>
                <a:gd name="connsiteX2" fmla="*/ 6390 w 130354"/>
                <a:gd name="connsiteY2" fmla="*/ 12768 h 12767"/>
                <a:gd name="connsiteX3" fmla="*/ 123965 w 130354"/>
                <a:gd name="connsiteY3" fmla="*/ 12768 h 12767"/>
                <a:gd name="connsiteX4" fmla="*/ 130355 w 130354"/>
                <a:gd name="connsiteY4" fmla="*/ 6384 h 12767"/>
                <a:gd name="connsiteX5" fmla="*/ 123965 w 130354"/>
                <a:gd name="connsiteY5" fmla="*/ 0 h 12767"/>
                <a:gd name="connsiteX6" fmla="*/ 6390 w 130354"/>
                <a:gd name="connsiteY6" fmla="*/ 0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0354" h="12767">
                  <a:moveTo>
                    <a:pt x="6390" y="0"/>
                  </a:moveTo>
                  <a:cubicBezTo>
                    <a:pt x="2556" y="0"/>
                    <a:pt x="0" y="2554"/>
                    <a:pt x="0" y="6384"/>
                  </a:cubicBezTo>
                  <a:cubicBezTo>
                    <a:pt x="0" y="10215"/>
                    <a:pt x="2556" y="12768"/>
                    <a:pt x="6390" y="12768"/>
                  </a:cubicBezTo>
                  <a:lnTo>
                    <a:pt x="123965" y="12768"/>
                  </a:lnTo>
                  <a:cubicBezTo>
                    <a:pt x="127799" y="12768"/>
                    <a:pt x="130355" y="10215"/>
                    <a:pt x="130355" y="6384"/>
                  </a:cubicBezTo>
                  <a:cubicBezTo>
                    <a:pt x="130355" y="2554"/>
                    <a:pt x="127799" y="0"/>
                    <a:pt x="123965" y="0"/>
                  </a:cubicBezTo>
                  <a:lnTo>
                    <a:pt x="6390" y="0"/>
                  </a:lnTo>
                  <a:close/>
                </a:path>
              </a:pathLst>
            </a:custGeom>
            <a:grpFill/>
            <a:ln w="6390" cap="flat">
              <a:noFill/>
              <a:prstDash val="solid"/>
              <a:miter/>
            </a:ln>
          </p:spPr>
          <p:txBody>
            <a:bodyPr rtlCol="0" anchor="ctr"/>
            <a:lstStyle/>
            <a:p>
              <a:endParaRPr lang="en-US"/>
            </a:p>
          </p:txBody>
        </p:sp>
        <p:sp>
          <p:nvSpPr>
            <p:cNvPr id="201" name="Graphic 4">
              <a:extLst>
                <a:ext uri="{FF2B5EF4-FFF2-40B4-BE49-F238E27FC236}">
                  <a16:creationId xmlns:a16="http://schemas.microsoft.com/office/drawing/2014/main" id="{B4E7648A-CC8E-C80B-A52F-0A3A9BFE34AB}"/>
                </a:ext>
              </a:extLst>
            </p:cNvPr>
            <p:cNvSpPr/>
            <p:nvPr/>
          </p:nvSpPr>
          <p:spPr>
            <a:xfrm>
              <a:off x="583401" y="3577107"/>
              <a:ext cx="130354" cy="12767"/>
            </a:xfrm>
            <a:custGeom>
              <a:avLst/>
              <a:gdLst>
                <a:gd name="connsiteX0" fmla="*/ 123965 w 130354"/>
                <a:gd name="connsiteY0" fmla="*/ 0 h 12767"/>
                <a:gd name="connsiteX1" fmla="*/ 6390 w 130354"/>
                <a:gd name="connsiteY1" fmla="*/ 0 h 12767"/>
                <a:gd name="connsiteX2" fmla="*/ 0 w 130354"/>
                <a:gd name="connsiteY2" fmla="*/ 6384 h 12767"/>
                <a:gd name="connsiteX3" fmla="*/ 6390 w 130354"/>
                <a:gd name="connsiteY3" fmla="*/ 12768 h 12767"/>
                <a:gd name="connsiteX4" fmla="*/ 123965 w 130354"/>
                <a:gd name="connsiteY4" fmla="*/ 12768 h 12767"/>
                <a:gd name="connsiteX5" fmla="*/ 130355 w 130354"/>
                <a:gd name="connsiteY5" fmla="*/ 6384 h 12767"/>
                <a:gd name="connsiteX6" fmla="*/ 123965 w 130354"/>
                <a:gd name="connsiteY6" fmla="*/ 0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0354" h="12767">
                  <a:moveTo>
                    <a:pt x="123965" y="0"/>
                  </a:moveTo>
                  <a:lnTo>
                    <a:pt x="6390" y="0"/>
                  </a:lnTo>
                  <a:cubicBezTo>
                    <a:pt x="2556" y="0"/>
                    <a:pt x="0" y="2553"/>
                    <a:pt x="0" y="6384"/>
                  </a:cubicBezTo>
                  <a:cubicBezTo>
                    <a:pt x="0" y="10214"/>
                    <a:pt x="2556" y="12768"/>
                    <a:pt x="6390" y="12768"/>
                  </a:cubicBezTo>
                  <a:lnTo>
                    <a:pt x="123965" y="12768"/>
                  </a:lnTo>
                  <a:cubicBezTo>
                    <a:pt x="127799" y="12768"/>
                    <a:pt x="130355" y="10214"/>
                    <a:pt x="130355" y="6384"/>
                  </a:cubicBezTo>
                  <a:cubicBezTo>
                    <a:pt x="130355" y="2553"/>
                    <a:pt x="127799" y="0"/>
                    <a:pt x="123965" y="0"/>
                  </a:cubicBezTo>
                  <a:close/>
                </a:path>
              </a:pathLst>
            </a:custGeom>
            <a:grpFill/>
            <a:ln w="6390" cap="flat">
              <a:noFill/>
              <a:prstDash val="solid"/>
              <a:miter/>
            </a:ln>
          </p:spPr>
          <p:txBody>
            <a:bodyPr rtlCol="0" anchor="ctr"/>
            <a:lstStyle/>
            <a:p>
              <a:endParaRPr lang="en-US"/>
            </a:p>
          </p:txBody>
        </p:sp>
      </p:grpSp>
    </p:spTree>
    <p:extLst>
      <p:ext uri="{BB962C8B-B14F-4D97-AF65-F5344CB8AC3E}">
        <p14:creationId xmlns:p14="http://schemas.microsoft.com/office/powerpoint/2010/main" val="20145711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64AD2C-9203-138B-B094-F9BCE3EB5FD3}"/>
            </a:ext>
          </a:extLst>
        </p:cNvPr>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11B3184F-3039-F405-BC6E-235CDD048342}"/>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accent1"/>
          </a:lnRef>
          <a:fillRef idx="0">
            <a:schemeClr val="accent1"/>
          </a:fillRef>
          <a:effectRef idx="0">
            <a:schemeClr val="accent1"/>
          </a:effectRef>
          <a:fontRef idx="minor">
            <a:schemeClr val="tx1"/>
          </a:fontRef>
        </p:style>
      </p:cxnSp>
      <p:sp>
        <p:nvSpPr>
          <p:cNvPr id="12" name="Text Placeholder 11">
            <a:extLst>
              <a:ext uri="{FF2B5EF4-FFF2-40B4-BE49-F238E27FC236}">
                <a16:creationId xmlns:a16="http://schemas.microsoft.com/office/drawing/2014/main" id="{21BF0AF9-3CF7-6772-7D17-EA7921EB3300}"/>
              </a:ext>
            </a:extLst>
          </p:cNvPr>
          <p:cNvSpPr>
            <a:spLocks noGrp="1"/>
          </p:cNvSpPr>
          <p:nvPr>
            <p:ph type="body" sz="quarter" idx="13"/>
          </p:nvPr>
        </p:nvSpPr>
        <p:spPr>
          <a:xfrm>
            <a:off x="469900" y="736688"/>
            <a:ext cx="11252200" cy="430887"/>
          </a:xfrm>
        </p:spPr>
        <p:txBody>
          <a:bodyPr/>
          <a:lstStyle/>
          <a:p>
            <a:r>
              <a:rPr lang="en-US" dirty="0"/>
              <a:t>Our joint team combines Cisco’s deep knowledge of its current capabilities, pain points, and aspirations with Deloitte’s experienced specialists – including many whom you already know and trust.</a:t>
            </a:r>
          </a:p>
        </p:txBody>
      </p:sp>
      <p:sp>
        <p:nvSpPr>
          <p:cNvPr id="2" name="Title 1">
            <a:extLst>
              <a:ext uri="{FF2B5EF4-FFF2-40B4-BE49-F238E27FC236}">
                <a16:creationId xmlns:a16="http://schemas.microsoft.com/office/drawing/2014/main" id="{0AC06429-AC2B-E2B5-A62E-DE83EAD3CFF8}"/>
              </a:ext>
            </a:extLst>
          </p:cNvPr>
          <p:cNvSpPr>
            <a:spLocks noGrp="1"/>
          </p:cNvSpPr>
          <p:nvPr>
            <p:ph type="title"/>
          </p:nvPr>
        </p:nvSpPr>
        <p:spPr>
          <a:xfrm>
            <a:off x="469900" y="402587"/>
            <a:ext cx="11252200" cy="276999"/>
          </a:xfrm>
        </p:spPr>
        <p:txBody>
          <a:bodyPr/>
          <a:lstStyle/>
          <a:p>
            <a:r>
              <a:rPr lang="en-US" b="1" dirty="0"/>
              <a:t>Team Organization </a:t>
            </a:r>
          </a:p>
        </p:txBody>
      </p:sp>
      <p:cxnSp>
        <p:nvCxnSpPr>
          <p:cNvPr id="8" name="Straight Connector 7">
            <a:extLst>
              <a:ext uri="{FF2B5EF4-FFF2-40B4-BE49-F238E27FC236}">
                <a16:creationId xmlns:a16="http://schemas.microsoft.com/office/drawing/2014/main" id="{79C53794-252D-BB1F-AF8A-7A094FBA5B0B}"/>
              </a:ext>
            </a:extLst>
          </p:cNvPr>
          <p:cNvCxnSpPr>
            <a:cxnSpLocks/>
            <a:stCxn id="22" idx="3"/>
            <a:endCxn id="40" idx="1"/>
          </p:cNvCxnSpPr>
          <p:nvPr/>
        </p:nvCxnSpPr>
        <p:spPr>
          <a:xfrm>
            <a:off x="6099739" y="3123823"/>
            <a:ext cx="813734" cy="1550"/>
          </a:xfrm>
          <a:prstGeom prst="line">
            <a:avLst/>
          </a:prstGeom>
          <a:ln w="19050">
            <a:solidFill>
              <a:schemeClr val="tx2"/>
            </a:solidFill>
            <a:prstDash val="dash"/>
          </a:ln>
        </p:spPr>
        <p:style>
          <a:lnRef idx="1">
            <a:schemeClr val="accent1"/>
          </a:lnRef>
          <a:fillRef idx="0">
            <a:schemeClr val="accent1"/>
          </a:fillRef>
          <a:effectRef idx="0">
            <a:schemeClr val="accent1"/>
          </a:effectRef>
          <a:fontRef idx="minor">
            <a:schemeClr val="tx1"/>
          </a:fontRef>
        </p:style>
      </p:cxnSp>
      <p:graphicFrame>
        <p:nvGraphicFramePr>
          <p:cNvPr id="14" name="Table 13">
            <a:extLst>
              <a:ext uri="{FF2B5EF4-FFF2-40B4-BE49-F238E27FC236}">
                <a16:creationId xmlns:a16="http://schemas.microsoft.com/office/drawing/2014/main" id="{B2709BC0-F865-274E-49EE-4BAF402F34AC}"/>
              </a:ext>
            </a:extLst>
          </p:cNvPr>
          <p:cNvGraphicFramePr>
            <a:graphicFrameLocks noGrp="1"/>
          </p:cNvGraphicFramePr>
          <p:nvPr/>
        </p:nvGraphicFramePr>
        <p:xfrm>
          <a:off x="532297" y="4395241"/>
          <a:ext cx="2542400" cy="733987"/>
        </p:xfrm>
        <a:graphic>
          <a:graphicData uri="http://schemas.openxmlformats.org/drawingml/2006/table">
            <a:tbl>
              <a:tblPr firstRow="1" bandRow="1">
                <a:gradFill rotWithShape="1">
                  <a:gsLst>
                    <a:gs pos="0">
                      <a:srgbClr val="86BC25">
                        <a:tint val="50000"/>
                        <a:satMod val="300000"/>
                      </a:srgbClr>
                    </a:gs>
                    <a:gs pos="35000">
                      <a:srgbClr val="86BC25">
                        <a:tint val="37000"/>
                        <a:satMod val="300000"/>
                      </a:srgbClr>
                    </a:gs>
                    <a:gs pos="100000">
                      <a:srgbClr val="86BC25">
                        <a:tint val="15000"/>
                        <a:satMod val="350000"/>
                      </a:srgbClr>
                    </a:gs>
                  </a:gsLst>
                  <a:lin ang="16200000" scaled="1"/>
                </a:gradFill>
                <a:effectLst/>
              </a:tblPr>
              <a:tblGrid>
                <a:gridCol w="1061260">
                  <a:extLst>
                    <a:ext uri="{9D8B030D-6E8A-4147-A177-3AD203B41FA5}">
                      <a16:colId xmlns:a16="http://schemas.microsoft.com/office/drawing/2014/main" val="3594410964"/>
                    </a:ext>
                  </a:extLst>
                </a:gridCol>
                <a:gridCol w="1481140">
                  <a:extLst>
                    <a:ext uri="{9D8B030D-6E8A-4147-A177-3AD203B41FA5}">
                      <a16:colId xmlns:a16="http://schemas.microsoft.com/office/drawing/2014/main" val="1666896110"/>
                    </a:ext>
                  </a:extLst>
                </a:gridCol>
              </a:tblGrid>
              <a:tr h="733987">
                <a:tc>
                  <a:txBody>
                    <a:bodyPr/>
                    <a:lstStyle>
                      <a:lvl1pPr marL="0" algn="l" defTabSz="914400" rtl="0" eaLnBrk="1" latinLnBrk="0" hangingPunct="1">
                        <a:defRPr sz="1800" kern="1200">
                          <a:solidFill>
                            <a:schemeClr val="dk1"/>
                          </a:solidFill>
                          <a:latin typeface="Verdana"/>
                        </a:defRPr>
                      </a:lvl1pPr>
                      <a:lvl2pPr marL="457200" algn="l" defTabSz="914400" rtl="0" eaLnBrk="1" latinLnBrk="0" hangingPunct="1">
                        <a:defRPr sz="1800" kern="1200">
                          <a:solidFill>
                            <a:schemeClr val="dk1"/>
                          </a:solidFill>
                          <a:latin typeface="Verdana"/>
                        </a:defRPr>
                      </a:lvl2pPr>
                      <a:lvl3pPr marL="914400" algn="l" defTabSz="914400" rtl="0" eaLnBrk="1" latinLnBrk="0" hangingPunct="1">
                        <a:defRPr sz="1800" kern="1200">
                          <a:solidFill>
                            <a:schemeClr val="dk1"/>
                          </a:solidFill>
                          <a:latin typeface="Verdana"/>
                        </a:defRPr>
                      </a:lvl3pPr>
                      <a:lvl4pPr marL="1371600" algn="l" defTabSz="914400" rtl="0" eaLnBrk="1" latinLnBrk="0" hangingPunct="1">
                        <a:defRPr sz="1800" kern="1200">
                          <a:solidFill>
                            <a:schemeClr val="dk1"/>
                          </a:solidFill>
                          <a:latin typeface="Verdana"/>
                        </a:defRPr>
                      </a:lvl4pPr>
                      <a:lvl5pPr marL="1828800" algn="l" defTabSz="914400" rtl="0" eaLnBrk="1" latinLnBrk="0" hangingPunct="1">
                        <a:defRPr sz="1800" kern="1200">
                          <a:solidFill>
                            <a:schemeClr val="dk1"/>
                          </a:solidFill>
                          <a:latin typeface="Verdana"/>
                        </a:defRPr>
                      </a:lvl5pPr>
                      <a:lvl6pPr marL="2286000" algn="l" defTabSz="914400" rtl="0" eaLnBrk="1" latinLnBrk="0" hangingPunct="1">
                        <a:defRPr sz="1800" kern="1200">
                          <a:solidFill>
                            <a:schemeClr val="dk1"/>
                          </a:solidFill>
                          <a:latin typeface="Verdana"/>
                        </a:defRPr>
                      </a:lvl6pPr>
                      <a:lvl7pPr marL="2743200" algn="l" defTabSz="914400" rtl="0" eaLnBrk="1" latinLnBrk="0" hangingPunct="1">
                        <a:defRPr sz="1800" kern="1200">
                          <a:solidFill>
                            <a:schemeClr val="dk1"/>
                          </a:solidFill>
                          <a:latin typeface="Verdana"/>
                        </a:defRPr>
                      </a:lvl7pPr>
                      <a:lvl8pPr marL="3200400" algn="l" defTabSz="914400" rtl="0" eaLnBrk="1" latinLnBrk="0" hangingPunct="1">
                        <a:defRPr sz="1800" kern="1200">
                          <a:solidFill>
                            <a:schemeClr val="dk1"/>
                          </a:solidFill>
                          <a:latin typeface="Verdana"/>
                        </a:defRPr>
                      </a:lvl8pPr>
                      <a:lvl9pPr marL="3657600" algn="l" defTabSz="914400" rtl="0" eaLnBrk="1" latinLnBrk="0" hangingPunct="1">
                        <a:defRPr sz="1800" kern="1200">
                          <a:solidFill>
                            <a:schemeClr val="dk1"/>
                          </a:solidFill>
                          <a:latin typeface="Verdana"/>
                        </a:defRPr>
                      </a:lvl9pPr>
                    </a:lstStyle>
                    <a:p>
                      <a:pPr marL="0" algn="l" defTabSz="684367" rtl="0" eaLnBrk="1" latinLnBrk="0" hangingPunct="1">
                        <a:defRPr/>
                      </a:pPr>
                      <a:r>
                        <a:rPr lang="en-US" sz="800" b="1" kern="0">
                          <a:solidFill>
                            <a:srgbClr val="00A3E0"/>
                          </a:solidFill>
                          <a:latin typeface="Verdana"/>
                          <a:ea typeface="+mn-ea"/>
                          <a:cs typeface="+mn-cs"/>
                        </a:rPr>
                        <a:t>Cisco</a:t>
                      </a:r>
                      <a:endParaRPr lang="en-US" sz="800" b="1" kern="0">
                        <a:solidFill>
                          <a:srgbClr val="00A3E0"/>
                        </a:solidFill>
                        <a:latin typeface="+mn-lt"/>
                        <a:ea typeface="+mn-ea"/>
                        <a:cs typeface="+mn-cs"/>
                      </a:endParaRPr>
                    </a:p>
                    <a:p>
                      <a:pPr marL="99695" indent="-99695" defTabSz="684367">
                        <a:buFont typeface="Arial" panose="020B0604020202020204" pitchFamily="34" charset="0"/>
                        <a:buChar char="•"/>
                        <a:defRPr/>
                      </a:pPr>
                      <a:r>
                        <a:rPr lang="en-US" sz="800" kern="0">
                          <a:solidFill>
                            <a:prstClr val="black"/>
                          </a:solidFill>
                          <a:latin typeface="+mn-lt"/>
                        </a:rPr>
                        <a:t>Enterprise Architect</a:t>
                      </a:r>
                    </a:p>
                    <a:p>
                      <a:pPr marL="99695" indent="-99695" defTabSz="684367">
                        <a:buFont typeface="Arial" panose="020B0604020202020204" pitchFamily="34" charset="0"/>
                        <a:buChar char="•"/>
                        <a:defRPr/>
                      </a:pPr>
                      <a:r>
                        <a:rPr lang="en-US" sz="800" kern="0">
                          <a:solidFill>
                            <a:prstClr val="black"/>
                          </a:solidFill>
                          <a:latin typeface="+mn-lt"/>
                          <a:cs typeface="Calibri"/>
                        </a:rPr>
                        <a:t>Product Owner</a:t>
                      </a:r>
                    </a:p>
                  </a:txBody>
                  <a:tcPr marL="39804" marR="39804" marT="8757" marB="8757">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kern="1200">
                          <a:solidFill>
                            <a:schemeClr val="dk1"/>
                          </a:solidFill>
                          <a:latin typeface="Verdana"/>
                        </a:defRPr>
                      </a:lvl1pPr>
                      <a:lvl2pPr marL="457200" algn="l" defTabSz="914400" rtl="0" eaLnBrk="1" latinLnBrk="0" hangingPunct="1">
                        <a:defRPr sz="1800" kern="1200">
                          <a:solidFill>
                            <a:schemeClr val="dk1"/>
                          </a:solidFill>
                          <a:latin typeface="Verdana"/>
                        </a:defRPr>
                      </a:lvl2pPr>
                      <a:lvl3pPr marL="914400" algn="l" defTabSz="914400" rtl="0" eaLnBrk="1" latinLnBrk="0" hangingPunct="1">
                        <a:defRPr sz="1800" kern="1200">
                          <a:solidFill>
                            <a:schemeClr val="dk1"/>
                          </a:solidFill>
                          <a:latin typeface="Verdana"/>
                        </a:defRPr>
                      </a:lvl3pPr>
                      <a:lvl4pPr marL="1371600" algn="l" defTabSz="914400" rtl="0" eaLnBrk="1" latinLnBrk="0" hangingPunct="1">
                        <a:defRPr sz="1800" kern="1200">
                          <a:solidFill>
                            <a:schemeClr val="dk1"/>
                          </a:solidFill>
                          <a:latin typeface="Verdana"/>
                        </a:defRPr>
                      </a:lvl4pPr>
                      <a:lvl5pPr marL="1828800" algn="l" defTabSz="914400" rtl="0" eaLnBrk="1" latinLnBrk="0" hangingPunct="1">
                        <a:defRPr sz="1800" kern="1200">
                          <a:solidFill>
                            <a:schemeClr val="dk1"/>
                          </a:solidFill>
                          <a:latin typeface="Verdana"/>
                        </a:defRPr>
                      </a:lvl5pPr>
                      <a:lvl6pPr marL="2286000" algn="l" defTabSz="914400" rtl="0" eaLnBrk="1" latinLnBrk="0" hangingPunct="1">
                        <a:defRPr sz="1800" kern="1200">
                          <a:solidFill>
                            <a:schemeClr val="dk1"/>
                          </a:solidFill>
                          <a:latin typeface="Verdana"/>
                        </a:defRPr>
                      </a:lvl6pPr>
                      <a:lvl7pPr marL="2743200" algn="l" defTabSz="914400" rtl="0" eaLnBrk="1" latinLnBrk="0" hangingPunct="1">
                        <a:defRPr sz="1800" kern="1200">
                          <a:solidFill>
                            <a:schemeClr val="dk1"/>
                          </a:solidFill>
                          <a:latin typeface="Verdana"/>
                        </a:defRPr>
                      </a:lvl7pPr>
                      <a:lvl8pPr marL="3200400" algn="l" defTabSz="914400" rtl="0" eaLnBrk="1" latinLnBrk="0" hangingPunct="1">
                        <a:defRPr sz="1800" kern="1200">
                          <a:solidFill>
                            <a:schemeClr val="dk1"/>
                          </a:solidFill>
                          <a:latin typeface="Verdana"/>
                        </a:defRPr>
                      </a:lvl8pPr>
                      <a:lvl9pPr marL="3657600" algn="l" defTabSz="914400" rtl="0" eaLnBrk="1" latinLnBrk="0" hangingPunct="1">
                        <a:defRPr sz="1800" kern="1200">
                          <a:solidFill>
                            <a:schemeClr val="dk1"/>
                          </a:solidFill>
                          <a:latin typeface="Verdana"/>
                        </a:defRPr>
                      </a:lvl9pPr>
                    </a:lstStyle>
                    <a:p>
                      <a:pPr defTabSz="684367">
                        <a:defRPr/>
                      </a:pPr>
                      <a:r>
                        <a:rPr lang="en-US" sz="800" b="1" kern="0">
                          <a:latin typeface="+mn-lt"/>
                        </a:rPr>
                        <a:t>Deloitte</a:t>
                      </a:r>
                    </a:p>
                    <a:p>
                      <a:pPr marL="171450" indent="-171450" algn="l" defTabSz="684367" rtl="0" eaLnBrk="1" latinLnBrk="0" hangingPunct="1">
                        <a:buFont typeface="Arial" panose="020B0604020202020204" pitchFamily="34" charset="0"/>
                        <a:buChar char="•"/>
                        <a:defRPr/>
                      </a:pPr>
                      <a:r>
                        <a:rPr lang="en-US" sz="800" b="0" kern="0">
                          <a:solidFill>
                            <a:schemeClr val="dk1"/>
                          </a:solidFill>
                          <a:latin typeface="+mn-lt"/>
                          <a:ea typeface="+mn-ea"/>
                          <a:cs typeface="+mn-cs"/>
                        </a:rPr>
                        <a:t>Solution Architect</a:t>
                      </a:r>
                    </a:p>
                    <a:p>
                      <a:pPr marL="171450" indent="-171450" algn="l" defTabSz="684367" rtl="0" eaLnBrk="1" latinLnBrk="0" hangingPunct="1">
                        <a:buFont typeface="Arial" panose="020B0604020202020204" pitchFamily="34" charset="0"/>
                        <a:buChar char="•"/>
                        <a:defRPr/>
                      </a:pPr>
                      <a:r>
                        <a:rPr lang="en-US" sz="800" b="0" kern="0">
                          <a:solidFill>
                            <a:schemeClr val="dk1"/>
                          </a:solidFill>
                          <a:latin typeface="+mn-lt"/>
                          <a:ea typeface="+mn-ea"/>
                          <a:cs typeface="+mn-cs"/>
                        </a:rPr>
                        <a:t>Data Architect</a:t>
                      </a:r>
                    </a:p>
                  </a:txBody>
                  <a:tcPr marL="39804" marR="39804" marT="8757" marB="8757">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155054980"/>
                  </a:ext>
                </a:extLst>
              </a:tr>
            </a:tbl>
          </a:graphicData>
        </a:graphic>
      </p:graphicFrame>
      <p:sp>
        <p:nvSpPr>
          <p:cNvPr id="17" name="TextBox 16">
            <a:extLst>
              <a:ext uri="{FF2B5EF4-FFF2-40B4-BE49-F238E27FC236}">
                <a16:creationId xmlns:a16="http://schemas.microsoft.com/office/drawing/2014/main" id="{CD069FE3-D7B1-6CD1-C1EF-F1F4EEC629D5}"/>
              </a:ext>
            </a:extLst>
          </p:cNvPr>
          <p:cNvSpPr txBox="1"/>
          <p:nvPr/>
        </p:nvSpPr>
        <p:spPr>
          <a:xfrm>
            <a:off x="3769274" y="1965770"/>
            <a:ext cx="2345942" cy="250734"/>
          </a:xfrm>
          <a:prstGeom prst="roundRect">
            <a:avLst/>
          </a:prstGeom>
          <a:solidFill>
            <a:schemeClr val="accent4"/>
          </a:solidFill>
          <a:ln w="19050" algn="ctr">
            <a:noFill/>
            <a:miter lim="800000"/>
            <a:headEnd/>
            <a:tailEnd/>
          </a:ln>
        </p:spPr>
        <p:txBody>
          <a:bodyPr wrap="square" lIns="88900" tIns="88900" rIns="88900" bIns="88900" rtlCol="0" anchor="ctr"/>
          <a:lstStyle>
            <a:defPPr>
              <a:defRPr lang="en-US"/>
            </a:defPPr>
            <a:lvl1pPr algn="ctr">
              <a:defRPr sz="800" b="1" kern="0">
                <a:solidFill>
                  <a:schemeClr val="bg1"/>
                </a:solidFill>
              </a:defRPr>
            </a:lvl1pPr>
          </a:lstStyle>
          <a:p>
            <a:r>
              <a:rPr lang="en-US" sz="900"/>
              <a:t>PROGRAM LEADERSHIP</a:t>
            </a:r>
          </a:p>
        </p:txBody>
      </p:sp>
      <p:sp>
        <p:nvSpPr>
          <p:cNvPr id="18" name="Down Arrow 64">
            <a:extLst>
              <a:ext uri="{FF2B5EF4-FFF2-40B4-BE49-F238E27FC236}">
                <a16:creationId xmlns:a16="http://schemas.microsoft.com/office/drawing/2014/main" id="{6182A26B-10DD-84B3-B08D-1298530E75C6}"/>
              </a:ext>
            </a:extLst>
          </p:cNvPr>
          <p:cNvSpPr/>
          <p:nvPr/>
        </p:nvSpPr>
        <p:spPr bwMode="gray">
          <a:xfrm>
            <a:off x="4799302" y="2746561"/>
            <a:ext cx="245097" cy="214942"/>
          </a:xfrm>
          <a:prstGeom prst="downArrow">
            <a:avLst/>
          </a:prstGeom>
          <a:solidFill>
            <a:schemeClr val="bg1">
              <a:lumMod val="50000"/>
            </a:schemeClr>
          </a:solidFill>
          <a:ln w="19050" algn="ctr">
            <a:noFill/>
            <a:miter lim="800000"/>
            <a:headEnd/>
            <a:tailEnd/>
          </a:ln>
        </p:spPr>
        <p:txBody>
          <a:bodyPr wrap="square" lIns="75565" tIns="75565" rIns="75565" bIns="75565" rtlCol="0" anchor="ctr"/>
          <a:lstStyle/>
          <a:p>
            <a:pPr marL="0" marR="0" lvl="0" indent="0" algn="ctr" defTabSz="1036295" eaLnBrk="1" fontAlgn="auto" latinLnBrk="0" hangingPunct="1">
              <a:lnSpc>
                <a:spcPct val="106000"/>
              </a:lnSpc>
              <a:spcBef>
                <a:spcPts val="0"/>
              </a:spcBef>
              <a:spcAft>
                <a:spcPts val="0"/>
              </a:spcAft>
              <a:buClrTx/>
              <a:buSzTx/>
              <a:buFontTx/>
              <a:buNone/>
              <a:tabLst/>
              <a:defRPr/>
            </a:pPr>
            <a:endParaRPr kumimoji="0" lang="en-US" sz="1200" b="1" i="0" u="none" strike="noStrike" kern="0" cap="none" spc="0" normalizeH="0" baseline="0" noProof="0">
              <a:ln>
                <a:noFill/>
              </a:ln>
              <a:solidFill>
                <a:prstClr val="white"/>
              </a:solidFill>
              <a:effectLst/>
              <a:uLnTx/>
              <a:uFillTx/>
              <a:latin typeface="Open Sans"/>
            </a:endParaRPr>
          </a:p>
        </p:txBody>
      </p:sp>
      <p:graphicFrame>
        <p:nvGraphicFramePr>
          <p:cNvPr id="20" name="Table 19">
            <a:extLst>
              <a:ext uri="{FF2B5EF4-FFF2-40B4-BE49-F238E27FC236}">
                <a16:creationId xmlns:a16="http://schemas.microsoft.com/office/drawing/2014/main" id="{51E23C69-BD9C-9D26-86C8-B9D543FD80CB}"/>
              </a:ext>
            </a:extLst>
          </p:cNvPr>
          <p:cNvGraphicFramePr>
            <a:graphicFrameLocks noGrp="1"/>
          </p:cNvGraphicFramePr>
          <p:nvPr/>
        </p:nvGraphicFramePr>
        <p:xfrm>
          <a:off x="3780425" y="2231228"/>
          <a:ext cx="2330465" cy="493571"/>
        </p:xfrm>
        <a:graphic>
          <a:graphicData uri="http://schemas.openxmlformats.org/drawingml/2006/table">
            <a:tbl>
              <a:tblPr firstRow="1" bandRow="1">
                <a:gradFill rotWithShape="1">
                  <a:gsLst>
                    <a:gs pos="0">
                      <a:srgbClr val="86BC25">
                        <a:tint val="50000"/>
                        <a:satMod val="300000"/>
                      </a:srgbClr>
                    </a:gs>
                    <a:gs pos="35000">
                      <a:srgbClr val="86BC25">
                        <a:tint val="37000"/>
                        <a:satMod val="300000"/>
                      </a:srgbClr>
                    </a:gs>
                    <a:gs pos="100000">
                      <a:srgbClr val="86BC25">
                        <a:tint val="15000"/>
                        <a:satMod val="350000"/>
                      </a:srgbClr>
                    </a:gs>
                  </a:gsLst>
                  <a:lin ang="16200000" scaled="1"/>
                </a:gradFill>
                <a:effectLst/>
              </a:tblPr>
              <a:tblGrid>
                <a:gridCol w="857874">
                  <a:extLst>
                    <a:ext uri="{9D8B030D-6E8A-4147-A177-3AD203B41FA5}">
                      <a16:colId xmlns:a16="http://schemas.microsoft.com/office/drawing/2014/main" val="1059328594"/>
                    </a:ext>
                  </a:extLst>
                </a:gridCol>
                <a:gridCol w="1472591">
                  <a:extLst>
                    <a:ext uri="{9D8B030D-6E8A-4147-A177-3AD203B41FA5}">
                      <a16:colId xmlns:a16="http://schemas.microsoft.com/office/drawing/2014/main" val="3416312493"/>
                    </a:ext>
                  </a:extLst>
                </a:gridCol>
              </a:tblGrid>
              <a:tr h="493571">
                <a:tc>
                  <a:txBody>
                    <a:bodyPr/>
                    <a:lstStyle>
                      <a:lvl1pPr marL="0" algn="l" defTabSz="914400" rtl="0" eaLnBrk="1" latinLnBrk="0" hangingPunct="1">
                        <a:defRPr sz="1800" kern="1200">
                          <a:solidFill>
                            <a:schemeClr val="dk1"/>
                          </a:solidFill>
                          <a:latin typeface="Verdana"/>
                        </a:defRPr>
                      </a:lvl1pPr>
                      <a:lvl2pPr marL="457200" algn="l" defTabSz="914400" rtl="0" eaLnBrk="1" latinLnBrk="0" hangingPunct="1">
                        <a:defRPr sz="1800" kern="1200">
                          <a:solidFill>
                            <a:schemeClr val="dk1"/>
                          </a:solidFill>
                          <a:latin typeface="Verdana"/>
                        </a:defRPr>
                      </a:lvl2pPr>
                      <a:lvl3pPr marL="914400" algn="l" defTabSz="914400" rtl="0" eaLnBrk="1" latinLnBrk="0" hangingPunct="1">
                        <a:defRPr sz="1800" kern="1200">
                          <a:solidFill>
                            <a:schemeClr val="dk1"/>
                          </a:solidFill>
                          <a:latin typeface="Verdana"/>
                        </a:defRPr>
                      </a:lvl3pPr>
                      <a:lvl4pPr marL="1371600" algn="l" defTabSz="914400" rtl="0" eaLnBrk="1" latinLnBrk="0" hangingPunct="1">
                        <a:defRPr sz="1800" kern="1200">
                          <a:solidFill>
                            <a:schemeClr val="dk1"/>
                          </a:solidFill>
                          <a:latin typeface="Verdana"/>
                        </a:defRPr>
                      </a:lvl4pPr>
                      <a:lvl5pPr marL="1828800" algn="l" defTabSz="914400" rtl="0" eaLnBrk="1" latinLnBrk="0" hangingPunct="1">
                        <a:defRPr sz="1800" kern="1200">
                          <a:solidFill>
                            <a:schemeClr val="dk1"/>
                          </a:solidFill>
                          <a:latin typeface="Verdana"/>
                        </a:defRPr>
                      </a:lvl5pPr>
                      <a:lvl6pPr marL="2286000" algn="l" defTabSz="914400" rtl="0" eaLnBrk="1" latinLnBrk="0" hangingPunct="1">
                        <a:defRPr sz="1800" kern="1200">
                          <a:solidFill>
                            <a:schemeClr val="dk1"/>
                          </a:solidFill>
                          <a:latin typeface="Verdana"/>
                        </a:defRPr>
                      </a:lvl6pPr>
                      <a:lvl7pPr marL="2743200" algn="l" defTabSz="914400" rtl="0" eaLnBrk="1" latinLnBrk="0" hangingPunct="1">
                        <a:defRPr sz="1800" kern="1200">
                          <a:solidFill>
                            <a:schemeClr val="dk1"/>
                          </a:solidFill>
                          <a:latin typeface="Verdana"/>
                        </a:defRPr>
                      </a:lvl7pPr>
                      <a:lvl8pPr marL="3200400" algn="l" defTabSz="914400" rtl="0" eaLnBrk="1" latinLnBrk="0" hangingPunct="1">
                        <a:defRPr sz="1800" kern="1200">
                          <a:solidFill>
                            <a:schemeClr val="dk1"/>
                          </a:solidFill>
                          <a:latin typeface="Verdana"/>
                        </a:defRPr>
                      </a:lvl8pPr>
                      <a:lvl9pPr marL="3657600" algn="l" defTabSz="914400" rtl="0" eaLnBrk="1" latinLnBrk="0" hangingPunct="1">
                        <a:defRPr sz="1800" kern="1200">
                          <a:solidFill>
                            <a:schemeClr val="dk1"/>
                          </a:solidFill>
                          <a:latin typeface="Verdana"/>
                        </a:defRPr>
                      </a:lvl9pPr>
                    </a:lstStyle>
                    <a:p>
                      <a:pPr marL="0" algn="l" defTabSz="684367" rtl="0" eaLnBrk="1" latinLnBrk="0" hangingPunct="1">
                        <a:defRPr/>
                      </a:pPr>
                      <a:r>
                        <a:rPr lang="en-US" sz="800" b="1" kern="0">
                          <a:solidFill>
                            <a:srgbClr val="00A3E0"/>
                          </a:solidFill>
                          <a:latin typeface="+mn-lt"/>
                          <a:ea typeface="+mn-ea"/>
                          <a:cs typeface="+mn-cs"/>
                        </a:rPr>
                        <a:t>Cisco</a:t>
                      </a:r>
                    </a:p>
                    <a:p>
                      <a:pPr marL="99695" indent="-99695" defTabSz="684367">
                        <a:buFont typeface="Arial" panose="020B0604020202020204" pitchFamily="34" charset="0"/>
                        <a:buChar char="•"/>
                        <a:defRPr/>
                      </a:pPr>
                      <a:r>
                        <a:rPr lang="en-US" sz="800" kern="0">
                          <a:solidFill>
                            <a:prstClr val="black"/>
                          </a:solidFill>
                          <a:latin typeface="+mn-lt"/>
                          <a:cs typeface="Calibri"/>
                        </a:rPr>
                        <a:t>Program Manager</a:t>
                      </a:r>
                    </a:p>
                  </a:txBody>
                  <a:tcPr marL="39804" marR="39804" marT="7961" marB="7961">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kern="1200">
                          <a:solidFill>
                            <a:schemeClr val="dk1"/>
                          </a:solidFill>
                          <a:latin typeface="Verdana"/>
                        </a:defRPr>
                      </a:lvl1pPr>
                      <a:lvl2pPr marL="457200" algn="l" defTabSz="914400" rtl="0" eaLnBrk="1" latinLnBrk="0" hangingPunct="1">
                        <a:defRPr sz="1800" kern="1200">
                          <a:solidFill>
                            <a:schemeClr val="dk1"/>
                          </a:solidFill>
                          <a:latin typeface="Verdana"/>
                        </a:defRPr>
                      </a:lvl2pPr>
                      <a:lvl3pPr marL="914400" algn="l" defTabSz="914400" rtl="0" eaLnBrk="1" latinLnBrk="0" hangingPunct="1">
                        <a:defRPr sz="1800" kern="1200">
                          <a:solidFill>
                            <a:schemeClr val="dk1"/>
                          </a:solidFill>
                          <a:latin typeface="Verdana"/>
                        </a:defRPr>
                      </a:lvl3pPr>
                      <a:lvl4pPr marL="1371600" algn="l" defTabSz="914400" rtl="0" eaLnBrk="1" latinLnBrk="0" hangingPunct="1">
                        <a:defRPr sz="1800" kern="1200">
                          <a:solidFill>
                            <a:schemeClr val="dk1"/>
                          </a:solidFill>
                          <a:latin typeface="Verdana"/>
                        </a:defRPr>
                      </a:lvl4pPr>
                      <a:lvl5pPr marL="1828800" algn="l" defTabSz="914400" rtl="0" eaLnBrk="1" latinLnBrk="0" hangingPunct="1">
                        <a:defRPr sz="1800" kern="1200">
                          <a:solidFill>
                            <a:schemeClr val="dk1"/>
                          </a:solidFill>
                          <a:latin typeface="Verdana"/>
                        </a:defRPr>
                      </a:lvl5pPr>
                      <a:lvl6pPr marL="2286000" algn="l" defTabSz="914400" rtl="0" eaLnBrk="1" latinLnBrk="0" hangingPunct="1">
                        <a:defRPr sz="1800" kern="1200">
                          <a:solidFill>
                            <a:schemeClr val="dk1"/>
                          </a:solidFill>
                          <a:latin typeface="Verdana"/>
                        </a:defRPr>
                      </a:lvl6pPr>
                      <a:lvl7pPr marL="2743200" algn="l" defTabSz="914400" rtl="0" eaLnBrk="1" latinLnBrk="0" hangingPunct="1">
                        <a:defRPr sz="1800" kern="1200">
                          <a:solidFill>
                            <a:schemeClr val="dk1"/>
                          </a:solidFill>
                          <a:latin typeface="Verdana"/>
                        </a:defRPr>
                      </a:lvl7pPr>
                      <a:lvl8pPr marL="3200400" algn="l" defTabSz="914400" rtl="0" eaLnBrk="1" latinLnBrk="0" hangingPunct="1">
                        <a:defRPr sz="1800" kern="1200">
                          <a:solidFill>
                            <a:schemeClr val="dk1"/>
                          </a:solidFill>
                          <a:latin typeface="Verdana"/>
                        </a:defRPr>
                      </a:lvl8pPr>
                      <a:lvl9pPr marL="3657600" algn="l" defTabSz="914400" rtl="0" eaLnBrk="1" latinLnBrk="0" hangingPunct="1">
                        <a:defRPr sz="1800" kern="1200">
                          <a:solidFill>
                            <a:schemeClr val="dk1"/>
                          </a:solidFill>
                          <a:latin typeface="Verdana"/>
                        </a:defRPr>
                      </a:lvl9pPr>
                    </a:lstStyle>
                    <a:p>
                      <a:pPr defTabSz="684367">
                        <a:defRPr/>
                      </a:pPr>
                      <a:r>
                        <a:rPr lang="en-US" sz="800" b="1" kern="0">
                          <a:latin typeface="+mn-lt"/>
                        </a:rPr>
                        <a:t>Deloitte</a:t>
                      </a:r>
                    </a:p>
                    <a:p>
                      <a:pPr marL="99695" indent="-99695" defTabSz="684367">
                        <a:buFont typeface="Arial" panose="020B0604020202020204" pitchFamily="34" charset="0"/>
                        <a:buChar char="•"/>
                        <a:defRPr/>
                      </a:pPr>
                      <a:r>
                        <a:rPr lang="en-US" sz="800" kern="0">
                          <a:solidFill>
                            <a:prstClr val="black"/>
                          </a:solidFill>
                          <a:latin typeface="+mn-lt"/>
                        </a:rPr>
                        <a:t>Lead Engagement Partner </a:t>
                      </a:r>
                    </a:p>
                    <a:p>
                      <a:pPr marL="99695" indent="-99695">
                        <a:buFont typeface="Arial" panose="020B0604020202020204" pitchFamily="34" charset="0"/>
                        <a:buChar char="•"/>
                      </a:pPr>
                      <a:r>
                        <a:rPr lang="en-US" sz="800" kern="0">
                          <a:solidFill>
                            <a:prstClr val="black"/>
                          </a:solidFill>
                          <a:latin typeface="+mn-lt"/>
                        </a:rPr>
                        <a:t>Technical Leader</a:t>
                      </a:r>
                    </a:p>
                  </a:txBody>
                  <a:tcPr marL="39804" marR="39804" marT="7961" marB="7961">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2962820"/>
                  </a:ext>
                </a:extLst>
              </a:tr>
            </a:tbl>
          </a:graphicData>
        </a:graphic>
      </p:graphicFrame>
      <p:graphicFrame>
        <p:nvGraphicFramePr>
          <p:cNvPr id="21" name="Table 20">
            <a:extLst>
              <a:ext uri="{FF2B5EF4-FFF2-40B4-BE49-F238E27FC236}">
                <a16:creationId xmlns:a16="http://schemas.microsoft.com/office/drawing/2014/main" id="{AD4CF484-2DD5-67C4-E463-3346E388B327}"/>
              </a:ext>
            </a:extLst>
          </p:cNvPr>
          <p:cNvGraphicFramePr>
            <a:graphicFrameLocks noGrp="1"/>
          </p:cNvGraphicFramePr>
          <p:nvPr/>
        </p:nvGraphicFramePr>
        <p:xfrm>
          <a:off x="3799437" y="3297908"/>
          <a:ext cx="2607100" cy="503602"/>
        </p:xfrm>
        <a:graphic>
          <a:graphicData uri="http://schemas.openxmlformats.org/drawingml/2006/table">
            <a:tbl>
              <a:tblPr firstRow="1" bandRow="1">
                <a:gradFill rotWithShape="1">
                  <a:gsLst>
                    <a:gs pos="0">
                      <a:srgbClr val="86BC25">
                        <a:tint val="50000"/>
                        <a:satMod val="300000"/>
                      </a:srgbClr>
                    </a:gs>
                    <a:gs pos="35000">
                      <a:srgbClr val="86BC25">
                        <a:tint val="37000"/>
                        <a:satMod val="300000"/>
                      </a:srgbClr>
                    </a:gs>
                    <a:gs pos="100000">
                      <a:srgbClr val="86BC25">
                        <a:tint val="15000"/>
                        <a:satMod val="350000"/>
                      </a:srgbClr>
                    </a:gs>
                  </a:gsLst>
                  <a:lin ang="16200000" scaled="1"/>
                </a:gradFill>
                <a:effectLst/>
              </a:tblPr>
              <a:tblGrid>
                <a:gridCol w="832109">
                  <a:extLst>
                    <a:ext uri="{9D8B030D-6E8A-4147-A177-3AD203B41FA5}">
                      <a16:colId xmlns:a16="http://schemas.microsoft.com/office/drawing/2014/main" val="1110395636"/>
                    </a:ext>
                  </a:extLst>
                </a:gridCol>
                <a:gridCol w="1774991">
                  <a:extLst>
                    <a:ext uri="{9D8B030D-6E8A-4147-A177-3AD203B41FA5}">
                      <a16:colId xmlns:a16="http://schemas.microsoft.com/office/drawing/2014/main" val="4294383231"/>
                    </a:ext>
                  </a:extLst>
                </a:gridCol>
              </a:tblGrid>
              <a:tr h="493571">
                <a:tc>
                  <a:txBody>
                    <a:bodyPr/>
                    <a:lstStyle>
                      <a:lvl1pPr marL="0" algn="l" defTabSz="914400" rtl="0" eaLnBrk="1" latinLnBrk="0" hangingPunct="1">
                        <a:defRPr sz="1800" kern="1200">
                          <a:solidFill>
                            <a:schemeClr val="dk1"/>
                          </a:solidFill>
                          <a:latin typeface="Verdana"/>
                        </a:defRPr>
                      </a:lvl1pPr>
                      <a:lvl2pPr marL="457200" algn="l" defTabSz="914400" rtl="0" eaLnBrk="1" latinLnBrk="0" hangingPunct="1">
                        <a:defRPr sz="1800" kern="1200">
                          <a:solidFill>
                            <a:schemeClr val="dk1"/>
                          </a:solidFill>
                          <a:latin typeface="Verdana"/>
                        </a:defRPr>
                      </a:lvl2pPr>
                      <a:lvl3pPr marL="914400" algn="l" defTabSz="914400" rtl="0" eaLnBrk="1" latinLnBrk="0" hangingPunct="1">
                        <a:defRPr sz="1800" kern="1200">
                          <a:solidFill>
                            <a:schemeClr val="dk1"/>
                          </a:solidFill>
                          <a:latin typeface="Verdana"/>
                        </a:defRPr>
                      </a:lvl3pPr>
                      <a:lvl4pPr marL="1371600" algn="l" defTabSz="914400" rtl="0" eaLnBrk="1" latinLnBrk="0" hangingPunct="1">
                        <a:defRPr sz="1800" kern="1200">
                          <a:solidFill>
                            <a:schemeClr val="dk1"/>
                          </a:solidFill>
                          <a:latin typeface="Verdana"/>
                        </a:defRPr>
                      </a:lvl4pPr>
                      <a:lvl5pPr marL="1828800" algn="l" defTabSz="914400" rtl="0" eaLnBrk="1" latinLnBrk="0" hangingPunct="1">
                        <a:defRPr sz="1800" kern="1200">
                          <a:solidFill>
                            <a:schemeClr val="dk1"/>
                          </a:solidFill>
                          <a:latin typeface="Verdana"/>
                        </a:defRPr>
                      </a:lvl5pPr>
                      <a:lvl6pPr marL="2286000" algn="l" defTabSz="914400" rtl="0" eaLnBrk="1" latinLnBrk="0" hangingPunct="1">
                        <a:defRPr sz="1800" kern="1200">
                          <a:solidFill>
                            <a:schemeClr val="dk1"/>
                          </a:solidFill>
                          <a:latin typeface="Verdana"/>
                        </a:defRPr>
                      </a:lvl6pPr>
                      <a:lvl7pPr marL="2743200" algn="l" defTabSz="914400" rtl="0" eaLnBrk="1" latinLnBrk="0" hangingPunct="1">
                        <a:defRPr sz="1800" kern="1200">
                          <a:solidFill>
                            <a:schemeClr val="dk1"/>
                          </a:solidFill>
                          <a:latin typeface="Verdana"/>
                        </a:defRPr>
                      </a:lvl7pPr>
                      <a:lvl8pPr marL="3200400" algn="l" defTabSz="914400" rtl="0" eaLnBrk="1" latinLnBrk="0" hangingPunct="1">
                        <a:defRPr sz="1800" kern="1200">
                          <a:solidFill>
                            <a:schemeClr val="dk1"/>
                          </a:solidFill>
                          <a:latin typeface="Verdana"/>
                        </a:defRPr>
                      </a:lvl8pPr>
                      <a:lvl9pPr marL="3657600" algn="l" defTabSz="914400" rtl="0" eaLnBrk="1" latinLnBrk="0" hangingPunct="1">
                        <a:defRPr sz="1800" kern="1200">
                          <a:solidFill>
                            <a:schemeClr val="dk1"/>
                          </a:solidFill>
                          <a:latin typeface="Verdana"/>
                        </a:defRPr>
                      </a:lvl9pPr>
                    </a:lstStyle>
                    <a:p>
                      <a:pPr marL="0" algn="l" defTabSz="684367" rtl="0" eaLnBrk="1" latinLnBrk="0" hangingPunct="1">
                        <a:defRPr/>
                      </a:pPr>
                      <a:r>
                        <a:rPr lang="en-US" sz="800" b="1" kern="0">
                          <a:solidFill>
                            <a:srgbClr val="00A3E0"/>
                          </a:solidFill>
                          <a:latin typeface="+mn-lt"/>
                          <a:ea typeface="+mn-ea"/>
                          <a:cs typeface="+mn-cs"/>
                        </a:rPr>
                        <a:t>Cisco</a:t>
                      </a:r>
                    </a:p>
                    <a:p>
                      <a:pPr marL="171450" indent="-171450" defTabSz="684367">
                        <a:buFont typeface="Arial" panose="020B0604020202020204" pitchFamily="34" charset="0"/>
                        <a:buChar char="•"/>
                        <a:defRPr/>
                      </a:pPr>
                      <a:r>
                        <a:rPr lang="en-US" sz="800" b="0" kern="0">
                          <a:solidFill>
                            <a:schemeClr val="tx1"/>
                          </a:solidFill>
                          <a:latin typeface="+mn-lt"/>
                        </a:rPr>
                        <a:t>Product Owners</a:t>
                      </a:r>
                    </a:p>
                    <a:p>
                      <a:pPr marL="171450" indent="-171450" defTabSz="684367">
                        <a:buFont typeface="Arial" panose="020B0604020202020204" pitchFamily="34" charset="0"/>
                        <a:buChar char="•"/>
                        <a:defRPr/>
                      </a:pPr>
                      <a:endParaRPr lang="en-US" sz="800" b="0" kern="0">
                        <a:solidFill>
                          <a:schemeClr val="tx1"/>
                        </a:solidFill>
                        <a:latin typeface="+mn-lt"/>
                      </a:endParaRPr>
                    </a:p>
                  </a:txBody>
                  <a:tcPr marL="39804" marR="39804" marT="7961" marB="7961">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kern="1200">
                          <a:solidFill>
                            <a:schemeClr val="dk1"/>
                          </a:solidFill>
                          <a:latin typeface="Verdana"/>
                        </a:defRPr>
                      </a:lvl1pPr>
                      <a:lvl2pPr marL="457200" algn="l" defTabSz="914400" rtl="0" eaLnBrk="1" latinLnBrk="0" hangingPunct="1">
                        <a:defRPr sz="1800" kern="1200">
                          <a:solidFill>
                            <a:schemeClr val="dk1"/>
                          </a:solidFill>
                          <a:latin typeface="Verdana"/>
                        </a:defRPr>
                      </a:lvl2pPr>
                      <a:lvl3pPr marL="914400" algn="l" defTabSz="914400" rtl="0" eaLnBrk="1" latinLnBrk="0" hangingPunct="1">
                        <a:defRPr sz="1800" kern="1200">
                          <a:solidFill>
                            <a:schemeClr val="dk1"/>
                          </a:solidFill>
                          <a:latin typeface="Verdana"/>
                        </a:defRPr>
                      </a:lvl3pPr>
                      <a:lvl4pPr marL="1371600" algn="l" defTabSz="914400" rtl="0" eaLnBrk="1" latinLnBrk="0" hangingPunct="1">
                        <a:defRPr sz="1800" kern="1200">
                          <a:solidFill>
                            <a:schemeClr val="dk1"/>
                          </a:solidFill>
                          <a:latin typeface="Verdana"/>
                        </a:defRPr>
                      </a:lvl4pPr>
                      <a:lvl5pPr marL="1828800" algn="l" defTabSz="914400" rtl="0" eaLnBrk="1" latinLnBrk="0" hangingPunct="1">
                        <a:defRPr sz="1800" kern="1200">
                          <a:solidFill>
                            <a:schemeClr val="dk1"/>
                          </a:solidFill>
                          <a:latin typeface="Verdana"/>
                        </a:defRPr>
                      </a:lvl5pPr>
                      <a:lvl6pPr marL="2286000" algn="l" defTabSz="914400" rtl="0" eaLnBrk="1" latinLnBrk="0" hangingPunct="1">
                        <a:defRPr sz="1800" kern="1200">
                          <a:solidFill>
                            <a:schemeClr val="dk1"/>
                          </a:solidFill>
                          <a:latin typeface="Verdana"/>
                        </a:defRPr>
                      </a:lvl6pPr>
                      <a:lvl7pPr marL="2743200" algn="l" defTabSz="914400" rtl="0" eaLnBrk="1" latinLnBrk="0" hangingPunct="1">
                        <a:defRPr sz="1800" kern="1200">
                          <a:solidFill>
                            <a:schemeClr val="dk1"/>
                          </a:solidFill>
                          <a:latin typeface="Verdana"/>
                        </a:defRPr>
                      </a:lvl7pPr>
                      <a:lvl8pPr marL="3200400" algn="l" defTabSz="914400" rtl="0" eaLnBrk="1" latinLnBrk="0" hangingPunct="1">
                        <a:defRPr sz="1800" kern="1200">
                          <a:solidFill>
                            <a:schemeClr val="dk1"/>
                          </a:solidFill>
                          <a:latin typeface="Verdana"/>
                        </a:defRPr>
                      </a:lvl8pPr>
                      <a:lvl9pPr marL="3657600" algn="l" defTabSz="914400" rtl="0" eaLnBrk="1" latinLnBrk="0" hangingPunct="1">
                        <a:defRPr sz="1800" kern="1200">
                          <a:solidFill>
                            <a:schemeClr val="dk1"/>
                          </a:solidFill>
                          <a:latin typeface="Verdana"/>
                        </a:defRPr>
                      </a:lvl9pPr>
                    </a:lstStyle>
                    <a:p>
                      <a:pPr defTabSz="684367">
                        <a:defRPr/>
                      </a:pPr>
                      <a:r>
                        <a:rPr lang="en-US" sz="800" b="1" kern="0">
                          <a:latin typeface="+mn-lt"/>
                        </a:rPr>
                        <a:t>Deloitte</a:t>
                      </a:r>
                    </a:p>
                    <a:p>
                      <a:pPr marL="99695" lvl="0" indent="-99695">
                        <a:buFont typeface="Arial" panose="020B0604020202020204" pitchFamily="34" charset="0"/>
                        <a:buChar char="•"/>
                      </a:pPr>
                      <a:r>
                        <a:rPr lang="en-US" sz="800" kern="0">
                          <a:solidFill>
                            <a:prstClr val="black"/>
                          </a:solidFill>
                          <a:latin typeface="+mn-lt"/>
                        </a:rPr>
                        <a:t>Program Manager</a:t>
                      </a:r>
                    </a:p>
                    <a:p>
                      <a:pPr marL="99695" indent="-99695">
                        <a:buFont typeface="Arial" panose="020B0604020202020204" pitchFamily="34" charset="0"/>
                        <a:buChar char="•"/>
                      </a:pPr>
                      <a:r>
                        <a:rPr lang="en-US" sz="800" kern="0">
                          <a:solidFill>
                            <a:prstClr val="black"/>
                          </a:solidFill>
                          <a:latin typeface="+mn-lt"/>
                          <a:cs typeface="Calibri"/>
                        </a:rPr>
                        <a:t>Delivery Leader</a:t>
                      </a:r>
                    </a:p>
                  </a:txBody>
                  <a:tcPr marL="39804" marR="39804" marT="7961" marB="7961">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47561591"/>
                  </a:ext>
                </a:extLst>
              </a:tr>
            </a:tbl>
          </a:graphicData>
        </a:graphic>
      </p:graphicFrame>
      <p:sp>
        <p:nvSpPr>
          <p:cNvPr id="22" name="TextBox 21">
            <a:extLst>
              <a:ext uri="{FF2B5EF4-FFF2-40B4-BE49-F238E27FC236}">
                <a16:creationId xmlns:a16="http://schemas.microsoft.com/office/drawing/2014/main" id="{7A6CC207-4746-C24B-00DD-305463DE9DD6}"/>
              </a:ext>
            </a:extLst>
          </p:cNvPr>
          <p:cNvSpPr txBox="1"/>
          <p:nvPr/>
        </p:nvSpPr>
        <p:spPr>
          <a:xfrm>
            <a:off x="3780425" y="2998456"/>
            <a:ext cx="2319314" cy="250734"/>
          </a:xfrm>
          <a:prstGeom prst="roundRect">
            <a:avLst/>
          </a:prstGeom>
          <a:solidFill>
            <a:schemeClr val="accent4"/>
          </a:solidFill>
          <a:ln w="19050" algn="ctr">
            <a:noFill/>
            <a:miter lim="800000"/>
            <a:headEnd/>
            <a:tailEnd/>
          </a:ln>
        </p:spPr>
        <p:txBody>
          <a:bodyPr wrap="square" lIns="88900" tIns="88900" rIns="88900" bIns="88900" rtlCol="0" anchor="ctr"/>
          <a:lstStyle>
            <a:defPPr>
              <a:defRPr lang="en-US"/>
            </a:defPPr>
            <a:lvl1pPr algn="ctr">
              <a:defRPr sz="800" b="1" kern="0">
                <a:solidFill>
                  <a:schemeClr val="bg1"/>
                </a:solidFill>
              </a:defRPr>
            </a:lvl1pPr>
          </a:lstStyle>
          <a:p>
            <a:r>
              <a:rPr lang="en-US" sz="900"/>
              <a:t>PROJECT MANAGEMENT</a:t>
            </a:r>
          </a:p>
        </p:txBody>
      </p:sp>
      <p:sp>
        <p:nvSpPr>
          <p:cNvPr id="23" name="TextBox 22">
            <a:extLst>
              <a:ext uri="{FF2B5EF4-FFF2-40B4-BE49-F238E27FC236}">
                <a16:creationId xmlns:a16="http://schemas.microsoft.com/office/drawing/2014/main" id="{310002BD-437F-187B-60B6-1E3434A6CD17}"/>
              </a:ext>
            </a:extLst>
          </p:cNvPr>
          <p:cNvSpPr txBox="1"/>
          <p:nvPr/>
        </p:nvSpPr>
        <p:spPr>
          <a:xfrm>
            <a:off x="532297" y="4103565"/>
            <a:ext cx="2674802" cy="250734"/>
          </a:xfrm>
          <a:prstGeom prst="roundRect">
            <a:avLst/>
          </a:prstGeom>
          <a:solidFill>
            <a:srgbClr val="00A3E0"/>
          </a:solidFill>
          <a:ln w="19050" algn="ctr">
            <a:noFill/>
            <a:miter lim="800000"/>
            <a:headEnd/>
            <a:tailEnd/>
          </a:ln>
        </p:spPr>
        <p:txBody>
          <a:bodyPr wrap="square" lIns="88900" tIns="88900" rIns="88900" bIns="88900" rtlCol="0" anchor="ctr"/>
          <a:lstStyle>
            <a:defPPr>
              <a:defRPr lang="en-US"/>
            </a:defPPr>
            <a:lvl1pPr algn="ctr">
              <a:defRPr sz="800" b="1" kern="0">
                <a:solidFill>
                  <a:schemeClr val="bg1"/>
                </a:solidFill>
              </a:defRPr>
            </a:lvl1pPr>
          </a:lstStyle>
          <a:p>
            <a:r>
              <a:rPr lang="en-US" sz="900"/>
              <a:t>ARCHITECTS</a:t>
            </a:r>
          </a:p>
        </p:txBody>
      </p:sp>
      <p:sp>
        <p:nvSpPr>
          <p:cNvPr id="24" name="TextBox 23">
            <a:extLst>
              <a:ext uri="{FF2B5EF4-FFF2-40B4-BE49-F238E27FC236}">
                <a16:creationId xmlns:a16="http://schemas.microsoft.com/office/drawing/2014/main" id="{34C09902-62B9-194B-C687-2C0E5AE8438B}"/>
              </a:ext>
            </a:extLst>
          </p:cNvPr>
          <p:cNvSpPr txBox="1"/>
          <p:nvPr/>
        </p:nvSpPr>
        <p:spPr>
          <a:xfrm>
            <a:off x="3346247" y="5141242"/>
            <a:ext cx="2674802" cy="250734"/>
          </a:xfrm>
          <a:prstGeom prst="roundRect">
            <a:avLst/>
          </a:prstGeom>
          <a:solidFill>
            <a:srgbClr val="00A3E0"/>
          </a:solidFill>
          <a:ln w="19050" algn="ctr">
            <a:noFill/>
            <a:miter lim="800000"/>
            <a:headEnd/>
            <a:tailEnd/>
          </a:ln>
        </p:spPr>
        <p:txBody>
          <a:bodyPr wrap="square" lIns="88900" tIns="88900" rIns="88900" bIns="88900" rtlCol="0" anchor="ctr"/>
          <a:lstStyle>
            <a:defPPr>
              <a:defRPr lang="en-US"/>
            </a:defPPr>
            <a:lvl1pPr algn="ctr">
              <a:defRPr sz="800" b="1" kern="0">
                <a:solidFill>
                  <a:schemeClr val="bg1"/>
                </a:solidFill>
              </a:defRPr>
            </a:lvl1pPr>
          </a:lstStyle>
          <a:p>
            <a:pPr defTabSz="762043">
              <a:defRPr/>
            </a:pPr>
            <a:r>
              <a:rPr lang="en-US" sz="900"/>
              <a:t>REPORTING POD</a:t>
            </a:r>
            <a:endParaRPr lang="en-US" sz="900">
              <a:cs typeface="Calibri"/>
            </a:endParaRPr>
          </a:p>
        </p:txBody>
      </p:sp>
      <p:sp>
        <p:nvSpPr>
          <p:cNvPr id="25" name="TextBox 24">
            <a:extLst>
              <a:ext uri="{FF2B5EF4-FFF2-40B4-BE49-F238E27FC236}">
                <a16:creationId xmlns:a16="http://schemas.microsoft.com/office/drawing/2014/main" id="{1DCDE768-648A-3E14-EFDC-A7AA2559E97F}"/>
              </a:ext>
            </a:extLst>
          </p:cNvPr>
          <p:cNvSpPr txBox="1"/>
          <p:nvPr/>
        </p:nvSpPr>
        <p:spPr>
          <a:xfrm>
            <a:off x="6151122" y="5141242"/>
            <a:ext cx="2674802" cy="250735"/>
          </a:xfrm>
          <a:prstGeom prst="roundRect">
            <a:avLst/>
          </a:prstGeom>
          <a:solidFill>
            <a:srgbClr val="00A3E0"/>
          </a:solidFill>
          <a:ln w="19050" algn="ctr">
            <a:noFill/>
            <a:miter lim="800000"/>
            <a:headEnd/>
            <a:tailEnd/>
          </a:ln>
        </p:spPr>
        <p:txBody>
          <a:bodyPr wrap="square" lIns="88900" tIns="88900" rIns="88900" bIns="88900" rtlCol="0" anchor="ctr"/>
          <a:lstStyle>
            <a:defPPr>
              <a:defRPr lang="en-US"/>
            </a:defPPr>
            <a:lvl1pPr algn="ctr">
              <a:defRPr sz="800" b="1" kern="0">
                <a:solidFill>
                  <a:schemeClr val="bg1"/>
                </a:solidFill>
              </a:defRPr>
            </a:lvl1pPr>
          </a:lstStyle>
          <a:p>
            <a:r>
              <a:rPr lang="en-US" sz="900"/>
              <a:t>QA POD</a:t>
            </a:r>
          </a:p>
        </p:txBody>
      </p:sp>
      <p:graphicFrame>
        <p:nvGraphicFramePr>
          <p:cNvPr id="26" name="Table 25">
            <a:extLst>
              <a:ext uri="{FF2B5EF4-FFF2-40B4-BE49-F238E27FC236}">
                <a16:creationId xmlns:a16="http://schemas.microsoft.com/office/drawing/2014/main" id="{96B43F9C-5A0C-7DBF-54A4-82442E469F88}"/>
              </a:ext>
            </a:extLst>
          </p:cNvPr>
          <p:cNvGraphicFramePr>
            <a:graphicFrameLocks noGrp="1"/>
          </p:cNvGraphicFramePr>
          <p:nvPr/>
        </p:nvGraphicFramePr>
        <p:xfrm>
          <a:off x="3346247" y="5436818"/>
          <a:ext cx="2654280" cy="520637"/>
        </p:xfrm>
        <a:graphic>
          <a:graphicData uri="http://schemas.openxmlformats.org/drawingml/2006/table">
            <a:tbl>
              <a:tblPr firstRow="1" bandRow="1">
                <a:gradFill rotWithShape="1">
                  <a:gsLst>
                    <a:gs pos="0">
                      <a:srgbClr val="86BC25">
                        <a:tint val="50000"/>
                        <a:satMod val="300000"/>
                      </a:srgbClr>
                    </a:gs>
                    <a:gs pos="35000">
                      <a:srgbClr val="86BC25">
                        <a:tint val="37000"/>
                        <a:satMod val="300000"/>
                      </a:srgbClr>
                    </a:gs>
                    <a:gs pos="100000">
                      <a:srgbClr val="86BC25">
                        <a:tint val="15000"/>
                        <a:satMod val="350000"/>
                      </a:srgbClr>
                    </a:gs>
                  </a:gsLst>
                  <a:lin ang="16200000" scaled="1"/>
                </a:gradFill>
                <a:effectLst/>
              </a:tblPr>
              <a:tblGrid>
                <a:gridCol w="1034280">
                  <a:extLst>
                    <a:ext uri="{9D8B030D-6E8A-4147-A177-3AD203B41FA5}">
                      <a16:colId xmlns:a16="http://schemas.microsoft.com/office/drawing/2014/main" val="3641870262"/>
                    </a:ext>
                  </a:extLst>
                </a:gridCol>
                <a:gridCol w="1620000">
                  <a:extLst>
                    <a:ext uri="{9D8B030D-6E8A-4147-A177-3AD203B41FA5}">
                      <a16:colId xmlns:a16="http://schemas.microsoft.com/office/drawing/2014/main" val="662185894"/>
                    </a:ext>
                  </a:extLst>
                </a:gridCol>
              </a:tblGrid>
              <a:tr h="520637">
                <a:tc>
                  <a:txBody>
                    <a:bodyPr/>
                    <a:lstStyle>
                      <a:lvl1pPr marL="0" algn="l" defTabSz="914400" rtl="0" eaLnBrk="1" latinLnBrk="0" hangingPunct="1">
                        <a:defRPr sz="1800" kern="1200">
                          <a:solidFill>
                            <a:schemeClr val="dk1"/>
                          </a:solidFill>
                          <a:latin typeface="Verdana"/>
                        </a:defRPr>
                      </a:lvl1pPr>
                      <a:lvl2pPr marL="457200" algn="l" defTabSz="914400" rtl="0" eaLnBrk="1" latinLnBrk="0" hangingPunct="1">
                        <a:defRPr sz="1800" kern="1200">
                          <a:solidFill>
                            <a:schemeClr val="dk1"/>
                          </a:solidFill>
                          <a:latin typeface="Verdana"/>
                        </a:defRPr>
                      </a:lvl2pPr>
                      <a:lvl3pPr marL="914400" algn="l" defTabSz="914400" rtl="0" eaLnBrk="1" latinLnBrk="0" hangingPunct="1">
                        <a:defRPr sz="1800" kern="1200">
                          <a:solidFill>
                            <a:schemeClr val="dk1"/>
                          </a:solidFill>
                          <a:latin typeface="Verdana"/>
                        </a:defRPr>
                      </a:lvl3pPr>
                      <a:lvl4pPr marL="1371600" algn="l" defTabSz="914400" rtl="0" eaLnBrk="1" latinLnBrk="0" hangingPunct="1">
                        <a:defRPr sz="1800" kern="1200">
                          <a:solidFill>
                            <a:schemeClr val="dk1"/>
                          </a:solidFill>
                          <a:latin typeface="Verdana"/>
                        </a:defRPr>
                      </a:lvl4pPr>
                      <a:lvl5pPr marL="1828800" algn="l" defTabSz="914400" rtl="0" eaLnBrk="1" latinLnBrk="0" hangingPunct="1">
                        <a:defRPr sz="1800" kern="1200">
                          <a:solidFill>
                            <a:schemeClr val="dk1"/>
                          </a:solidFill>
                          <a:latin typeface="Verdana"/>
                        </a:defRPr>
                      </a:lvl5pPr>
                      <a:lvl6pPr marL="2286000" algn="l" defTabSz="914400" rtl="0" eaLnBrk="1" latinLnBrk="0" hangingPunct="1">
                        <a:defRPr sz="1800" kern="1200">
                          <a:solidFill>
                            <a:schemeClr val="dk1"/>
                          </a:solidFill>
                          <a:latin typeface="Verdana"/>
                        </a:defRPr>
                      </a:lvl6pPr>
                      <a:lvl7pPr marL="2743200" algn="l" defTabSz="914400" rtl="0" eaLnBrk="1" latinLnBrk="0" hangingPunct="1">
                        <a:defRPr sz="1800" kern="1200">
                          <a:solidFill>
                            <a:schemeClr val="dk1"/>
                          </a:solidFill>
                          <a:latin typeface="Verdana"/>
                        </a:defRPr>
                      </a:lvl7pPr>
                      <a:lvl8pPr marL="3200400" algn="l" defTabSz="914400" rtl="0" eaLnBrk="1" latinLnBrk="0" hangingPunct="1">
                        <a:defRPr sz="1800" kern="1200">
                          <a:solidFill>
                            <a:schemeClr val="dk1"/>
                          </a:solidFill>
                          <a:latin typeface="Verdana"/>
                        </a:defRPr>
                      </a:lvl8pPr>
                      <a:lvl9pPr marL="3657600" algn="l" defTabSz="914400" rtl="0" eaLnBrk="1" latinLnBrk="0" hangingPunct="1">
                        <a:defRPr sz="1800" kern="1200">
                          <a:solidFill>
                            <a:schemeClr val="dk1"/>
                          </a:solidFill>
                          <a:latin typeface="Verdana"/>
                        </a:defRPr>
                      </a:lvl9pPr>
                    </a:lstStyle>
                    <a:p>
                      <a:pPr marL="0" algn="l" defTabSz="684367" rtl="0" eaLnBrk="1" latinLnBrk="0" hangingPunct="1">
                        <a:defRPr/>
                      </a:pPr>
                      <a:r>
                        <a:rPr lang="en-US" sz="800" b="1" kern="0">
                          <a:solidFill>
                            <a:srgbClr val="00A3E0"/>
                          </a:solidFill>
                          <a:latin typeface="Verdana"/>
                          <a:ea typeface="+mn-ea"/>
                          <a:cs typeface="+mn-cs"/>
                        </a:rPr>
                        <a:t>Cisco</a:t>
                      </a:r>
                      <a:endParaRPr lang="en-US" sz="800" b="1" kern="0">
                        <a:solidFill>
                          <a:srgbClr val="00A3E0"/>
                        </a:solidFill>
                        <a:latin typeface="+mn-lt"/>
                        <a:ea typeface="+mn-ea"/>
                        <a:cs typeface="+mn-cs"/>
                      </a:endParaRPr>
                    </a:p>
                    <a:p>
                      <a:pPr marL="99695" indent="-99695" defTabSz="684367">
                        <a:buFont typeface="Arial" panose="020B0604020202020204" pitchFamily="34" charset="0"/>
                        <a:buChar char="•"/>
                        <a:defRPr/>
                      </a:pPr>
                      <a:r>
                        <a:rPr lang="en-US" sz="800" kern="0">
                          <a:solidFill>
                            <a:prstClr val="black"/>
                          </a:solidFill>
                          <a:latin typeface="+mn-lt"/>
                        </a:rPr>
                        <a:t>Business Analyst</a:t>
                      </a:r>
                    </a:p>
                    <a:p>
                      <a:pPr marL="99695" indent="-99695" defTabSz="684367">
                        <a:buFont typeface="Arial" panose="020B0604020202020204" pitchFamily="34" charset="0"/>
                        <a:buChar char="•"/>
                        <a:defRPr/>
                      </a:pPr>
                      <a:r>
                        <a:rPr lang="en-US" sz="800" kern="0">
                          <a:solidFill>
                            <a:prstClr val="black"/>
                          </a:solidFill>
                          <a:latin typeface="+mn-lt"/>
                        </a:rPr>
                        <a:t>Product Owner</a:t>
                      </a:r>
                    </a:p>
                    <a:p>
                      <a:pPr marL="0" indent="0" defTabSz="684367">
                        <a:buFont typeface="Arial" panose="020B0604020202020204" pitchFamily="34" charset="0"/>
                        <a:buNone/>
                        <a:defRPr/>
                      </a:pPr>
                      <a:endParaRPr lang="en-US" sz="800" kern="0">
                        <a:solidFill>
                          <a:prstClr val="black"/>
                        </a:solidFill>
                        <a:latin typeface="+mn-lt"/>
                      </a:endParaRPr>
                    </a:p>
                  </a:txBody>
                  <a:tcPr marL="39804" marR="39804" marT="7961" marB="7961">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kern="1200">
                          <a:solidFill>
                            <a:schemeClr val="dk1"/>
                          </a:solidFill>
                          <a:latin typeface="Verdana"/>
                        </a:defRPr>
                      </a:lvl1pPr>
                      <a:lvl2pPr marL="457200" algn="l" defTabSz="914400" rtl="0" eaLnBrk="1" latinLnBrk="0" hangingPunct="1">
                        <a:defRPr sz="1800" kern="1200">
                          <a:solidFill>
                            <a:schemeClr val="dk1"/>
                          </a:solidFill>
                          <a:latin typeface="Verdana"/>
                        </a:defRPr>
                      </a:lvl2pPr>
                      <a:lvl3pPr marL="914400" algn="l" defTabSz="914400" rtl="0" eaLnBrk="1" latinLnBrk="0" hangingPunct="1">
                        <a:defRPr sz="1800" kern="1200">
                          <a:solidFill>
                            <a:schemeClr val="dk1"/>
                          </a:solidFill>
                          <a:latin typeface="Verdana"/>
                        </a:defRPr>
                      </a:lvl3pPr>
                      <a:lvl4pPr marL="1371600" algn="l" defTabSz="914400" rtl="0" eaLnBrk="1" latinLnBrk="0" hangingPunct="1">
                        <a:defRPr sz="1800" kern="1200">
                          <a:solidFill>
                            <a:schemeClr val="dk1"/>
                          </a:solidFill>
                          <a:latin typeface="Verdana"/>
                        </a:defRPr>
                      </a:lvl4pPr>
                      <a:lvl5pPr marL="1828800" algn="l" defTabSz="914400" rtl="0" eaLnBrk="1" latinLnBrk="0" hangingPunct="1">
                        <a:defRPr sz="1800" kern="1200">
                          <a:solidFill>
                            <a:schemeClr val="dk1"/>
                          </a:solidFill>
                          <a:latin typeface="Verdana"/>
                        </a:defRPr>
                      </a:lvl5pPr>
                      <a:lvl6pPr marL="2286000" algn="l" defTabSz="914400" rtl="0" eaLnBrk="1" latinLnBrk="0" hangingPunct="1">
                        <a:defRPr sz="1800" kern="1200">
                          <a:solidFill>
                            <a:schemeClr val="dk1"/>
                          </a:solidFill>
                          <a:latin typeface="Verdana"/>
                        </a:defRPr>
                      </a:lvl6pPr>
                      <a:lvl7pPr marL="2743200" algn="l" defTabSz="914400" rtl="0" eaLnBrk="1" latinLnBrk="0" hangingPunct="1">
                        <a:defRPr sz="1800" kern="1200">
                          <a:solidFill>
                            <a:schemeClr val="dk1"/>
                          </a:solidFill>
                          <a:latin typeface="Verdana"/>
                        </a:defRPr>
                      </a:lvl7pPr>
                      <a:lvl8pPr marL="3200400" algn="l" defTabSz="914400" rtl="0" eaLnBrk="1" latinLnBrk="0" hangingPunct="1">
                        <a:defRPr sz="1800" kern="1200">
                          <a:solidFill>
                            <a:schemeClr val="dk1"/>
                          </a:solidFill>
                          <a:latin typeface="Verdana"/>
                        </a:defRPr>
                      </a:lvl8pPr>
                      <a:lvl9pPr marL="3657600" algn="l" defTabSz="914400" rtl="0" eaLnBrk="1" latinLnBrk="0" hangingPunct="1">
                        <a:defRPr sz="1800" kern="1200">
                          <a:solidFill>
                            <a:schemeClr val="dk1"/>
                          </a:solidFill>
                          <a:latin typeface="Verdana"/>
                        </a:defRPr>
                      </a:lvl9pPr>
                    </a:lstStyle>
                    <a:p>
                      <a:pPr defTabSz="684367">
                        <a:defRPr/>
                      </a:pPr>
                      <a:r>
                        <a:rPr lang="en-US" sz="800" b="1" kern="0">
                          <a:latin typeface="+mn-lt"/>
                        </a:rPr>
                        <a:t>Deloitte</a:t>
                      </a:r>
                    </a:p>
                    <a:p>
                      <a:pPr marL="171450" indent="-171450" defTabSz="684367">
                        <a:buFont typeface="Arial" panose="020B0604020202020204" pitchFamily="34" charset="0"/>
                        <a:buChar char="•"/>
                        <a:defRPr/>
                      </a:pPr>
                      <a:r>
                        <a:rPr lang="en-US" sz="800" kern="0">
                          <a:solidFill>
                            <a:prstClr val="black"/>
                          </a:solidFill>
                          <a:latin typeface="+mn-lt"/>
                        </a:rPr>
                        <a:t>Reporting Lead</a:t>
                      </a:r>
                    </a:p>
                    <a:p>
                      <a:pPr marL="171450" indent="-171450" defTabSz="684367">
                        <a:buFont typeface="Arial" panose="020B0604020202020204" pitchFamily="34" charset="0"/>
                        <a:buChar char="•"/>
                        <a:defRPr/>
                      </a:pPr>
                      <a:r>
                        <a:rPr lang="en-US" sz="800" kern="0">
                          <a:solidFill>
                            <a:prstClr val="black"/>
                          </a:solidFill>
                          <a:latin typeface="Verdana"/>
                          <a:ea typeface="+mn-ea"/>
                          <a:cs typeface="+mn-cs"/>
                        </a:rPr>
                        <a:t>Reporting</a:t>
                      </a:r>
                      <a:r>
                        <a:rPr lang="en-US" sz="800" kern="0">
                          <a:solidFill>
                            <a:prstClr val="black"/>
                          </a:solidFill>
                          <a:latin typeface="+mn-lt"/>
                        </a:rPr>
                        <a:t> Engineer 1</a:t>
                      </a:r>
                    </a:p>
                    <a:p>
                      <a:pPr marL="171450" indent="-171450" defTabSz="684367">
                        <a:buFont typeface="Arial" panose="020B0604020202020204" pitchFamily="34" charset="0"/>
                        <a:buChar char="•"/>
                        <a:defRPr/>
                      </a:pPr>
                      <a:r>
                        <a:rPr lang="en-US" sz="800" kern="0">
                          <a:solidFill>
                            <a:prstClr val="black"/>
                          </a:solidFill>
                          <a:latin typeface="Verdana"/>
                          <a:ea typeface="+mn-ea"/>
                          <a:cs typeface="+mn-cs"/>
                        </a:rPr>
                        <a:t>Reporting</a:t>
                      </a:r>
                      <a:r>
                        <a:rPr lang="en-US" sz="800" kern="0">
                          <a:solidFill>
                            <a:prstClr val="black"/>
                          </a:solidFill>
                          <a:latin typeface="+mn-lt"/>
                          <a:cs typeface="Calibri"/>
                        </a:rPr>
                        <a:t> Engineer 2</a:t>
                      </a:r>
                    </a:p>
                  </a:txBody>
                  <a:tcPr marL="39804" marR="39804" marT="7961" marB="7961">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86008885"/>
                  </a:ext>
                </a:extLst>
              </a:tr>
            </a:tbl>
          </a:graphicData>
        </a:graphic>
      </p:graphicFrame>
      <p:sp>
        <p:nvSpPr>
          <p:cNvPr id="28" name="TextBox 27">
            <a:extLst>
              <a:ext uri="{FF2B5EF4-FFF2-40B4-BE49-F238E27FC236}">
                <a16:creationId xmlns:a16="http://schemas.microsoft.com/office/drawing/2014/main" id="{A0F431CE-DF5F-7DDE-F6AE-15D15B538C19}"/>
              </a:ext>
            </a:extLst>
          </p:cNvPr>
          <p:cNvSpPr txBox="1"/>
          <p:nvPr/>
        </p:nvSpPr>
        <p:spPr>
          <a:xfrm>
            <a:off x="3346247" y="4103565"/>
            <a:ext cx="2674802" cy="250734"/>
          </a:xfrm>
          <a:prstGeom prst="roundRect">
            <a:avLst/>
          </a:prstGeom>
          <a:solidFill>
            <a:srgbClr val="00A3E0"/>
          </a:solidFill>
          <a:ln w="19050" algn="ctr">
            <a:noFill/>
            <a:miter lim="800000"/>
            <a:headEnd/>
            <a:tailEnd/>
          </a:ln>
        </p:spPr>
        <p:txBody>
          <a:bodyPr wrap="square" lIns="88900" tIns="88900" rIns="88900" bIns="88900" rtlCol="0" anchor="ctr"/>
          <a:lstStyle>
            <a:defPPr>
              <a:defRPr lang="en-US"/>
            </a:defPPr>
            <a:lvl1pPr algn="ctr">
              <a:defRPr sz="800" b="1" kern="0">
                <a:solidFill>
                  <a:schemeClr val="bg1"/>
                </a:solidFill>
              </a:defRPr>
            </a:lvl1pPr>
          </a:lstStyle>
          <a:p>
            <a:r>
              <a:rPr lang="en-US" sz="900"/>
              <a:t>DATA POD 1</a:t>
            </a:r>
          </a:p>
        </p:txBody>
      </p:sp>
      <p:graphicFrame>
        <p:nvGraphicFramePr>
          <p:cNvPr id="29" name="Table 28">
            <a:extLst>
              <a:ext uri="{FF2B5EF4-FFF2-40B4-BE49-F238E27FC236}">
                <a16:creationId xmlns:a16="http://schemas.microsoft.com/office/drawing/2014/main" id="{903E59C8-30E9-12EE-6908-318CADCF7029}"/>
              </a:ext>
            </a:extLst>
          </p:cNvPr>
          <p:cNvGraphicFramePr>
            <a:graphicFrameLocks noGrp="1"/>
          </p:cNvGraphicFramePr>
          <p:nvPr/>
        </p:nvGraphicFramePr>
        <p:xfrm>
          <a:off x="6196103" y="5436818"/>
          <a:ext cx="2280701" cy="747442"/>
        </p:xfrm>
        <a:graphic>
          <a:graphicData uri="http://schemas.openxmlformats.org/drawingml/2006/table">
            <a:tbl>
              <a:tblPr firstRow="1" bandRow="1">
                <a:gradFill rotWithShape="1">
                  <a:gsLst>
                    <a:gs pos="0">
                      <a:srgbClr val="86BC25">
                        <a:tint val="50000"/>
                        <a:satMod val="300000"/>
                      </a:srgbClr>
                    </a:gs>
                    <a:gs pos="35000">
                      <a:srgbClr val="86BC25">
                        <a:tint val="37000"/>
                        <a:satMod val="300000"/>
                      </a:srgbClr>
                    </a:gs>
                    <a:gs pos="100000">
                      <a:srgbClr val="86BC25">
                        <a:tint val="15000"/>
                        <a:satMod val="350000"/>
                      </a:srgbClr>
                    </a:gs>
                  </a:gsLst>
                  <a:lin ang="16200000" scaled="1"/>
                </a:gradFill>
                <a:effectLst/>
              </a:tblPr>
              <a:tblGrid>
                <a:gridCol w="1047592">
                  <a:extLst>
                    <a:ext uri="{9D8B030D-6E8A-4147-A177-3AD203B41FA5}">
                      <a16:colId xmlns:a16="http://schemas.microsoft.com/office/drawing/2014/main" val="1980941096"/>
                    </a:ext>
                  </a:extLst>
                </a:gridCol>
                <a:gridCol w="1233109">
                  <a:extLst>
                    <a:ext uri="{9D8B030D-6E8A-4147-A177-3AD203B41FA5}">
                      <a16:colId xmlns:a16="http://schemas.microsoft.com/office/drawing/2014/main" val="3261268133"/>
                    </a:ext>
                  </a:extLst>
                </a:gridCol>
              </a:tblGrid>
              <a:tr h="612983">
                <a:tc>
                  <a:txBody>
                    <a:bodyPr/>
                    <a:lstStyle>
                      <a:lvl1pPr marL="0" algn="l" defTabSz="914400" rtl="0" eaLnBrk="1" latinLnBrk="0" hangingPunct="1">
                        <a:defRPr sz="1800" kern="1200">
                          <a:solidFill>
                            <a:schemeClr val="dk1"/>
                          </a:solidFill>
                          <a:latin typeface="Verdana"/>
                        </a:defRPr>
                      </a:lvl1pPr>
                      <a:lvl2pPr marL="457200" algn="l" defTabSz="914400" rtl="0" eaLnBrk="1" latinLnBrk="0" hangingPunct="1">
                        <a:defRPr sz="1800" kern="1200">
                          <a:solidFill>
                            <a:schemeClr val="dk1"/>
                          </a:solidFill>
                          <a:latin typeface="Verdana"/>
                        </a:defRPr>
                      </a:lvl2pPr>
                      <a:lvl3pPr marL="914400" algn="l" defTabSz="914400" rtl="0" eaLnBrk="1" latinLnBrk="0" hangingPunct="1">
                        <a:defRPr sz="1800" kern="1200">
                          <a:solidFill>
                            <a:schemeClr val="dk1"/>
                          </a:solidFill>
                          <a:latin typeface="Verdana"/>
                        </a:defRPr>
                      </a:lvl3pPr>
                      <a:lvl4pPr marL="1371600" algn="l" defTabSz="914400" rtl="0" eaLnBrk="1" latinLnBrk="0" hangingPunct="1">
                        <a:defRPr sz="1800" kern="1200">
                          <a:solidFill>
                            <a:schemeClr val="dk1"/>
                          </a:solidFill>
                          <a:latin typeface="Verdana"/>
                        </a:defRPr>
                      </a:lvl4pPr>
                      <a:lvl5pPr marL="1828800" algn="l" defTabSz="914400" rtl="0" eaLnBrk="1" latinLnBrk="0" hangingPunct="1">
                        <a:defRPr sz="1800" kern="1200">
                          <a:solidFill>
                            <a:schemeClr val="dk1"/>
                          </a:solidFill>
                          <a:latin typeface="Verdana"/>
                        </a:defRPr>
                      </a:lvl5pPr>
                      <a:lvl6pPr marL="2286000" algn="l" defTabSz="914400" rtl="0" eaLnBrk="1" latinLnBrk="0" hangingPunct="1">
                        <a:defRPr sz="1800" kern="1200">
                          <a:solidFill>
                            <a:schemeClr val="dk1"/>
                          </a:solidFill>
                          <a:latin typeface="Verdana"/>
                        </a:defRPr>
                      </a:lvl6pPr>
                      <a:lvl7pPr marL="2743200" algn="l" defTabSz="914400" rtl="0" eaLnBrk="1" latinLnBrk="0" hangingPunct="1">
                        <a:defRPr sz="1800" kern="1200">
                          <a:solidFill>
                            <a:schemeClr val="dk1"/>
                          </a:solidFill>
                          <a:latin typeface="Verdana"/>
                        </a:defRPr>
                      </a:lvl7pPr>
                      <a:lvl8pPr marL="3200400" algn="l" defTabSz="914400" rtl="0" eaLnBrk="1" latinLnBrk="0" hangingPunct="1">
                        <a:defRPr sz="1800" kern="1200">
                          <a:solidFill>
                            <a:schemeClr val="dk1"/>
                          </a:solidFill>
                          <a:latin typeface="Verdana"/>
                        </a:defRPr>
                      </a:lvl8pPr>
                      <a:lvl9pPr marL="3657600" algn="l" defTabSz="914400" rtl="0" eaLnBrk="1" latinLnBrk="0" hangingPunct="1">
                        <a:defRPr sz="1800" kern="1200">
                          <a:solidFill>
                            <a:schemeClr val="dk1"/>
                          </a:solidFill>
                          <a:latin typeface="Verdana"/>
                        </a:defRPr>
                      </a:lvl9pPr>
                    </a:lstStyle>
                    <a:p>
                      <a:pPr marL="0" algn="l" defTabSz="684367" rtl="0" eaLnBrk="1" latinLnBrk="0" hangingPunct="1">
                        <a:defRPr/>
                      </a:pPr>
                      <a:r>
                        <a:rPr lang="en-US" sz="800" b="1" kern="0">
                          <a:solidFill>
                            <a:srgbClr val="00A3E0"/>
                          </a:solidFill>
                          <a:latin typeface="Verdana"/>
                          <a:ea typeface="+mn-ea"/>
                          <a:cs typeface="+mn-cs"/>
                        </a:rPr>
                        <a:t>Cisco</a:t>
                      </a:r>
                      <a:endParaRPr lang="en-US" sz="800" b="1" kern="0">
                        <a:solidFill>
                          <a:srgbClr val="00A3E0"/>
                        </a:solidFill>
                        <a:latin typeface="+mn-lt"/>
                        <a:ea typeface="+mn-ea"/>
                        <a:cs typeface="+mn-cs"/>
                      </a:endParaRPr>
                    </a:p>
                    <a:p>
                      <a:pPr marL="99695" indent="-99695" defTabSz="684367">
                        <a:buFont typeface="Arial" panose="020B0604020202020204" pitchFamily="34" charset="0"/>
                        <a:buChar char="•"/>
                        <a:defRPr/>
                      </a:pPr>
                      <a:r>
                        <a:rPr lang="en-US" sz="800" kern="0">
                          <a:solidFill>
                            <a:prstClr val="black"/>
                          </a:solidFill>
                          <a:latin typeface="+mn-lt"/>
                        </a:rPr>
                        <a:t>Business Tester</a:t>
                      </a:r>
                    </a:p>
                    <a:p>
                      <a:pPr marL="99695" indent="-99695" defTabSz="684367">
                        <a:buFont typeface="Arial" panose="020B0604020202020204" pitchFamily="34" charset="0"/>
                        <a:buChar char="•"/>
                        <a:defRPr/>
                      </a:pPr>
                      <a:r>
                        <a:rPr lang="en-US" sz="800" kern="0">
                          <a:solidFill>
                            <a:prstClr val="black"/>
                          </a:solidFill>
                          <a:latin typeface="+mn-lt"/>
                        </a:rPr>
                        <a:t>BAT Lead</a:t>
                      </a:r>
                    </a:p>
                  </a:txBody>
                  <a:tcPr marL="39804" marR="39804" marT="7961" marB="7961">
                    <a:lnL w="9525" cap="flat" cmpd="sng" algn="ctr">
                      <a:noFill/>
                      <a:prstDash val="solid"/>
                      <a:round/>
                      <a:headEnd type="none" w="med" len="med"/>
                      <a:tailEnd type="none" w="med" len="med"/>
                    </a:lnL>
                    <a:lnR w="9525" cap="flat" cmpd="sng" algn="ctr">
                      <a:noFill/>
                      <a:prstDash val="solid"/>
                      <a:round/>
                      <a:headEnd type="none" w="med" len="med"/>
                      <a:tailEnd type="none" w="med" len="med"/>
                    </a:lnR>
                    <a:lnT w="25400" cap="flat" cmpd="sng" algn="ctr">
                      <a:noFill/>
                      <a:prstDash val="soli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kern="1200">
                          <a:solidFill>
                            <a:schemeClr val="dk1"/>
                          </a:solidFill>
                          <a:latin typeface="Verdana"/>
                        </a:defRPr>
                      </a:lvl1pPr>
                      <a:lvl2pPr marL="457200" algn="l" defTabSz="914400" rtl="0" eaLnBrk="1" latinLnBrk="0" hangingPunct="1">
                        <a:defRPr sz="1800" kern="1200">
                          <a:solidFill>
                            <a:schemeClr val="dk1"/>
                          </a:solidFill>
                          <a:latin typeface="Verdana"/>
                        </a:defRPr>
                      </a:lvl2pPr>
                      <a:lvl3pPr marL="914400" algn="l" defTabSz="914400" rtl="0" eaLnBrk="1" latinLnBrk="0" hangingPunct="1">
                        <a:defRPr sz="1800" kern="1200">
                          <a:solidFill>
                            <a:schemeClr val="dk1"/>
                          </a:solidFill>
                          <a:latin typeface="Verdana"/>
                        </a:defRPr>
                      </a:lvl3pPr>
                      <a:lvl4pPr marL="1371600" algn="l" defTabSz="914400" rtl="0" eaLnBrk="1" latinLnBrk="0" hangingPunct="1">
                        <a:defRPr sz="1800" kern="1200">
                          <a:solidFill>
                            <a:schemeClr val="dk1"/>
                          </a:solidFill>
                          <a:latin typeface="Verdana"/>
                        </a:defRPr>
                      </a:lvl4pPr>
                      <a:lvl5pPr marL="1828800" algn="l" defTabSz="914400" rtl="0" eaLnBrk="1" latinLnBrk="0" hangingPunct="1">
                        <a:defRPr sz="1800" kern="1200">
                          <a:solidFill>
                            <a:schemeClr val="dk1"/>
                          </a:solidFill>
                          <a:latin typeface="Verdana"/>
                        </a:defRPr>
                      </a:lvl5pPr>
                      <a:lvl6pPr marL="2286000" algn="l" defTabSz="914400" rtl="0" eaLnBrk="1" latinLnBrk="0" hangingPunct="1">
                        <a:defRPr sz="1800" kern="1200">
                          <a:solidFill>
                            <a:schemeClr val="dk1"/>
                          </a:solidFill>
                          <a:latin typeface="Verdana"/>
                        </a:defRPr>
                      </a:lvl6pPr>
                      <a:lvl7pPr marL="2743200" algn="l" defTabSz="914400" rtl="0" eaLnBrk="1" latinLnBrk="0" hangingPunct="1">
                        <a:defRPr sz="1800" kern="1200">
                          <a:solidFill>
                            <a:schemeClr val="dk1"/>
                          </a:solidFill>
                          <a:latin typeface="Verdana"/>
                        </a:defRPr>
                      </a:lvl7pPr>
                      <a:lvl8pPr marL="3200400" algn="l" defTabSz="914400" rtl="0" eaLnBrk="1" latinLnBrk="0" hangingPunct="1">
                        <a:defRPr sz="1800" kern="1200">
                          <a:solidFill>
                            <a:schemeClr val="dk1"/>
                          </a:solidFill>
                          <a:latin typeface="Verdana"/>
                        </a:defRPr>
                      </a:lvl8pPr>
                      <a:lvl9pPr marL="3657600" algn="l" defTabSz="914400" rtl="0" eaLnBrk="1" latinLnBrk="0" hangingPunct="1">
                        <a:defRPr sz="1800" kern="1200">
                          <a:solidFill>
                            <a:schemeClr val="dk1"/>
                          </a:solidFill>
                          <a:latin typeface="Verdana"/>
                        </a:defRPr>
                      </a:lvl9pPr>
                    </a:lstStyle>
                    <a:p>
                      <a:pPr defTabSz="684367">
                        <a:defRPr/>
                      </a:pPr>
                      <a:r>
                        <a:rPr lang="en-US" sz="800" b="1" kern="0">
                          <a:latin typeface="+mn-lt"/>
                        </a:rPr>
                        <a:t>Deloitte</a:t>
                      </a:r>
                    </a:p>
                    <a:p>
                      <a:pPr marL="171450" indent="-171450" defTabSz="684367">
                        <a:buFont typeface="Arial" panose="020B0604020202020204" pitchFamily="34" charset="0"/>
                        <a:buChar char="•"/>
                        <a:defRPr/>
                      </a:pPr>
                      <a:r>
                        <a:rPr lang="en-US" sz="800" b="0" kern="0">
                          <a:latin typeface="+mn-lt"/>
                        </a:rPr>
                        <a:t>Testing Lead</a:t>
                      </a:r>
                    </a:p>
                    <a:p>
                      <a:pPr marL="171450" indent="-171450" defTabSz="684367">
                        <a:buFont typeface="Arial" panose="020B0604020202020204" pitchFamily="34" charset="0"/>
                        <a:buChar char="•"/>
                        <a:defRPr/>
                      </a:pPr>
                      <a:r>
                        <a:rPr lang="en-US" sz="800" b="0" kern="0">
                          <a:latin typeface="+mn-lt"/>
                        </a:rPr>
                        <a:t>Test Engineer 1</a:t>
                      </a:r>
                    </a:p>
                    <a:p>
                      <a:pPr marL="171450" indent="-171450" defTabSz="684367">
                        <a:buFont typeface="Arial" panose="020B0604020202020204" pitchFamily="34" charset="0"/>
                        <a:buChar char="•"/>
                        <a:defRPr/>
                      </a:pPr>
                      <a:r>
                        <a:rPr lang="en-US" sz="800" b="0" kern="0">
                          <a:latin typeface="+mn-lt"/>
                        </a:rPr>
                        <a:t>Test Engineer 2</a:t>
                      </a:r>
                    </a:p>
                    <a:p>
                      <a:pPr marL="171450" indent="-171450" defTabSz="684367">
                        <a:buFont typeface="Arial" panose="020B0604020202020204" pitchFamily="34" charset="0"/>
                        <a:buChar char="•"/>
                        <a:defRPr/>
                      </a:pPr>
                      <a:r>
                        <a:rPr lang="en-US" sz="800" b="0" kern="0">
                          <a:latin typeface="+mn-lt"/>
                        </a:rPr>
                        <a:t>Test Engineer 3</a:t>
                      </a:r>
                    </a:p>
                    <a:p>
                      <a:pPr marL="171450" indent="-171450" defTabSz="684367">
                        <a:buFont typeface="Arial" panose="020B0604020202020204" pitchFamily="34" charset="0"/>
                        <a:buChar char="•"/>
                        <a:defRPr/>
                      </a:pPr>
                      <a:r>
                        <a:rPr lang="en-US" sz="800" b="0" kern="0">
                          <a:latin typeface="+mn-lt"/>
                        </a:rPr>
                        <a:t>Test Engineer 4</a:t>
                      </a:r>
                    </a:p>
                  </a:txBody>
                  <a:tcPr marL="39804" marR="39804" marT="7961" marB="7961">
                    <a:lnL w="9525" cap="flat" cmpd="sng" algn="ctr">
                      <a:noFill/>
                      <a:prstDash val="solid"/>
                      <a:round/>
                      <a:headEnd type="none" w="med" len="med"/>
                      <a:tailEnd type="none" w="med" len="med"/>
                    </a:lnL>
                    <a:lnR w="9525" cap="flat" cmpd="sng" algn="ctr">
                      <a:noFill/>
                      <a:prstDash val="solid"/>
                      <a:round/>
                      <a:headEnd type="none" w="med" len="med"/>
                      <a:tailEnd type="none" w="med" len="med"/>
                    </a:lnR>
                    <a:lnT w="25400" cap="flat" cmpd="sng" algn="ctr">
                      <a:noFill/>
                      <a:prstDash val="soli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59223314"/>
                  </a:ext>
                </a:extLst>
              </a:tr>
            </a:tbl>
          </a:graphicData>
        </a:graphic>
      </p:graphicFrame>
      <p:graphicFrame>
        <p:nvGraphicFramePr>
          <p:cNvPr id="32" name="Table 31">
            <a:extLst>
              <a:ext uri="{FF2B5EF4-FFF2-40B4-BE49-F238E27FC236}">
                <a16:creationId xmlns:a16="http://schemas.microsoft.com/office/drawing/2014/main" id="{7E78B6F9-733A-49DD-2887-C96D334C89E4}"/>
              </a:ext>
            </a:extLst>
          </p:cNvPr>
          <p:cNvGraphicFramePr>
            <a:graphicFrameLocks noGrp="1"/>
          </p:cNvGraphicFramePr>
          <p:nvPr/>
        </p:nvGraphicFramePr>
        <p:xfrm>
          <a:off x="3371530" y="4395241"/>
          <a:ext cx="2640444" cy="658350"/>
        </p:xfrm>
        <a:graphic>
          <a:graphicData uri="http://schemas.openxmlformats.org/drawingml/2006/table">
            <a:tbl>
              <a:tblPr firstRow="1" bandRow="1">
                <a:gradFill rotWithShape="1">
                  <a:gsLst>
                    <a:gs pos="0">
                      <a:srgbClr val="86BC25">
                        <a:tint val="50000"/>
                        <a:satMod val="300000"/>
                      </a:srgbClr>
                    </a:gs>
                    <a:gs pos="35000">
                      <a:srgbClr val="86BC25">
                        <a:tint val="37000"/>
                        <a:satMod val="300000"/>
                      </a:srgbClr>
                    </a:gs>
                    <a:gs pos="100000">
                      <a:srgbClr val="86BC25">
                        <a:tint val="15000"/>
                        <a:satMod val="350000"/>
                      </a:srgbClr>
                    </a:gs>
                  </a:gsLst>
                  <a:lin ang="16200000" scaled="1"/>
                </a:gradFill>
                <a:effectLst/>
              </a:tblPr>
              <a:tblGrid>
                <a:gridCol w="1274554">
                  <a:extLst>
                    <a:ext uri="{9D8B030D-6E8A-4147-A177-3AD203B41FA5}">
                      <a16:colId xmlns:a16="http://schemas.microsoft.com/office/drawing/2014/main" val="1777203295"/>
                    </a:ext>
                  </a:extLst>
                </a:gridCol>
                <a:gridCol w="1365890">
                  <a:extLst>
                    <a:ext uri="{9D8B030D-6E8A-4147-A177-3AD203B41FA5}">
                      <a16:colId xmlns:a16="http://schemas.microsoft.com/office/drawing/2014/main" val="2007879268"/>
                    </a:ext>
                  </a:extLst>
                </a:gridCol>
              </a:tblGrid>
              <a:tr h="658350">
                <a:tc>
                  <a:txBody>
                    <a:bodyPr/>
                    <a:lstStyle>
                      <a:lvl1pPr marL="0" algn="l" defTabSz="914400" rtl="0" eaLnBrk="1" latinLnBrk="0" hangingPunct="1">
                        <a:defRPr sz="1800" kern="1200">
                          <a:solidFill>
                            <a:schemeClr val="dk1"/>
                          </a:solidFill>
                          <a:latin typeface="Verdana"/>
                        </a:defRPr>
                      </a:lvl1pPr>
                      <a:lvl2pPr marL="457200" algn="l" defTabSz="914400" rtl="0" eaLnBrk="1" latinLnBrk="0" hangingPunct="1">
                        <a:defRPr sz="1800" kern="1200">
                          <a:solidFill>
                            <a:schemeClr val="dk1"/>
                          </a:solidFill>
                          <a:latin typeface="Verdana"/>
                        </a:defRPr>
                      </a:lvl2pPr>
                      <a:lvl3pPr marL="914400" algn="l" defTabSz="914400" rtl="0" eaLnBrk="1" latinLnBrk="0" hangingPunct="1">
                        <a:defRPr sz="1800" kern="1200">
                          <a:solidFill>
                            <a:schemeClr val="dk1"/>
                          </a:solidFill>
                          <a:latin typeface="Verdana"/>
                        </a:defRPr>
                      </a:lvl3pPr>
                      <a:lvl4pPr marL="1371600" algn="l" defTabSz="914400" rtl="0" eaLnBrk="1" latinLnBrk="0" hangingPunct="1">
                        <a:defRPr sz="1800" kern="1200">
                          <a:solidFill>
                            <a:schemeClr val="dk1"/>
                          </a:solidFill>
                          <a:latin typeface="Verdana"/>
                        </a:defRPr>
                      </a:lvl4pPr>
                      <a:lvl5pPr marL="1828800" algn="l" defTabSz="914400" rtl="0" eaLnBrk="1" latinLnBrk="0" hangingPunct="1">
                        <a:defRPr sz="1800" kern="1200">
                          <a:solidFill>
                            <a:schemeClr val="dk1"/>
                          </a:solidFill>
                          <a:latin typeface="Verdana"/>
                        </a:defRPr>
                      </a:lvl5pPr>
                      <a:lvl6pPr marL="2286000" algn="l" defTabSz="914400" rtl="0" eaLnBrk="1" latinLnBrk="0" hangingPunct="1">
                        <a:defRPr sz="1800" kern="1200">
                          <a:solidFill>
                            <a:schemeClr val="dk1"/>
                          </a:solidFill>
                          <a:latin typeface="Verdana"/>
                        </a:defRPr>
                      </a:lvl6pPr>
                      <a:lvl7pPr marL="2743200" algn="l" defTabSz="914400" rtl="0" eaLnBrk="1" latinLnBrk="0" hangingPunct="1">
                        <a:defRPr sz="1800" kern="1200">
                          <a:solidFill>
                            <a:schemeClr val="dk1"/>
                          </a:solidFill>
                          <a:latin typeface="Verdana"/>
                        </a:defRPr>
                      </a:lvl7pPr>
                      <a:lvl8pPr marL="3200400" algn="l" defTabSz="914400" rtl="0" eaLnBrk="1" latinLnBrk="0" hangingPunct="1">
                        <a:defRPr sz="1800" kern="1200">
                          <a:solidFill>
                            <a:schemeClr val="dk1"/>
                          </a:solidFill>
                          <a:latin typeface="Verdana"/>
                        </a:defRPr>
                      </a:lvl8pPr>
                      <a:lvl9pPr marL="3657600" algn="l" defTabSz="914400" rtl="0" eaLnBrk="1" latinLnBrk="0" hangingPunct="1">
                        <a:defRPr sz="1800" kern="1200">
                          <a:solidFill>
                            <a:schemeClr val="dk1"/>
                          </a:solidFill>
                          <a:latin typeface="Verdana"/>
                        </a:defRPr>
                      </a:lvl9pPr>
                    </a:lstStyle>
                    <a:p>
                      <a:pPr marL="0" algn="l" defTabSz="684367" rtl="0" eaLnBrk="1" latinLnBrk="0" hangingPunct="1">
                        <a:defRPr/>
                      </a:pPr>
                      <a:r>
                        <a:rPr lang="en-US" sz="800" b="1" kern="0">
                          <a:solidFill>
                            <a:srgbClr val="00A3E0"/>
                          </a:solidFill>
                          <a:latin typeface="Verdana"/>
                          <a:ea typeface="+mn-ea"/>
                          <a:cs typeface="+mn-cs"/>
                        </a:rPr>
                        <a:t>Cisco</a:t>
                      </a:r>
                      <a:endParaRPr lang="en-US" sz="800" b="1" kern="0">
                        <a:solidFill>
                          <a:srgbClr val="00A3E0"/>
                        </a:solidFill>
                        <a:latin typeface="+mn-lt"/>
                        <a:ea typeface="+mn-ea"/>
                        <a:cs typeface="+mn-cs"/>
                      </a:endParaRPr>
                    </a:p>
                    <a:p>
                      <a:pPr marL="99695" indent="-99695" algn="l" defTabSz="684367" rtl="0" eaLnBrk="1" latinLnBrk="0" hangingPunct="1">
                        <a:buFont typeface="Arial" panose="020B0604020202020204" pitchFamily="34" charset="0"/>
                        <a:buChar char="•"/>
                        <a:defRPr/>
                      </a:pPr>
                      <a:r>
                        <a:rPr lang="en-US" sz="800" kern="0">
                          <a:solidFill>
                            <a:prstClr val="black"/>
                          </a:solidFill>
                          <a:latin typeface="Verdana"/>
                          <a:ea typeface="+mn-ea"/>
                          <a:cs typeface="+mn-cs"/>
                        </a:rPr>
                        <a:t>Business Analyst</a:t>
                      </a:r>
                    </a:p>
                  </a:txBody>
                  <a:tcPr marL="39804" marR="39804" marT="7961" marB="7961">
                    <a:lnL w="9525" cap="flat" cmpd="sng" algn="ctr">
                      <a:noFill/>
                      <a:prstDash val="solid"/>
                      <a:round/>
                      <a:headEnd type="none" w="med" len="med"/>
                      <a:tailEnd type="none" w="med" len="med"/>
                    </a:lnL>
                    <a:lnR w="9525" cap="flat" cmpd="sng" algn="ctr">
                      <a:noFill/>
                      <a:prstDash val="solid"/>
                      <a:round/>
                      <a:headEnd type="none" w="med" len="med"/>
                      <a:tailEnd type="none" w="med" len="med"/>
                    </a:lnR>
                    <a:lnT w="25400" cap="flat" cmpd="sng" algn="ctr">
                      <a:noFill/>
                      <a:prstDash val="soli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kern="1200">
                          <a:solidFill>
                            <a:schemeClr val="dk1"/>
                          </a:solidFill>
                          <a:latin typeface="Open Sans"/>
                        </a:defRPr>
                      </a:lvl1pPr>
                      <a:lvl2pPr marL="457200" algn="l" defTabSz="914400" rtl="0" eaLnBrk="1" latinLnBrk="0" hangingPunct="1">
                        <a:defRPr sz="1800" kern="1200">
                          <a:solidFill>
                            <a:schemeClr val="dk1"/>
                          </a:solidFill>
                          <a:latin typeface="Open Sans"/>
                        </a:defRPr>
                      </a:lvl2pPr>
                      <a:lvl3pPr marL="914400" algn="l" defTabSz="914400" rtl="0" eaLnBrk="1" latinLnBrk="0" hangingPunct="1">
                        <a:defRPr sz="1800" kern="1200">
                          <a:solidFill>
                            <a:schemeClr val="dk1"/>
                          </a:solidFill>
                          <a:latin typeface="Open Sans"/>
                        </a:defRPr>
                      </a:lvl3pPr>
                      <a:lvl4pPr marL="1371600" algn="l" defTabSz="914400" rtl="0" eaLnBrk="1" latinLnBrk="0" hangingPunct="1">
                        <a:defRPr sz="1800" kern="1200">
                          <a:solidFill>
                            <a:schemeClr val="dk1"/>
                          </a:solidFill>
                          <a:latin typeface="Open Sans"/>
                        </a:defRPr>
                      </a:lvl4pPr>
                      <a:lvl5pPr marL="1828800" algn="l" defTabSz="914400" rtl="0" eaLnBrk="1" latinLnBrk="0" hangingPunct="1">
                        <a:defRPr sz="1800" kern="1200">
                          <a:solidFill>
                            <a:schemeClr val="dk1"/>
                          </a:solidFill>
                          <a:latin typeface="Open Sans"/>
                        </a:defRPr>
                      </a:lvl5pPr>
                      <a:lvl6pPr marL="2286000" algn="l" defTabSz="914400" rtl="0" eaLnBrk="1" latinLnBrk="0" hangingPunct="1">
                        <a:defRPr sz="1800" kern="1200">
                          <a:solidFill>
                            <a:schemeClr val="dk1"/>
                          </a:solidFill>
                          <a:latin typeface="Open Sans"/>
                        </a:defRPr>
                      </a:lvl6pPr>
                      <a:lvl7pPr marL="2743200" algn="l" defTabSz="914400" rtl="0" eaLnBrk="1" latinLnBrk="0" hangingPunct="1">
                        <a:defRPr sz="1800" kern="1200">
                          <a:solidFill>
                            <a:schemeClr val="dk1"/>
                          </a:solidFill>
                          <a:latin typeface="Open Sans"/>
                        </a:defRPr>
                      </a:lvl7pPr>
                      <a:lvl8pPr marL="3200400" algn="l" defTabSz="914400" rtl="0" eaLnBrk="1" latinLnBrk="0" hangingPunct="1">
                        <a:defRPr sz="1800" kern="1200">
                          <a:solidFill>
                            <a:schemeClr val="dk1"/>
                          </a:solidFill>
                          <a:latin typeface="Open Sans"/>
                        </a:defRPr>
                      </a:lvl8pPr>
                      <a:lvl9pPr marL="3657600" algn="l" defTabSz="914400" rtl="0" eaLnBrk="1" latinLnBrk="0" hangingPunct="1">
                        <a:defRPr sz="1800" kern="1200">
                          <a:solidFill>
                            <a:schemeClr val="dk1"/>
                          </a:solidFill>
                          <a:latin typeface="Open Sans"/>
                        </a:defRPr>
                      </a:lvl9pPr>
                    </a:lstStyle>
                    <a:p>
                      <a:pPr marL="0" lvl="0" indent="0" algn="l" defTabSz="684367">
                        <a:buNone/>
                        <a:defRPr/>
                      </a:pPr>
                      <a:r>
                        <a:rPr lang="en-US" sz="800" b="1" kern="0">
                          <a:solidFill>
                            <a:prstClr val="black"/>
                          </a:solidFill>
                          <a:latin typeface="+mn-lt"/>
                        </a:rPr>
                        <a:t>Deloitte</a:t>
                      </a:r>
                    </a:p>
                    <a:p>
                      <a:pPr marL="99695" indent="-99695" algn="l" defTabSz="684367" rtl="0" eaLnBrk="1" latinLnBrk="0" hangingPunct="1">
                        <a:buFont typeface="Arial" panose="020B0604020202020204" pitchFamily="34" charset="0"/>
                        <a:buChar char="•"/>
                        <a:defRPr/>
                      </a:pPr>
                      <a:r>
                        <a:rPr lang="en-US" sz="800" kern="0">
                          <a:solidFill>
                            <a:prstClr val="black"/>
                          </a:solidFill>
                          <a:latin typeface="+mn-lt"/>
                        </a:rPr>
                        <a:t>Data Engineer Lead</a:t>
                      </a:r>
                    </a:p>
                    <a:p>
                      <a:pPr marL="99695" indent="-99695" algn="l" defTabSz="684367" rtl="0" eaLnBrk="1" latinLnBrk="0" hangingPunct="1">
                        <a:buFont typeface="Arial" panose="020B0604020202020204" pitchFamily="34" charset="0"/>
                        <a:buChar char="•"/>
                        <a:defRPr/>
                      </a:pPr>
                      <a:r>
                        <a:rPr lang="en-US" sz="800" kern="0">
                          <a:solidFill>
                            <a:prstClr val="black"/>
                          </a:solidFill>
                          <a:latin typeface="+mn-lt"/>
                        </a:rPr>
                        <a:t>Data Engineer 1</a:t>
                      </a:r>
                    </a:p>
                    <a:p>
                      <a:pPr marL="99695" indent="-99695" algn="l" defTabSz="684367" rtl="0" eaLnBrk="1" latinLnBrk="0" hangingPunct="1">
                        <a:buFont typeface="Arial" panose="020B0604020202020204" pitchFamily="34" charset="0"/>
                        <a:buChar char="•"/>
                        <a:defRPr/>
                      </a:pPr>
                      <a:r>
                        <a:rPr lang="en-US" sz="800" kern="0">
                          <a:solidFill>
                            <a:prstClr val="black"/>
                          </a:solidFill>
                          <a:latin typeface="+mn-lt"/>
                        </a:rPr>
                        <a:t>Data Engineer 2</a:t>
                      </a:r>
                    </a:p>
                    <a:p>
                      <a:pPr marL="99695" indent="-99695" algn="l" defTabSz="684367" rtl="0" eaLnBrk="1" latinLnBrk="0" hangingPunct="1">
                        <a:buFont typeface="Arial" panose="020B0604020202020204" pitchFamily="34" charset="0"/>
                        <a:buChar char="•"/>
                        <a:defRPr/>
                      </a:pPr>
                      <a:r>
                        <a:rPr lang="en-US" sz="800" kern="0">
                          <a:solidFill>
                            <a:prstClr val="black"/>
                          </a:solidFill>
                          <a:latin typeface="Open Sans"/>
                          <a:ea typeface="+mn-ea"/>
                          <a:cs typeface="+mn-cs"/>
                        </a:rPr>
                        <a:t>Dev Ops Engineer 1</a:t>
                      </a:r>
                    </a:p>
                  </a:txBody>
                  <a:tcPr marL="39804" marR="39804" marT="7961" marB="7961">
                    <a:lnL w="9525" cap="flat" cmpd="sng" algn="ctr">
                      <a:noFill/>
                      <a:prstDash val="solid"/>
                      <a:round/>
                      <a:headEnd type="none" w="med" len="med"/>
                      <a:tailEnd type="none" w="med" len="med"/>
                    </a:lnL>
                    <a:lnR w="9525" cap="flat" cmpd="sng" algn="ctr">
                      <a:noFill/>
                      <a:prstDash val="solid"/>
                      <a:round/>
                      <a:headEnd type="none" w="med" len="med"/>
                      <a:tailEnd type="none" w="med" len="med"/>
                    </a:lnR>
                    <a:lnT w="25400" cap="flat" cmpd="sng" algn="ctr">
                      <a:noFill/>
                      <a:prstDash val="soli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433887019"/>
                  </a:ext>
                </a:extLst>
              </a:tr>
            </a:tbl>
          </a:graphicData>
        </a:graphic>
      </p:graphicFrame>
      <p:sp>
        <p:nvSpPr>
          <p:cNvPr id="34" name="Rectangle 33">
            <a:extLst>
              <a:ext uri="{FF2B5EF4-FFF2-40B4-BE49-F238E27FC236}">
                <a16:creationId xmlns:a16="http://schemas.microsoft.com/office/drawing/2014/main" id="{F1B93E5D-DC4F-5174-BA05-1BA7771B7E6E}"/>
              </a:ext>
            </a:extLst>
          </p:cNvPr>
          <p:cNvSpPr/>
          <p:nvPr/>
        </p:nvSpPr>
        <p:spPr>
          <a:xfrm>
            <a:off x="469900" y="4023360"/>
            <a:ext cx="11252201" cy="2275841"/>
          </a:xfrm>
          <a:prstGeom prst="rect">
            <a:avLst/>
          </a:prstGeom>
          <a:noFill/>
          <a:ln w="9525" cap="flat" cmpd="sng" algn="ctr">
            <a:solidFill>
              <a:srgbClr val="0070C0"/>
            </a:solidFill>
            <a:prstDash val="sysDash"/>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Open Sans"/>
              <a:ea typeface="+mn-ea"/>
              <a:cs typeface="+mn-cs"/>
            </a:endParaRPr>
          </a:p>
        </p:txBody>
      </p:sp>
      <p:graphicFrame>
        <p:nvGraphicFramePr>
          <p:cNvPr id="35" name="Table 34">
            <a:extLst>
              <a:ext uri="{FF2B5EF4-FFF2-40B4-BE49-F238E27FC236}">
                <a16:creationId xmlns:a16="http://schemas.microsoft.com/office/drawing/2014/main" id="{852AE09B-78AC-C95D-01E9-294CDD28551B}"/>
              </a:ext>
            </a:extLst>
          </p:cNvPr>
          <p:cNvGraphicFramePr>
            <a:graphicFrameLocks noGrp="1"/>
          </p:cNvGraphicFramePr>
          <p:nvPr/>
        </p:nvGraphicFramePr>
        <p:xfrm>
          <a:off x="9010052" y="5436818"/>
          <a:ext cx="1865090" cy="658350"/>
        </p:xfrm>
        <a:graphic>
          <a:graphicData uri="http://schemas.openxmlformats.org/drawingml/2006/table">
            <a:tbl>
              <a:tblPr firstRow="1" bandRow="1">
                <a:gradFill rotWithShape="1">
                  <a:gsLst>
                    <a:gs pos="0">
                      <a:srgbClr val="86BC25">
                        <a:tint val="50000"/>
                        <a:satMod val="300000"/>
                      </a:srgbClr>
                    </a:gs>
                    <a:gs pos="35000">
                      <a:srgbClr val="86BC25">
                        <a:tint val="37000"/>
                        <a:satMod val="300000"/>
                      </a:srgbClr>
                    </a:gs>
                    <a:gs pos="100000">
                      <a:srgbClr val="86BC25">
                        <a:tint val="15000"/>
                        <a:satMod val="350000"/>
                      </a:srgbClr>
                    </a:gs>
                  </a:gsLst>
                  <a:lin ang="16200000" scaled="1"/>
                </a:gradFill>
                <a:effectLst/>
              </a:tblPr>
              <a:tblGrid>
                <a:gridCol w="1865090">
                  <a:extLst>
                    <a:ext uri="{9D8B030D-6E8A-4147-A177-3AD203B41FA5}">
                      <a16:colId xmlns:a16="http://schemas.microsoft.com/office/drawing/2014/main" val="314696254"/>
                    </a:ext>
                  </a:extLst>
                </a:gridCol>
              </a:tblGrid>
              <a:tr h="658350">
                <a:tc>
                  <a:txBody>
                    <a:bodyPr/>
                    <a:lstStyle>
                      <a:lvl1pPr marL="0" algn="l" defTabSz="914400" rtl="0" eaLnBrk="1" latinLnBrk="0" hangingPunct="1">
                        <a:defRPr sz="1800" kern="1200">
                          <a:solidFill>
                            <a:schemeClr val="dk1"/>
                          </a:solidFill>
                          <a:latin typeface="Open Sans"/>
                        </a:defRPr>
                      </a:lvl1pPr>
                      <a:lvl2pPr marL="457200" algn="l" defTabSz="914400" rtl="0" eaLnBrk="1" latinLnBrk="0" hangingPunct="1">
                        <a:defRPr sz="1800" kern="1200">
                          <a:solidFill>
                            <a:schemeClr val="dk1"/>
                          </a:solidFill>
                          <a:latin typeface="Open Sans"/>
                        </a:defRPr>
                      </a:lvl2pPr>
                      <a:lvl3pPr marL="914400" algn="l" defTabSz="914400" rtl="0" eaLnBrk="1" latinLnBrk="0" hangingPunct="1">
                        <a:defRPr sz="1800" kern="1200">
                          <a:solidFill>
                            <a:schemeClr val="dk1"/>
                          </a:solidFill>
                          <a:latin typeface="Open Sans"/>
                        </a:defRPr>
                      </a:lvl3pPr>
                      <a:lvl4pPr marL="1371600" algn="l" defTabSz="914400" rtl="0" eaLnBrk="1" latinLnBrk="0" hangingPunct="1">
                        <a:defRPr sz="1800" kern="1200">
                          <a:solidFill>
                            <a:schemeClr val="dk1"/>
                          </a:solidFill>
                          <a:latin typeface="Open Sans"/>
                        </a:defRPr>
                      </a:lvl4pPr>
                      <a:lvl5pPr marL="1828800" algn="l" defTabSz="914400" rtl="0" eaLnBrk="1" latinLnBrk="0" hangingPunct="1">
                        <a:defRPr sz="1800" kern="1200">
                          <a:solidFill>
                            <a:schemeClr val="dk1"/>
                          </a:solidFill>
                          <a:latin typeface="Open Sans"/>
                        </a:defRPr>
                      </a:lvl5pPr>
                      <a:lvl6pPr marL="2286000" algn="l" defTabSz="914400" rtl="0" eaLnBrk="1" latinLnBrk="0" hangingPunct="1">
                        <a:defRPr sz="1800" kern="1200">
                          <a:solidFill>
                            <a:schemeClr val="dk1"/>
                          </a:solidFill>
                          <a:latin typeface="Open Sans"/>
                        </a:defRPr>
                      </a:lvl6pPr>
                      <a:lvl7pPr marL="2743200" algn="l" defTabSz="914400" rtl="0" eaLnBrk="1" latinLnBrk="0" hangingPunct="1">
                        <a:defRPr sz="1800" kern="1200">
                          <a:solidFill>
                            <a:schemeClr val="dk1"/>
                          </a:solidFill>
                          <a:latin typeface="Open Sans"/>
                        </a:defRPr>
                      </a:lvl7pPr>
                      <a:lvl8pPr marL="3200400" algn="l" defTabSz="914400" rtl="0" eaLnBrk="1" latinLnBrk="0" hangingPunct="1">
                        <a:defRPr sz="1800" kern="1200">
                          <a:solidFill>
                            <a:schemeClr val="dk1"/>
                          </a:solidFill>
                          <a:latin typeface="Open Sans"/>
                        </a:defRPr>
                      </a:lvl8pPr>
                      <a:lvl9pPr marL="3657600" algn="l" defTabSz="914400" rtl="0" eaLnBrk="1" latinLnBrk="0" hangingPunct="1">
                        <a:defRPr sz="1800" kern="1200">
                          <a:solidFill>
                            <a:schemeClr val="dk1"/>
                          </a:solidFill>
                          <a:latin typeface="Open Sans"/>
                        </a:defRPr>
                      </a:lvl9pPr>
                    </a:lstStyle>
                    <a:p>
                      <a:pPr marL="0" lvl="0" indent="0" algn="l" defTabSz="684367">
                        <a:buNone/>
                        <a:defRPr/>
                      </a:pPr>
                      <a:r>
                        <a:rPr lang="en-US" sz="800" b="1" kern="0">
                          <a:solidFill>
                            <a:prstClr val="black"/>
                          </a:solidFill>
                          <a:latin typeface="+mn-lt"/>
                        </a:rPr>
                        <a:t>Deloitte</a:t>
                      </a:r>
                    </a:p>
                    <a:p>
                      <a:pPr marL="99695" indent="-99695" algn="l" defTabSz="684367" rtl="0" eaLnBrk="1" latinLnBrk="0" hangingPunct="1">
                        <a:buFont typeface="Arial" panose="020B0604020202020204" pitchFamily="34" charset="0"/>
                        <a:buChar char="•"/>
                        <a:defRPr/>
                      </a:pPr>
                      <a:r>
                        <a:rPr lang="en-US" sz="800" kern="0">
                          <a:solidFill>
                            <a:prstClr val="black"/>
                          </a:solidFill>
                          <a:latin typeface="+mn-lt"/>
                        </a:rPr>
                        <a:t>Data Engineer</a:t>
                      </a:r>
                    </a:p>
                    <a:p>
                      <a:pPr marL="99695" indent="-99695" algn="l" defTabSz="684367" rtl="0" eaLnBrk="1" latinLnBrk="0" hangingPunct="1">
                        <a:buFont typeface="Arial" panose="020B0604020202020204" pitchFamily="34" charset="0"/>
                        <a:buChar char="•"/>
                        <a:defRPr/>
                      </a:pPr>
                      <a:r>
                        <a:rPr lang="en-US" sz="800" kern="0">
                          <a:solidFill>
                            <a:prstClr val="black"/>
                          </a:solidFill>
                          <a:latin typeface="+mn-lt"/>
                        </a:rPr>
                        <a:t>Backend API Engineer</a:t>
                      </a:r>
                    </a:p>
                    <a:p>
                      <a:pPr marL="99695" indent="-99695" algn="l" defTabSz="684367" rtl="0" eaLnBrk="1" latinLnBrk="0" hangingPunct="1">
                        <a:buFont typeface="Arial" panose="020B0604020202020204" pitchFamily="34" charset="0"/>
                        <a:buChar char="•"/>
                        <a:defRPr/>
                      </a:pPr>
                      <a:r>
                        <a:rPr lang="en-US" sz="800" kern="0">
                          <a:solidFill>
                            <a:prstClr val="black"/>
                          </a:solidFill>
                          <a:latin typeface="+mn-lt"/>
                        </a:rPr>
                        <a:t>AI Engineer</a:t>
                      </a:r>
                    </a:p>
                  </a:txBody>
                  <a:tcPr marL="39804" marR="39804" marT="7961" marB="7961">
                    <a:lnL w="9525" cap="flat" cmpd="sng" algn="ctr">
                      <a:noFill/>
                      <a:prstDash val="solid"/>
                      <a:round/>
                      <a:headEnd type="none" w="med" len="med"/>
                      <a:tailEnd type="none" w="med" len="med"/>
                    </a:lnL>
                    <a:lnR w="9525" cap="flat" cmpd="sng" algn="ctr">
                      <a:noFill/>
                      <a:prstDash val="solid"/>
                      <a:round/>
                      <a:headEnd type="none" w="med" len="med"/>
                      <a:tailEnd type="none" w="med" len="med"/>
                    </a:lnR>
                    <a:lnT w="25400" cap="flat" cmpd="sng" algn="ctr">
                      <a:noFill/>
                      <a:prstDash val="soli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97344920"/>
                  </a:ext>
                </a:extLst>
              </a:tr>
            </a:tbl>
          </a:graphicData>
        </a:graphic>
      </p:graphicFrame>
      <p:sp>
        <p:nvSpPr>
          <p:cNvPr id="36" name="TextBox 35">
            <a:extLst>
              <a:ext uri="{FF2B5EF4-FFF2-40B4-BE49-F238E27FC236}">
                <a16:creationId xmlns:a16="http://schemas.microsoft.com/office/drawing/2014/main" id="{63966514-CDDF-AFB6-0CA5-7AFA11B5EE93}"/>
              </a:ext>
            </a:extLst>
          </p:cNvPr>
          <p:cNvSpPr txBox="1"/>
          <p:nvPr/>
        </p:nvSpPr>
        <p:spPr>
          <a:xfrm>
            <a:off x="9010052" y="5141242"/>
            <a:ext cx="2674802" cy="250734"/>
          </a:xfrm>
          <a:prstGeom prst="roundRect">
            <a:avLst/>
          </a:prstGeom>
          <a:solidFill>
            <a:srgbClr val="00A3E0"/>
          </a:solidFill>
          <a:ln w="19050" algn="ctr">
            <a:noFill/>
            <a:miter lim="800000"/>
            <a:headEnd/>
            <a:tailEnd/>
          </a:ln>
        </p:spPr>
        <p:txBody>
          <a:bodyPr wrap="square" lIns="88900" tIns="88900" rIns="88900" bIns="88900" rtlCol="0" anchor="ctr"/>
          <a:lstStyle>
            <a:defPPr>
              <a:defRPr lang="en-US"/>
            </a:defPPr>
            <a:lvl1pPr algn="ctr">
              <a:defRPr sz="800" b="1" kern="0">
                <a:solidFill>
                  <a:schemeClr val="bg1"/>
                </a:solidFill>
              </a:defRPr>
            </a:lvl1pPr>
          </a:lstStyle>
          <a:p>
            <a:pPr defTabSz="762043">
              <a:defRPr/>
            </a:pPr>
            <a:r>
              <a:rPr lang="en-US" sz="900"/>
              <a:t>INNOVATION POD</a:t>
            </a:r>
            <a:endParaRPr lang="en-US" sz="900">
              <a:cs typeface="Calibri"/>
            </a:endParaRPr>
          </a:p>
        </p:txBody>
      </p:sp>
      <p:grpSp>
        <p:nvGrpSpPr>
          <p:cNvPr id="5" name="Group 4">
            <a:extLst>
              <a:ext uri="{FF2B5EF4-FFF2-40B4-BE49-F238E27FC236}">
                <a16:creationId xmlns:a16="http://schemas.microsoft.com/office/drawing/2014/main" id="{C38183A9-A9FC-8DFF-A444-8AB338EA4B5B}"/>
              </a:ext>
            </a:extLst>
          </p:cNvPr>
          <p:cNvGrpSpPr/>
          <p:nvPr/>
        </p:nvGrpSpPr>
        <p:grpSpPr>
          <a:xfrm>
            <a:off x="3769274" y="1297008"/>
            <a:ext cx="4981660" cy="250734"/>
            <a:chOff x="3769274" y="1297008"/>
            <a:chExt cx="4981660" cy="250734"/>
          </a:xfrm>
        </p:grpSpPr>
        <p:cxnSp>
          <p:nvCxnSpPr>
            <p:cNvPr id="13" name="Straight Connector 12">
              <a:extLst>
                <a:ext uri="{FF2B5EF4-FFF2-40B4-BE49-F238E27FC236}">
                  <a16:creationId xmlns:a16="http://schemas.microsoft.com/office/drawing/2014/main" id="{22D97DEC-A1EB-9F21-A500-BCB439C91875}"/>
                </a:ext>
              </a:extLst>
            </p:cNvPr>
            <p:cNvCxnSpPr>
              <a:cxnSpLocks/>
              <a:stCxn id="15" idx="3"/>
              <a:endCxn id="37" idx="1"/>
            </p:cNvCxnSpPr>
            <p:nvPr/>
          </p:nvCxnSpPr>
          <p:spPr>
            <a:xfrm>
              <a:off x="6115216" y="1422375"/>
              <a:ext cx="289776" cy="0"/>
            </a:xfrm>
            <a:prstGeom prst="line">
              <a:avLst/>
            </a:prstGeom>
            <a:ln w="19050">
              <a:solidFill>
                <a:schemeClr val="tx2"/>
              </a:solidFill>
              <a:prstDash val="dash"/>
            </a:ln>
          </p:spPr>
          <p:style>
            <a:lnRef idx="1">
              <a:schemeClr val="accent1"/>
            </a:lnRef>
            <a:fillRef idx="0">
              <a:schemeClr val="accent1"/>
            </a:fillRef>
            <a:effectRef idx="0">
              <a:schemeClr val="accent1"/>
            </a:effectRef>
            <a:fontRef idx="minor">
              <a:schemeClr val="tx1"/>
            </a:fontRef>
          </p:style>
        </p:cxnSp>
        <p:sp>
          <p:nvSpPr>
            <p:cNvPr id="15" name="Rounded Rectangle 14">
              <a:extLst>
                <a:ext uri="{FF2B5EF4-FFF2-40B4-BE49-F238E27FC236}">
                  <a16:creationId xmlns:a16="http://schemas.microsoft.com/office/drawing/2014/main" id="{B9545FCF-09DF-2FA1-DE71-B0441DECB797}"/>
                </a:ext>
              </a:extLst>
            </p:cNvPr>
            <p:cNvSpPr/>
            <p:nvPr/>
          </p:nvSpPr>
          <p:spPr bwMode="gray">
            <a:xfrm>
              <a:off x="3769274" y="1297008"/>
              <a:ext cx="2345942" cy="250734"/>
            </a:xfrm>
            <a:prstGeom prst="roundRect">
              <a:avLst/>
            </a:prstGeom>
            <a:solidFill>
              <a:schemeClr val="accent4"/>
            </a:solidFill>
            <a:ln w="19050" algn="ctr">
              <a:noFill/>
              <a:miter lim="800000"/>
              <a:headEnd/>
              <a:tailEnd/>
            </a:ln>
          </p:spPr>
          <p:txBody>
            <a:bodyPr wrap="square" lIns="88900" tIns="88900" rIns="88900" bIns="88900" rtlCol="0" anchor="ctr"/>
            <a:lstStyle/>
            <a:p>
              <a:pPr algn="ctr"/>
              <a:r>
                <a:rPr lang="en-US" sz="900" b="1" kern="0">
                  <a:solidFill>
                    <a:schemeClr val="bg1"/>
                  </a:solidFill>
                </a:rPr>
                <a:t>CISCO EXECUTIVE SPONSORS</a:t>
              </a:r>
              <a:endParaRPr lang="en-US" sz="900" b="1" kern="0">
                <a:solidFill>
                  <a:schemeClr val="bg1"/>
                </a:solidFill>
                <a:cs typeface="Calibri"/>
              </a:endParaRPr>
            </a:p>
          </p:txBody>
        </p:sp>
        <p:sp>
          <p:nvSpPr>
            <p:cNvPr id="37" name="Rounded Rectangle 36">
              <a:extLst>
                <a:ext uri="{FF2B5EF4-FFF2-40B4-BE49-F238E27FC236}">
                  <a16:creationId xmlns:a16="http://schemas.microsoft.com/office/drawing/2014/main" id="{3BA722FF-8096-81B5-24E9-244DD9C90BB2}"/>
                </a:ext>
              </a:extLst>
            </p:cNvPr>
            <p:cNvSpPr/>
            <p:nvPr/>
          </p:nvSpPr>
          <p:spPr bwMode="gray">
            <a:xfrm>
              <a:off x="6404992" y="1297008"/>
              <a:ext cx="2345942" cy="250734"/>
            </a:xfrm>
            <a:prstGeom prst="roundRect">
              <a:avLst/>
            </a:prstGeom>
            <a:solidFill>
              <a:schemeClr val="accent4"/>
            </a:solidFill>
            <a:ln w="19050" algn="ctr">
              <a:noFill/>
              <a:miter lim="800000"/>
              <a:headEnd/>
              <a:tailEnd/>
            </a:ln>
          </p:spPr>
          <p:txBody>
            <a:bodyPr wrap="square" lIns="88900" tIns="88900" rIns="88900" bIns="88900" rtlCol="0" anchor="ctr"/>
            <a:lstStyle/>
            <a:p>
              <a:pPr algn="ctr"/>
              <a:r>
                <a:rPr lang="en-US" sz="900" b="1" kern="0">
                  <a:solidFill>
                    <a:schemeClr val="bg1"/>
                  </a:solidFill>
                </a:rPr>
                <a:t>DELOITTE EXECUTIVE SPONSORS</a:t>
              </a:r>
              <a:endParaRPr lang="en-US" sz="900" b="1" kern="0">
                <a:solidFill>
                  <a:schemeClr val="bg1"/>
                </a:solidFill>
                <a:cs typeface="Calibri"/>
              </a:endParaRPr>
            </a:p>
          </p:txBody>
        </p:sp>
      </p:grpSp>
      <p:grpSp>
        <p:nvGrpSpPr>
          <p:cNvPr id="4" name="Group 3">
            <a:extLst>
              <a:ext uri="{FF2B5EF4-FFF2-40B4-BE49-F238E27FC236}">
                <a16:creationId xmlns:a16="http://schemas.microsoft.com/office/drawing/2014/main" id="{A9725C9E-3043-9638-016E-39D7F01E806F}"/>
              </a:ext>
            </a:extLst>
          </p:cNvPr>
          <p:cNvGrpSpPr/>
          <p:nvPr/>
        </p:nvGrpSpPr>
        <p:grpSpPr>
          <a:xfrm>
            <a:off x="3769274" y="1631389"/>
            <a:ext cx="4981660" cy="250734"/>
            <a:chOff x="3769274" y="1651691"/>
            <a:chExt cx="4981660" cy="250734"/>
          </a:xfrm>
        </p:grpSpPr>
        <p:cxnSp>
          <p:nvCxnSpPr>
            <p:cNvPr id="11" name="Straight Connector 10">
              <a:extLst>
                <a:ext uri="{FF2B5EF4-FFF2-40B4-BE49-F238E27FC236}">
                  <a16:creationId xmlns:a16="http://schemas.microsoft.com/office/drawing/2014/main" id="{A5A3BC63-7CD7-5DD8-E1D5-25C9A81B1BE9}"/>
                </a:ext>
              </a:extLst>
            </p:cNvPr>
            <p:cNvCxnSpPr>
              <a:cxnSpLocks/>
              <a:stCxn id="16" idx="3"/>
              <a:endCxn id="38" idx="1"/>
            </p:cNvCxnSpPr>
            <p:nvPr/>
          </p:nvCxnSpPr>
          <p:spPr>
            <a:xfrm>
              <a:off x="6115216" y="1777058"/>
              <a:ext cx="289776" cy="0"/>
            </a:xfrm>
            <a:prstGeom prst="line">
              <a:avLst/>
            </a:prstGeom>
            <a:ln w="19050">
              <a:solidFill>
                <a:schemeClr val="tx2"/>
              </a:solidFill>
              <a:prstDash val="dash"/>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8CA7F8D2-8D58-5EC2-CC94-AF5F2FE0D4BA}"/>
                </a:ext>
              </a:extLst>
            </p:cNvPr>
            <p:cNvSpPr txBox="1"/>
            <p:nvPr/>
          </p:nvSpPr>
          <p:spPr>
            <a:xfrm>
              <a:off x="3769274" y="1651691"/>
              <a:ext cx="2345942" cy="250734"/>
            </a:xfrm>
            <a:prstGeom prst="roundRect">
              <a:avLst/>
            </a:prstGeom>
            <a:solidFill>
              <a:schemeClr val="accent4"/>
            </a:solidFill>
            <a:ln w="19050" algn="ctr">
              <a:noFill/>
              <a:miter lim="800000"/>
              <a:headEnd/>
              <a:tailEnd/>
            </a:ln>
          </p:spPr>
          <p:txBody>
            <a:bodyPr wrap="square" lIns="88900" tIns="88900" rIns="88900" bIns="88900" rtlCol="0" anchor="ctr"/>
            <a:lstStyle>
              <a:defPPr>
                <a:defRPr lang="en-US"/>
              </a:defPPr>
              <a:lvl1pPr algn="ctr">
                <a:defRPr sz="800" b="1" kern="0">
                  <a:solidFill>
                    <a:schemeClr val="bg1"/>
                  </a:solidFill>
                </a:defRPr>
              </a:lvl1pPr>
            </a:lstStyle>
            <a:p>
              <a:r>
                <a:rPr lang="en-US" sz="900"/>
                <a:t>STEERING COMMITTEE</a:t>
              </a:r>
            </a:p>
          </p:txBody>
        </p:sp>
        <p:sp>
          <p:nvSpPr>
            <p:cNvPr id="38" name="Rounded Rectangle 37">
              <a:extLst>
                <a:ext uri="{FF2B5EF4-FFF2-40B4-BE49-F238E27FC236}">
                  <a16:creationId xmlns:a16="http://schemas.microsoft.com/office/drawing/2014/main" id="{9A2B618F-F0A6-BD33-9BB5-F27E88BDBE7C}"/>
                </a:ext>
              </a:extLst>
            </p:cNvPr>
            <p:cNvSpPr/>
            <p:nvPr/>
          </p:nvSpPr>
          <p:spPr bwMode="gray">
            <a:xfrm>
              <a:off x="6404992" y="1651691"/>
              <a:ext cx="2345942" cy="250734"/>
            </a:xfrm>
            <a:prstGeom prst="roundRect">
              <a:avLst/>
            </a:prstGeom>
            <a:solidFill>
              <a:schemeClr val="accent4"/>
            </a:solidFill>
            <a:ln w="19050" algn="ctr">
              <a:noFill/>
              <a:miter lim="800000"/>
              <a:headEnd/>
              <a:tailEnd/>
            </a:ln>
          </p:spPr>
          <p:txBody>
            <a:bodyPr wrap="square" lIns="88900" tIns="88900" rIns="88900" bIns="88900" rtlCol="0" anchor="ctr"/>
            <a:lstStyle/>
            <a:p>
              <a:pPr algn="ctr"/>
              <a:r>
                <a:rPr lang="en-US" sz="900" b="1" kern="0">
                  <a:solidFill>
                    <a:schemeClr val="bg1"/>
                  </a:solidFill>
                </a:rPr>
                <a:t>RISK AND QUALITY</a:t>
              </a:r>
              <a:endParaRPr lang="en-US" sz="900" b="1" kern="0">
                <a:solidFill>
                  <a:schemeClr val="bg1"/>
                </a:solidFill>
                <a:cs typeface="Calibri"/>
              </a:endParaRPr>
            </a:p>
          </p:txBody>
        </p:sp>
      </p:grpSp>
      <p:graphicFrame>
        <p:nvGraphicFramePr>
          <p:cNvPr id="39" name="Table 38">
            <a:extLst>
              <a:ext uri="{FF2B5EF4-FFF2-40B4-BE49-F238E27FC236}">
                <a16:creationId xmlns:a16="http://schemas.microsoft.com/office/drawing/2014/main" id="{5CB7956D-8E14-D8EB-FA16-5292F3B45639}"/>
              </a:ext>
            </a:extLst>
          </p:cNvPr>
          <p:cNvGraphicFramePr>
            <a:graphicFrameLocks noGrp="1"/>
          </p:cNvGraphicFramePr>
          <p:nvPr/>
        </p:nvGraphicFramePr>
        <p:xfrm>
          <a:off x="6404990" y="1967610"/>
          <a:ext cx="2345942" cy="548160"/>
        </p:xfrm>
        <a:graphic>
          <a:graphicData uri="http://schemas.openxmlformats.org/drawingml/2006/table">
            <a:tbl>
              <a:tblPr firstRow="1" bandRow="1">
                <a:effectLst/>
                <a:tableStyleId>{3C2FFA5D-87B4-456A-9821-1D502468CF0F}</a:tableStyleId>
              </a:tblPr>
              <a:tblGrid>
                <a:gridCol w="1172971">
                  <a:extLst>
                    <a:ext uri="{9D8B030D-6E8A-4147-A177-3AD203B41FA5}">
                      <a16:colId xmlns:a16="http://schemas.microsoft.com/office/drawing/2014/main" val="2201714223"/>
                    </a:ext>
                  </a:extLst>
                </a:gridCol>
                <a:gridCol w="1172971">
                  <a:extLst>
                    <a:ext uri="{9D8B030D-6E8A-4147-A177-3AD203B41FA5}">
                      <a16:colId xmlns:a16="http://schemas.microsoft.com/office/drawing/2014/main" val="3940775670"/>
                    </a:ext>
                  </a:extLst>
                </a:gridCol>
              </a:tblGrid>
              <a:tr h="548160">
                <a:tc>
                  <a:txBody>
                    <a:bodyPr/>
                    <a:lstStyle>
                      <a:lvl1pPr marL="0" algn="l" defTabSz="914400" rtl="0" eaLnBrk="1" latinLnBrk="0" hangingPunct="1">
                        <a:defRPr sz="1800" kern="1200">
                          <a:solidFill>
                            <a:schemeClr val="dk1"/>
                          </a:solidFill>
                          <a:latin typeface="Verdana"/>
                        </a:defRPr>
                      </a:lvl1pPr>
                      <a:lvl2pPr marL="457200" algn="l" defTabSz="914400" rtl="0" eaLnBrk="1" latinLnBrk="0" hangingPunct="1">
                        <a:defRPr sz="1800" kern="1200">
                          <a:solidFill>
                            <a:schemeClr val="dk1"/>
                          </a:solidFill>
                          <a:latin typeface="Verdana"/>
                        </a:defRPr>
                      </a:lvl2pPr>
                      <a:lvl3pPr marL="914400" algn="l" defTabSz="914400" rtl="0" eaLnBrk="1" latinLnBrk="0" hangingPunct="1">
                        <a:defRPr sz="1800" kern="1200">
                          <a:solidFill>
                            <a:schemeClr val="dk1"/>
                          </a:solidFill>
                          <a:latin typeface="Verdana"/>
                        </a:defRPr>
                      </a:lvl3pPr>
                      <a:lvl4pPr marL="1371600" algn="l" defTabSz="914400" rtl="0" eaLnBrk="1" latinLnBrk="0" hangingPunct="1">
                        <a:defRPr sz="1800" kern="1200">
                          <a:solidFill>
                            <a:schemeClr val="dk1"/>
                          </a:solidFill>
                          <a:latin typeface="Verdana"/>
                        </a:defRPr>
                      </a:lvl4pPr>
                      <a:lvl5pPr marL="1828800" algn="l" defTabSz="914400" rtl="0" eaLnBrk="1" latinLnBrk="0" hangingPunct="1">
                        <a:defRPr sz="1800" kern="1200">
                          <a:solidFill>
                            <a:schemeClr val="dk1"/>
                          </a:solidFill>
                          <a:latin typeface="Verdana"/>
                        </a:defRPr>
                      </a:lvl5pPr>
                      <a:lvl6pPr marL="2286000" algn="l" defTabSz="914400" rtl="0" eaLnBrk="1" latinLnBrk="0" hangingPunct="1">
                        <a:defRPr sz="1800" kern="1200">
                          <a:solidFill>
                            <a:schemeClr val="dk1"/>
                          </a:solidFill>
                          <a:latin typeface="Verdana"/>
                        </a:defRPr>
                      </a:lvl6pPr>
                      <a:lvl7pPr marL="2743200" algn="l" defTabSz="914400" rtl="0" eaLnBrk="1" latinLnBrk="0" hangingPunct="1">
                        <a:defRPr sz="1800" kern="1200">
                          <a:solidFill>
                            <a:schemeClr val="dk1"/>
                          </a:solidFill>
                          <a:latin typeface="Verdana"/>
                        </a:defRPr>
                      </a:lvl7pPr>
                      <a:lvl8pPr marL="3200400" algn="l" defTabSz="914400" rtl="0" eaLnBrk="1" latinLnBrk="0" hangingPunct="1">
                        <a:defRPr sz="1800" kern="1200">
                          <a:solidFill>
                            <a:schemeClr val="dk1"/>
                          </a:solidFill>
                          <a:latin typeface="Verdana"/>
                        </a:defRPr>
                      </a:lvl8pPr>
                      <a:lvl9pPr marL="3657600" algn="l" defTabSz="914400" rtl="0" eaLnBrk="1" latinLnBrk="0" hangingPunct="1">
                        <a:defRPr sz="1800" kern="1200">
                          <a:solidFill>
                            <a:schemeClr val="dk1"/>
                          </a:solidFill>
                          <a:latin typeface="Verdana"/>
                        </a:defRPr>
                      </a:lvl9pPr>
                    </a:lstStyle>
                    <a:p>
                      <a:pPr algn="l" defTabSz="684367">
                        <a:defRPr/>
                      </a:pPr>
                      <a:r>
                        <a:rPr lang="en-US" sz="800" b="1" kern="0">
                          <a:solidFill>
                            <a:srgbClr val="00A3E0"/>
                          </a:solidFill>
                          <a:latin typeface="+mn-lt"/>
                        </a:rPr>
                        <a:t>Cisco</a:t>
                      </a:r>
                    </a:p>
                    <a:p>
                      <a:pPr marL="99695" indent="-99695" algn="l" defTabSz="684367" rtl="0" eaLnBrk="1" latinLnBrk="0" hangingPunct="1">
                        <a:buFont typeface="Arial" panose="020B0604020202020204" pitchFamily="34" charset="0"/>
                        <a:buChar char="•"/>
                        <a:defRPr/>
                      </a:pPr>
                      <a:r>
                        <a:rPr lang="en-US" sz="800" b="0" kern="0">
                          <a:solidFill>
                            <a:prstClr val="black"/>
                          </a:solidFill>
                          <a:latin typeface="+mn-lt"/>
                        </a:rPr>
                        <a:t>Internal QA</a:t>
                      </a:r>
                      <a:endParaRPr lang="en-US" sz="800" b="0" kern="0">
                        <a:solidFill>
                          <a:prstClr val="black"/>
                        </a:solidFill>
                        <a:latin typeface="+mn-lt"/>
                        <a:ea typeface="+mn-ea"/>
                        <a:cs typeface="Calibri"/>
                      </a:endParaRPr>
                    </a:p>
                  </a:txBody>
                  <a:tcPr marL="39804" marR="39804" marT="7961" marB="7961">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kern="1200">
                          <a:solidFill>
                            <a:schemeClr val="dk1"/>
                          </a:solidFill>
                          <a:latin typeface="Verdana"/>
                        </a:defRPr>
                      </a:lvl1pPr>
                      <a:lvl2pPr marL="457200" algn="l" defTabSz="914400" rtl="0" eaLnBrk="1" latinLnBrk="0" hangingPunct="1">
                        <a:defRPr sz="1800" kern="1200">
                          <a:solidFill>
                            <a:schemeClr val="dk1"/>
                          </a:solidFill>
                          <a:latin typeface="Verdana"/>
                        </a:defRPr>
                      </a:lvl2pPr>
                      <a:lvl3pPr marL="914400" algn="l" defTabSz="914400" rtl="0" eaLnBrk="1" latinLnBrk="0" hangingPunct="1">
                        <a:defRPr sz="1800" kern="1200">
                          <a:solidFill>
                            <a:schemeClr val="dk1"/>
                          </a:solidFill>
                          <a:latin typeface="Verdana"/>
                        </a:defRPr>
                      </a:lvl3pPr>
                      <a:lvl4pPr marL="1371600" algn="l" defTabSz="914400" rtl="0" eaLnBrk="1" latinLnBrk="0" hangingPunct="1">
                        <a:defRPr sz="1800" kern="1200">
                          <a:solidFill>
                            <a:schemeClr val="dk1"/>
                          </a:solidFill>
                          <a:latin typeface="Verdana"/>
                        </a:defRPr>
                      </a:lvl4pPr>
                      <a:lvl5pPr marL="1828800" algn="l" defTabSz="914400" rtl="0" eaLnBrk="1" latinLnBrk="0" hangingPunct="1">
                        <a:defRPr sz="1800" kern="1200">
                          <a:solidFill>
                            <a:schemeClr val="dk1"/>
                          </a:solidFill>
                          <a:latin typeface="Verdana"/>
                        </a:defRPr>
                      </a:lvl5pPr>
                      <a:lvl6pPr marL="2286000" algn="l" defTabSz="914400" rtl="0" eaLnBrk="1" latinLnBrk="0" hangingPunct="1">
                        <a:defRPr sz="1800" kern="1200">
                          <a:solidFill>
                            <a:schemeClr val="dk1"/>
                          </a:solidFill>
                          <a:latin typeface="Verdana"/>
                        </a:defRPr>
                      </a:lvl6pPr>
                      <a:lvl7pPr marL="2743200" algn="l" defTabSz="914400" rtl="0" eaLnBrk="1" latinLnBrk="0" hangingPunct="1">
                        <a:defRPr sz="1800" kern="1200">
                          <a:solidFill>
                            <a:schemeClr val="dk1"/>
                          </a:solidFill>
                          <a:latin typeface="Verdana"/>
                        </a:defRPr>
                      </a:lvl7pPr>
                      <a:lvl8pPr marL="3200400" algn="l" defTabSz="914400" rtl="0" eaLnBrk="1" latinLnBrk="0" hangingPunct="1">
                        <a:defRPr sz="1800" kern="1200">
                          <a:solidFill>
                            <a:schemeClr val="dk1"/>
                          </a:solidFill>
                          <a:latin typeface="Verdana"/>
                        </a:defRPr>
                      </a:lvl8pPr>
                      <a:lvl9pPr marL="3657600" algn="l" defTabSz="914400" rtl="0" eaLnBrk="1" latinLnBrk="0" hangingPunct="1">
                        <a:defRPr sz="1800" kern="1200">
                          <a:solidFill>
                            <a:schemeClr val="dk1"/>
                          </a:solidFill>
                          <a:latin typeface="Verdana"/>
                        </a:defRPr>
                      </a:lvl9pPr>
                    </a:lstStyle>
                    <a:p>
                      <a:pPr algn="l" defTabSz="684367">
                        <a:defRPr/>
                      </a:pPr>
                      <a:r>
                        <a:rPr lang="en-US" sz="800" b="1" kern="0">
                          <a:solidFill>
                            <a:prstClr val="black"/>
                          </a:solidFill>
                          <a:latin typeface="+mn-lt"/>
                        </a:rPr>
                        <a:t>Deloitte</a:t>
                      </a:r>
                      <a:endParaRPr lang="en-US" sz="800" b="0" kern="0">
                        <a:solidFill>
                          <a:prstClr val="black"/>
                        </a:solidFill>
                        <a:latin typeface="+mn-lt"/>
                      </a:endParaRPr>
                    </a:p>
                    <a:p>
                      <a:pPr marL="99695" indent="-99695" algn="l" defTabSz="684367" rtl="0" eaLnBrk="1" latinLnBrk="0" hangingPunct="1">
                        <a:buFont typeface="Arial" panose="020B0604020202020204" pitchFamily="34" charset="0"/>
                        <a:buChar char="•"/>
                        <a:defRPr/>
                      </a:pPr>
                      <a:r>
                        <a:rPr lang="en-US" sz="800" b="0" kern="0">
                          <a:solidFill>
                            <a:prstClr val="black"/>
                          </a:solidFill>
                          <a:latin typeface="+mn-lt"/>
                        </a:rPr>
                        <a:t>QA</a:t>
                      </a:r>
                      <a:endParaRPr lang="en-US" sz="800" b="0" kern="0">
                        <a:solidFill>
                          <a:prstClr val="black"/>
                        </a:solidFill>
                        <a:latin typeface="+mn-lt"/>
                        <a:ea typeface="+mn-ea"/>
                        <a:cs typeface="Calibri"/>
                      </a:endParaRPr>
                    </a:p>
                  </a:txBody>
                  <a:tcPr marL="39804" marR="39804" marT="7961" marB="7961">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01427105"/>
                  </a:ext>
                </a:extLst>
              </a:tr>
            </a:tbl>
          </a:graphicData>
        </a:graphic>
      </p:graphicFrame>
      <p:sp>
        <p:nvSpPr>
          <p:cNvPr id="40" name="Rounded Rectangle 39">
            <a:extLst>
              <a:ext uri="{FF2B5EF4-FFF2-40B4-BE49-F238E27FC236}">
                <a16:creationId xmlns:a16="http://schemas.microsoft.com/office/drawing/2014/main" id="{20C8092C-F3CB-A17B-7898-C205829ECFDE}"/>
              </a:ext>
            </a:extLst>
          </p:cNvPr>
          <p:cNvSpPr/>
          <p:nvPr/>
        </p:nvSpPr>
        <p:spPr bwMode="gray">
          <a:xfrm>
            <a:off x="6913473" y="3000006"/>
            <a:ext cx="1990217" cy="250734"/>
          </a:xfrm>
          <a:prstGeom prst="roundRect">
            <a:avLst/>
          </a:prstGeom>
          <a:solidFill>
            <a:schemeClr val="accent4"/>
          </a:solidFill>
          <a:ln w="19050" algn="ctr">
            <a:noFill/>
            <a:miter lim="800000"/>
            <a:headEnd/>
            <a:tailEnd/>
          </a:ln>
        </p:spPr>
        <p:txBody>
          <a:bodyPr wrap="square" lIns="88900" tIns="88900" rIns="88900" bIns="88900" rtlCol="0" anchor="ctr"/>
          <a:lstStyle/>
          <a:p>
            <a:pPr algn="ctr"/>
            <a:r>
              <a:rPr lang="en-US" sz="900" b="1" kern="0">
                <a:solidFill>
                  <a:schemeClr val="bg1"/>
                </a:solidFill>
              </a:rPr>
              <a:t>CORE DELIVERY POD</a:t>
            </a:r>
          </a:p>
        </p:txBody>
      </p:sp>
      <p:sp>
        <p:nvSpPr>
          <p:cNvPr id="19" name="Down Arrow 64">
            <a:extLst>
              <a:ext uri="{FF2B5EF4-FFF2-40B4-BE49-F238E27FC236}">
                <a16:creationId xmlns:a16="http://schemas.microsoft.com/office/drawing/2014/main" id="{8104FBB9-87F0-2ADA-4661-74B5858C01D1}"/>
              </a:ext>
            </a:extLst>
          </p:cNvPr>
          <p:cNvSpPr/>
          <p:nvPr/>
        </p:nvSpPr>
        <p:spPr bwMode="gray">
          <a:xfrm>
            <a:off x="4799303" y="3755664"/>
            <a:ext cx="245097" cy="214942"/>
          </a:xfrm>
          <a:prstGeom prst="downArrow">
            <a:avLst/>
          </a:prstGeom>
          <a:solidFill>
            <a:schemeClr val="bg1">
              <a:lumMod val="50000"/>
            </a:schemeClr>
          </a:solidFill>
          <a:ln w="19050" algn="ctr">
            <a:noFill/>
            <a:miter lim="800000"/>
            <a:headEnd/>
            <a:tailEnd/>
          </a:ln>
        </p:spPr>
        <p:txBody>
          <a:bodyPr wrap="square" lIns="75565" tIns="75565" rIns="75565" bIns="75565" rtlCol="0" anchor="ctr"/>
          <a:lstStyle/>
          <a:p>
            <a:pPr marL="0" marR="0" lvl="0" indent="0" algn="ctr" defTabSz="1036295" eaLnBrk="1" fontAlgn="auto" latinLnBrk="0" hangingPunct="1">
              <a:lnSpc>
                <a:spcPct val="106000"/>
              </a:lnSpc>
              <a:spcBef>
                <a:spcPts val="0"/>
              </a:spcBef>
              <a:spcAft>
                <a:spcPts val="0"/>
              </a:spcAft>
              <a:buClrTx/>
              <a:buSzTx/>
              <a:buFontTx/>
              <a:buNone/>
              <a:tabLst/>
              <a:defRPr/>
            </a:pPr>
            <a:endParaRPr kumimoji="0" lang="en-US" sz="1200" b="1" i="0" u="none" strike="noStrike" kern="0" cap="none" spc="0" normalizeH="0" baseline="0" noProof="0">
              <a:ln>
                <a:noFill/>
              </a:ln>
              <a:solidFill>
                <a:prstClr val="white"/>
              </a:solidFill>
              <a:effectLst/>
              <a:uLnTx/>
              <a:uFillTx/>
              <a:latin typeface="Open Sans"/>
            </a:endParaRPr>
          </a:p>
        </p:txBody>
      </p:sp>
      <p:sp>
        <p:nvSpPr>
          <p:cNvPr id="6" name="TextBox 5">
            <a:extLst>
              <a:ext uri="{FF2B5EF4-FFF2-40B4-BE49-F238E27FC236}">
                <a16:creationId xmlns:a16="http://schemas.microsoft.com/office/drawing/2014/main" id="{53AA4C21-01B9-C93F-5E00-14FB20C257B8}"/>
              </a:ext>
            </a:extLst>
          </p:cNvPr>
          <p:cNvSpPr txBox="1"/>
          <p:nvPr/>
        </p:nvSpPr>
        <p:spPr>
          <a:xfrm>
            <a:off x="6160197" y="4103565"/>
            <a:ext cx="2674802" cy="250734"/>
          </a:xfrm>
          <a:prstGeom prst="roundRect">
            <a:avLst/>
          </a:prstGeom>
          <a:solidFill>
            <a:srgbClr val="00A3E0"/>
          </a:solidFill>
          <a:ln w="19050" algn="ctr">
            <a:noFill/>
            <a:miter lim="800000"/>
            <a:headEnd/>
            <a:tailEnd/>
          </a:ln>
        </p:spPr>
        <p:txBody>
          <a:bodyPr wrap="square" lIns="88900" tIns="88900" rIns="88900" bIns="88900" rtlCol="0" anchor="ctr"/>
          <a:lstStyle>
            <a:defPPr>
              <a:defRPr lang="en-US"/>
            </a:defPPr>
            <a:lvl1pPr algn="ctr">
              <a:defRPr sz="800" b="1" kern="0">
                <a:solidFill>
                  <a:schemeClr val="bg1"/>
                </a:solidFill>
              </a:defRPr>
            </a:lvl1pPr>
          </a:lstStyle>
          <a:p>
            <a:r>
              <a:rPr lang="en-US" sz="900"/>
              <a:t>DATA POD 2</a:t>
            </a:r>
          </a:p>
        </p:txBody>
      </p:sp>
      <p:graphicFrame>
        <p:nvGraphicFramePr>
          <p:cNvPr id="7" name="Table 6">
            <a:extLst>
              <a:ext uri="{FF2B5EF4-FFF2-40B4-BE49-F238E27FC236}">
                <a16:creationId xmlns:a16="http://schemas.microsoft.com/office/drawing/2014/main" id="{9C418E7E-7335-0413-A3D7-0A4E1586C039}"/>
              </a:ext>
            </a:extLst>
          </p:cNvPr>
          <p:cNvGraphicFramePr>
            <a:graphicFrameLocks noGrp="1"/>
          </p:cNvGraphicFramePr>
          <p:nvPr/>
        </p:nvGraphicFramePr>
        <p:xfrm>
          <a:off x="6160197" y="4395241"/>
          <a:ext cx="2674802" cy="658350"/>
        </p:xfrm>
        <a:graphic>
          <a:graphicData uri="http://schemas.openxmlformats.org/drawingml/2006/table">
            <a:tbl>
              <a:tblPr firstRow="1" bandRow="1">
                <a:gradFill rotWithShape="1">
                  <a:gsLst>
                    <a:gs pos="0">
                      <a:srgbClr val="86BC25">
                        <a:tint val="50000"/>
                        <a:satMod val="300000"/>
                      </a:srgbClr>
                    </a:gs>
                    <a:gs pos="35000">
                      <a:srgbClr val="86BC25">
                        <a:tint val="37000"/>
                        <a:satMod val="300000"/>
                      </a:srgbClr>
                    </a:gs>
                    <a:gs pos="100000">
                      <a:srgbClr val="86BC25">
                        <a:tint val="15000"/>
                        <a:satMod val="350000"/>
                      </a:srgbClr>
                    </a:gs>
                  </a:gsLst>
                  <a:lin ang="16200000" scaled="1"/>
                </a:gradFill>
                <a:effectLst/>
              </a:tblPr>
              <a:tblGrid>
                <a:gridCol w="1291139">
                  <a:extLst>
                    <a:ext uri="{9D8B030D-6E8A-4147-A177-3AD203B41FA5}">
                      <a16:colId xmlns:a16="http://schemas.microsoft.com/office/drawing/2014/main" val="1777203295"/>
                    </a:ext>
                  </a:extLst>
                </a:gridCol>
                <a:gridCol w="1383663">
                  <a:extLst>
                    <a:ext uri="{9D8B030D-6E8A-4147-A177-3AD203B41FA5}">
                      <a16:colId xmlns:a16="http://schemas.microsoft.com/office/drawing/2014/main" val="2007879268"/>
                    </a:ext>
                  </a:extLst>
                </a:gridCol>
              </a:tblGrid>
              <a:tr h="658350">
                <a:tc>
                  <a:txBody>
                    <a:bodyPr/>
                    <a:lstStyle>
                      <a:lvl1pPr marL="0" algn="l" defTabSz="914400" rtl="0" eaLnBrk="1" latinLnBrk="0" hangingPunct="1">
                        <a:defRPr sz="1800" kern="1200">
                          <a:solidFill>
                            <a:schemeClr val="dk1"/>
                          </a:solidFill>
                          <a:latin typeface="Verdana"/>
                        </a:defRPr>
                      </a:lvl1pPr>
                      <a:lvl2pPr marL="457200" algn="l" defTabSz="914400" rtl="0" eaLnBrk="1" latinLnBrk="0" hangingPunct="1">
                        <a:defRPr sz="1800" kern="1200">
                          <a:solidFill>
                            <a:schemeClr val="dk1"/>
                          </a:solidFill>
                          <a:latin typeface="Verdana"/>
                        </a:defRPr>
                      </a:lvl2pPr>
                      <a:lvl3pPr marL="914400" algn="l" defTabSz="914400" rtl="0" eaLnBrk="1" latinLnBrk="0" hangingPunct="1">
                        <a:defRPr sz="1800" kern="1200">
                          <a:solidFill>
                            <a:schemeClr val="dk1"/>
                          </a:solidFill>
                          <a:latin typeface="Verdana"/>
                        </a:defRPr>
                      </a:lvl3pPr>
                      <a:lvl4pPr marL="1371600" algn="l" defTabSz="914400" rtl="0" eaLnBrk="1" latinLnBrk="0" hangingPunct="1">
                        <a:defRPr sz="1800" kern="1200">
                          <a:solidFill>
                            <a:schemeClr val="dk1"/>
                          </a:solidFill>
                          <a:latin typeface="Verdana"/>
                        </a:defRPr>
                      </a:lvl4pPr>
                      <a:lvl5pPr marL="1828800" algn="l" defTabSz="914400" rtl="0" eaLnBrk="1" latinLnBrk="0" hangingPunct="1">
                        <a:defRPr sz="1800" kern="1200">
                          <a:solidFill>
                            <a:schemeClr val="dk1"/>
                          </a:solidFill>
                          <a:latin typeface="Verdana"/>
                        </a:defRPr>
                      </a:lvl5pPr>
                      <a:lvl6pPr marL="2286000" algn="l" defTabSz="914400" rtl="0" eaLnBrk="1" latinLnBrk="0" hangingPunct="1">
                        <a:defRPr sz="1800" kern="1200">
                          <a:solidFill>
                            <a:schemeClr val="dk1"/>
                          </a:solidFill>
                          <a:latin typeface="Verdana"/>
                        </a:defRPr>
                      </a:lvl6pPr>
                      <a:lvl7pPr marL="2743200" algn="l" defTabSz="914400" rtl="0" eaLnBrk="1" latinLnBrk="0" hangingPunct="1">
                        <a:defRPr sz="1800" kern="1200">
                          <a:solidFill>
                            <a:schemeClr val="dk1"/>
                          </a:solidFill>
                          <a:latin typeface="Verdana"/>
                        </a:defRPr>
                      </a:lvl7pPr>
                      <a:lvl8pPr marL="3200400" algn="l" defTabSz="914400" rtl="0" eaLnBrk="1" latinLnBrk="0" hangingPunct="1">
                        <a:defRPr sz="1800" kern="1200">
                          <a:solidFill>
                            <a:schemeClr val="dk1"/>
                          </a:solidFill>
                          <a:latin typeface="Verdana"/>
                        </a:defRPr>
                      </a:lvl8pPr>
                      <a:lvl9pPr marL="3657600" algn="l" defTabSz="914400" rtl="0" eaLnBrk="1" latinLnBrk="0" hangingPunct="1">
                        <a:defRPr sz="1800" kern="1200">
                          <a:solidFill>
                            <a:schemeClr val="dk1"/>
                          </a:solidFill>
                          <a:latin typeface="Verdana"/>
                        </a:defRPr>
                      </a:lvl9pPr>
                    </a:lstStyle>
                    <a:p>
                      <a:pPr marL="0" algn="l" defTabSz="684367" rtl="0" eaLnBrk="1" latinLnBrk="0" hangingPunct="1">
                        <a:defRPr/>
                      </a:pPr>
                      <a:r>
                        <a:rPr lang="en-US" sz="800" b="1" kern="0">
                          <a:solidFill>
                            <a:srgbClr val="00A3E0"/>
                          </a:solidFill>
                          <a:latin typeface="Verdana"/>
                          <a:ea typeface="+mn-ea"/>
                          <a:cs typeface="+mn-cs"/>
                        </a:rPr>
                        <a:t>Cisco</a:t>
                      </a:r>
                      <a:endParaRPr lang="en-US" sz="800" b="1" kern="0">
                        <a:solidFill>
                          <a:srgbClr val="00A3E0"/>
                        </a:solidFill>
                        <a:latin typeface="+mn-lt"/>
                        <a:ea typeface="+mn-ea"/>
                        <a:cs typeface="+mn-cs"/>
                      </a:endParaRPr>
                    </a:p>
                    <a:p>
                      <a:pPr marL="99695" indent="-99695" algn="l" defTabSz="684367" rtl="0" eaLnBrk="1" latinLnBrk="0" hangingPunct="1">
                        <a:buFont typeface="Arial" panose="020B0604020202020204" pitchFamily="34" charset="0"/>
                        <a:buChar char="•"/>
                        <a:defRPr/>
                      </a:pPr>
                      <a:r>
                        <a:rPr lang="en-US" sz="800" kern="0">
                          <a:solidFill>
                            <a:prstClr val="black"/>
                          </a:solidFill>
                          <a:latin typeface="Verdana"/>
                          <a:ea typeface="+mn-ea"/>
                          <a:cs typeface="+mn-cs"/>
                        </a:rPr>
                        <a:t>Business Analyst</a:t>
                      </a:r>
                    </a:p>
                  </a:txBody>
                  <a:tcPr marL="39804" marR="39804" marT="7961" marB="7961">
                    <a:lnL w="9525" cap="flat" cmpd="sng" algn="ctr">
                      <a:noFill/>
                      <a:prstDash val="solid"/>
                      <a:round/>
                      <a:headEnd type="none" w="med" len="med"/>
                      <a:tailEnd type="none" w="med" len="med"/>
                    </a:lnL>
                    <a:lnR w="9525" cap="flat" cmpd="sng" algn="ctr">
                      <a:noFill/>
                      <a:prstDash val="solid"/>
                      <a:round/>
                      <a:headEnd type="none" w="med" len="med"/>
                      <a:tailEnd type="none" w="med" len="med"/>
                    </a:lnR>
                    <a:lnT w="25400" cap="flat" cmpd="sng" algn="ctr">
                      <a:noFill/>
                      <a:prstDash val="soli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kern="1200">
                          <a:solidFill>
                            <a:schemeClr val="dk1"/>
                          </a:solidFill>
                          <a:latin typeface="Open Sans"/>
                        </a:defRPr>
                      </a:lvl1pPr>
                      <a:lvl2pPr marL="457200" algn="l" defTabSz="914400" rtl="0" eaLnBrk="1" latinLnBrk="0" hangingPunct="1">
                        <a:defRPr sz="1800" kern="1200">
                          <a:solidFill>
                            <a:schemeClr val="dk1"/>
                          </a:solidFill>
                          <a:latin typeface="Open Sans"/>
                        </a:defRPr>
                      </a:lvl2pPr>
                      <a:lvl3pPr marL="914400" algn="l" defTabSz="914400" rtl="0" eaLnBrk="1" latinLnBrk="0" hangingPunct="1">
                        <a:defRPr sz="1800" kern="1200">
                          <a:solidFill>
                            <a:schemeClr val="dk1"/>
                          </a:solidFill>
                          <a:latin typeface="Open Sans"/>
                        </a:defRPr>
                      </a:lvl3pPr>
                      <a:lvl4pPr marL="1371600" algn="l" defTabSz="914400" rtl="0" eaLnBrk="1" latinLnBrk="0" hangingPunct="1">
                        <a:defRPr sz="1800" kern="1200">
                          <a:solidFill>
                            <a:schemeClr val="dk1"/>
                          </a:solidFill>
                          <a:latin typeface="Open Sans"/>
                        </a:defRPr>
                      </a:lvl4pPr>
                      <a:lvl5pPr marL="1828800" algn="l" defTabSz="914400" rtl="0" eaLnBrk="1" latinLnBrk="0" hangingPunct="1">
                        <a:defRPr sz="1800" kern="1200">
                          <a:solidFill>
                            <a:schemeClr val="dk1"/>
                          </a:solidFill>
                          <a:latin typeface="Open Sans"/>
                        </a:defRPr>
                      </a:lvl5pPr>
                      <a:lvl6pPr marL="2286000" algn="l" defTabSz="914400" rtl="0" eaLnBrk="1" latinLnBrk="0" hangingPunct="1">
                        <a:defRPr sz="1800" kern="1200">
                          <a:solidFill>
                            <a:schemeClr val="dk1"/>
                          </a:solidFill>
                          <a:latin typeface="Open Sans"/>
                        </a:defRPr>
                      </a:lvl6pPr>
                      <a:lvl7pPr marL="2743200" algn="l" defTabSz="914400" rtl="0" eaLnBrk="1" latinLnBrk="0" hangingPunct="1">
                        <a:defRPr sz="1800" kern="1200">
                          <a:solidFill>
                            <a:schemeClr val="dk1"/>
                          </a:solidFill>
                          <a:latin typeface="Open Sans"/>
                        </a:defRPr>
                      </a:lvl7pPr>
                      <a:lvl8pPr marL="3200400" algn="l" defTabSz="914400" rtl="0" eaLnBrk="1" latinLnBrk="0" hangingPunct="1">
                        <a:defRPr sz="1800" kern="1200">
                          <a:solidFill>
                            <a:schemeClr val="dk1"/>
                          </a:solidFill>
                          <a:latin typeface="Open Sans"/>
                        </a:defRPr>
                      </a:lvl8pPr>
                      <a:lvl9pPr marL="3657600" algn="l" defTabSz="914400" rtl="0" eaLnBrk="1" latinLnBrk="0" hangingPunct="1">
                        <a:defRPr sz="1800" kern="1200">
                          <a:solidFill>
                            <a:schemeClr val="dk1"/>
                          </a:solidFill>
                          <a:latin typeface="Open Sans"/>
                        </a:defRPr>
                      </a:lvl9pPr>
                    </a:lstStyle>
                    <a:p>
                      <a:pPr marL="0" lvl="0" indent="0" algn="l" defTabSz="684367">
                        <a:buNone/>
                        <a:defRPr/>
                      </a:pPr>
                      <a:r>
                        <a:rPr lang="en-US" sz="800" b="1" kern="0">
                          <a:solidFill>
                            <a:prstClr val="black"/>
                          </a:solidFill>
                          <a:latin typeface="+mn-lt"/>
                        </a:rPr>
                        <a:t>Deloitte</a:t>
                      </a:r>
                    </a:p>
                    <a:p>
                      <a:pPr marL="99695" indent="-99695" algn="l" defTabSz="684367" rtl="0" eaLnBrk="1" latinLnBrk="0" hangingPunct="1">
                        <a:buFont typeface="Arial" panose="020B0604020202020204" pitchFamily="34" charset="0"/>
                        <a:buChar char="•"/>
                        <a:defRPr/>
                      </a:pPr>
                      <a:r>
                        <a:rPr lang="en-US" sz="800" kern="0">
                          <a:solidFill>
                            <a:prstClr val="black"/>
                          </a:solidFill>
                          <a:latin typeface="+mn-lt"/>
                        </a:rPr>
                        <a:t>Data Engineer Lead</a:t>
                      </a:r>
                    </a:p>
                    <a:p>
                      <a:pPr marL="99695" indent="-99695" algn="l" defTabSz="684367" rtl="0" eaLnBrk="1" latinLnBrk="0" hangingPunct="1">
                        <a:buFont typeface="Arial" panose="020B0604020202020204" pitchFamily="34" charset="0"/>
                        <a:buChar char="•"/>
                        <a:defRPr/>
                      </a:pPr>
                      <a:r>
                        <a:rPr lang="en-US" sz="800" kern="0">
                          <a:solidFill>
                            <a:prstClr val="black"/>
                          </a:solidFill>
                          <a:latin typeface="+mn-lt"/>
                        </a:rPr>
                        <a:t>Data Engineer 1</a:t>
                      </a:r>
                    </a:p>
                    <a:p>
                      <a:pPr marL="99695" indent="-99695" algn="l" defTabSz="684367" rtl="0" eaLnBrk="1" latinLnBrk="0" hangingPunct="1">
                        <a:buFont typeface="Arial" panose="020B0604020202020204" pitchFamily="34" charset="0"/>
                        <a:buChar char="•"/>
                        <a:defRPr/>
                      </a:pPr>
                      <a:r>
                        <a:rPr lang="en-US" sz="800" kern="0">
                          <a:solidFill>
                            <a:prstClr val="black"/>
                          </a:solidFill>
                          <a:latin typeface="Open Sans"/>
                          <a:ea typeface="+mn-ea"/>
                          <a:cs typeface="+mn-cs"/>
                        </a:rPr>
                        <a:t>Data Engineer 2</a:t>
                      </a:r>
                    </a:p>
                    <a:p>
                      <a:pPr marL="99695" indent="-99695" algn="l" defTabSz="684367" rtl="0" eaLnBrk="1" latinLnBrk="0" hangingPunct="1">
                        <a:buFont typeface="Arial" panose="020B0604020202020204" pitchFamily="34" charset="0"/>
                        <a:buChar char="•"/>
                        <a:defRPr/>
                      </a:pPr>
                      <a:r>
                        <a:rPr lang="en-US" sz="800" kern="0">
                          <a:solidFill>
                            <a:prstClr val="black"/>
                          </a:solidFill>
                          <a:latin typeface="Open Sans"/>
                          <a:ea typeface="+mn-ea"/>
                          <a:cs typeface="+mn-cs"/>
                        </a:rPr>
                        <a:t>Dev Ops Engineer 1</a:t>
                      </a:r>
                    </a:p>
                  </a:txBody>
                  <a:tcPr marL="39804" marR="39804" marT="7961" marB="7961">
                    <a:lnL w="9525" cap="flat" cmpd="sng" algn="ctr">
                      <a:noFill/>
                      <a:prstDash val="solid"/>
                      <a:round/>
                      <a:headEnd type="none" w="med" len="med"/>
                      <a:tailEnd type="none" w="med" len="med"/>
                    </a:lnL>
                    <a:lnR w="9525" cap="flat" cmpd="sng" algn="ctr">
                      <a:noFill/>
                      <a:prstDash val="solid"/>
                      <a:round/>
                      <a:headEnd type="none" w="med" len="med"/>
                      <a:tailEnd type="none" w="med" len="med"/>
                    </a:lnR>
                    <a:lnT w="25400" cap="flat" cmpd="sng" algn="ctr">
                      <a:noFill/>
                      <a:prstDash val="soli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433887019"/>
                  </a:ext>
                </a:extLst>
              </a:tr>
            </a:tbl>
          </a:graphicData>
        </a:graphic>
      </p:graphicFrame>
      <p:sp>
        <p:nvSpPr>
          <p:cNvPr id="9" name="TextBox 8">
            <a:extLst>
              <a:ext uri="{FF2B5EF4-FFF2-40B4-BE49-F238E27FC236}">
                <a16:creationId xmlns:a16="http://schemas.microsoft.com/office/drawing/2014/main" id="{F86C40BB-719A-3353-F65F-39366DBD3E01}"/>
              </a:ext>
            </a:extLst>
          </p:cNvPr>
          <p:cNvSpPr txBox="1"/>
          <p:nvPr/>
        </p:nvSpPr>
        <p:spPr>
          <a:xfrm>
            <a:off x="8974146" y="4103565"/>
            <a:ext cx="2674802" cy="250734"/>
          </a:xfrm>
          <a:prstGeom prst="roundRect">
            <a:avLst/>
          </a:prstGeom>
          <a:solidFill>
            <a:srgbClr val="00A3E0"/>
          </a:solidFill>
          <a:ln w="19050" algn="ctr">
            <a:noFill/>
            <a:miter lim="800000"/>
            <a:headEnd/>
            <a:tailEnd/>
          </a:ln>
        </p:spPr>
        <p:txBody>
          <a:bodyPr wrap="square" lIns="88900" tIns="88900" rIns="88900" bIns="88900" rtlCol="0" anchor="ctr"/>
          <a:lstStyle>
            <a:defPPr>
              <a:defRPr lang="en-US"/>
            </a:defPPr>
            <a:lvl1pPr algn="ctr">
              <a:defRPr sz="800" b="1" kern="0">
                <a:solidFill>
                  <a:schemeClr val="bg1"/>
                </a:solidFill>
              </a:defRPr>
            </a:lvl1pPr>
          </a:lstStyle>
          <a:p>
            <a:r>
              <a:rPr lang="en-US" sz="900"/>
              <a:t>DATA POD 3</a:t>
            </a:r>
          </a:p>
        </p:txBody>
      </p:sp>
      <p:graphicFrame>
        <p:nvGraphicFramePr>
          <p:cNvPr id="10" name="Table 9">
            <a:extLst>
              <a:ext uri="{FF2B5EF4-FFF2-40B4-BE49-F238E27FC236}">
                <a16:creationId xmlns:a16="http://schemas.microsoft.com/office/drawing/2014/main" id="{A6D6B1BA-FE8D-D624-BEAE-B2213EC1AFBE}"/>
              </a:ext>
            </a:extLst>
          </p:cNvPr>
          <p:cNvGraphicFramePr>
            <a:graphicFrameLocks noGrp="1"/>
          </p:cNvGraphicFramePr>
          <p:nvPr/>
        </p:nvGraphicFramePr>
        <p:xfrm>
          <a:off x="8974146" y="4395241"/>
          <a:ext cx="2285222" cy="658350"/>
        </p:xfrm>
        <a:graphic>
          <a:graphicData uri="http://schemas.openxmlformats.org/drawingml/2006/table">
            <a:tbl>
              <a:tblPr firstRow="1" bandRow="1">
                <a:gradFill rotWithShape="1">
                  <a:gsLst>
                    <a:gs pos="0">
                      <a:srgbClr val="86BC25">
                        <a:tint val="50000"/>
                        <a:satMod val="300000"/>
                      </a:srgbClr>
                    </a:gs>
                    <a:gs pos="35000">
                      <a:srgbClr val="86BC25">
                        <a:tint val="37000"/>
                        <a:satMod val="300000"/>
                      </a:srgbClr>
                    </a:gs>
                    <a:gs pos="100000">
                      <a:srgbClr val="86BC25">
                        <a:tint val="15000"/>
                        <a:satMod val="350000"/>
                      </a:srgbClr>
                    </a:gs>
                  </a:gsLst>
                  <a:lin ang="16200000" scaled="1"/>
                </a:gradFill>
                <a:effectLst/>
              </a:tblPr>
              <a:tblGrid>
                <a:gridCol w="1103087">
                  <a:extLst>
                    <a:ext uri="{9D8B030D-6E8A-4147-A177-3AD203B41FA5}">
                      <a16:colId xmlns:a16="http://schemas.microsoft.com/office/drawing/2014/main" val="1777203295"/>
                    </a:ext>
                  </a:extLst>
                </a:gridCol>
                <a:gridCol w="1182135">
                  <a:extLst>
                    <a:ext uri="{9D8B030D-6E8A-4147-A177-3AD203B41FA5}">
                      <a16:colId xmlns:a16="http://schemas.microsoft.com/office/drawing/2014/main" val="2007879268"/>
                    </a:ext>
                  </a:extLst>
                </a:gridCol>
              </a:tblGrid>
              <a:tr h="658350">
                <a:tc>
                  <a:txBody>
                    <a:bodyPr/>
                    <a:lstStyle>
                      <a:lvl1pPr marL="0" algn="l" defTabSz="914400" rtl="0" eaLnBrk="1" latinLnBrk="0" hangingPunct="1">
                        <a:defRPr sz="1800" kern="1200">
                          <a:solidFill>
                            <a:schemeClr val="dk1"/>
                          </a:solidFill>
                          <a:latin typeface="Verdana"/>
                        </a:defRPr>
                      </a:lvl1pPr>
                      <a:lvl2pPr marL="457200" algn="l" defTabSz="914400" rtl="0" eaLnBrk="1" latinLnBrk="0" hangingPunct="1">
                        <a:defRPr sz="1800" kern="1200">
                          <a:solidFill>
                            <a:schemeClr val="dk1"/>
                          </a:solidFill>
                          <a:latin typeface="Verdana"/>
                        </a:defRPr>
                      </a:lvl2pPr>
                      <a:lvl3pPr marL="914400" algn="l" defTabSz="914400" rtl="0" eaLnBrk="1" latinLnBrk="0" hangingPunct="1">
                        <a:defRPr sz="1800" kern="1200">
                          <a:solidFill>
                            <a:schemeClr val="dk1"/>
                          </a:solidFill>
                          <a:latin typeface="Verdana"/>
                        </a:defRPr>
                      </a:lvl3pPr>
                      <a:lvl4pPr marL="1371600" algn="l" defTabSz="914400" rtl="0" eaLnBrk="1" latinLnBrk="0" hangingPunct="1">
                        <a:defRPr sz="1800" kern="1200">
                          <a:solidFill>
                            <a:schemeClr val="dk1"/>
                          </a:solidFill>
                          <a:latin typeface="Verdana"/>
                        </a:defRPr>
                      </a:lvl4pPr>
                      <a:lvl5pPr marL="1828800" algn="l" defTabSz="914400" rtl="0" eaLnBrk="1" latinLnBrk="0" hangingPunct="1">
                        <a:defRPr sz="1800" kern="1200">
                          <a:solidFill>
                            <a:schemeClr val="dk1"/>
                          </a:solidFill>
                          <a:latin typeface="Verdana"/>
                        </a:defRPr>
                      </a:lvl5pPr>
                      <a:lvl6pPr marL="2286000" algn="l" defTabSz="914400" rtl="0" eaLnBrk="1" latinLnBrk="0" hangingPunct="1">
                        <a:defRPr sz="1800" kern="1200">
                          <a:solidFill>
                            <a:schemeClr val="dk1"/>
                          </a:solidFill>
                          <a:latin typeface="Verdana"/>
                        </a:defRPr>
                      </a:lvl6pPr>
                      <a:lvl7pPr marL="2743200" algn="l" defTabSz="914400" rtl="0" eaLnBrk="1" latinLnBrk="0" hangingPunct="1">
                        <a:defRPr sz="1800" kern="1200">
                          <a:solidFill>
                            <a:schemeClr val="dk1"/>
                          </a:solidFill>
                          <a:latin typeface="Verdana"/>
                        </a:defRPr>
                      </a:lvl7pPr>
                      <a:lvl8pPr marL="3200400" algn="l" defTabSz="914400" rtl="0" eaLnBrk="1" latinLnBrk="0" hangingPunct="1">
                        <a:defRPr sz="1800" kern="1200">
                          <a:solidFill>
                            <a:schemeClr val="dk1"/>
                          </a:solidFill>
                          <a:latin typeface="Verdana"/>
                        </a:defRPr>
                      </a:lvl8pPr>
                      <a:lvl9pPr marL="3657600" algn="l" defTabSz="914400" rtl="0" eaLnBrk="1" latinLnBrk="0" hangingPunct="1">
                        <a:defRPr sz="1800" kern="1200">
                          <a:solidFill>
                            <a:schemeClr val="dk1"/>
                          </a:solidFill>
                          <a:latin typeface="Verdana"/>
                        </a:defRPr>
                      </a:lvl9pPr>
                    </a:lstStyle>
                    <a:p>
                      <a:pPr marL="0" algn="l" defTabSz="684367" rtl="0" eaLnBrk="1" latinLnBrk="0" hangingPunct="1">
                        <a:defRPr/>
                      </a:pPr>
                      <a:r>
                        <a:rPr lang="en-US" sz="800" b="1" kern="0">
                          <a:solidFill>
                            <a:srgbClr val="00A3E0"/>
                          </a:solidFill>
                          <a:latin typeface="Verdana"/>
                          <a:ea typeface="+mn-ea"/>
                          <a:cs typeface="+mn-cs"/>
                        </a:rPr>
                        <a:t>Cisco</a:t>
                      </a:r>
                      <a:endParaRPr lang="en-US" sz="800" b="1" kern="0">
                        <a:solidFill>
                          <a:srgbClr val="00A3E0"/>
                        </a:solidFill>
                        <a:latin typeface="+mn-lt"/>
                        <a:ea typeface="+mn-ea"/>
                        <a:cs typeface="+mn-cs"/>
                      </a:endParaRPr>
                    </a:p>
                    <a:p>
                      <a:pPr marL="99695" indent="-99695" algn="l" defTabSz="684367" rtl="0" eaLnBrk="1" latinLnBrk="0" hangingPunct="1">
                        <a:buFont typeface="Arial" panose="020B0604020202020204" pitchFamily="34" charset="0"/>
                        <a:buChar char="•"/>
                        <a:defRPr/>
                      </a:pPr>
                      <a:r>
                        <a:rPr lang="en-US" sz="800" kern="0">
                          <a:solidFill>
                            <a:prstClr val="black"/>
                          </a:solidFill>
                          <a:latin typeface="+mn-lt"/>
                        </a:rPr>
                        <a:t>Business </a:t>
                      </a:r>
                      <a:br>
                        <a:rPr lang="en-US" sz="800" kern="0">
                          <a:solidFill>
                            <a:prstClr val="black"/>
                          </a:solidFill>
                          <a:latin typeface="+mn-lt"/>
                        </a:rPr>
                      </a:br>
                      <a:r>
                        <a:rPr lang="en-US" sz="800" kern="0">
                          <a:solidFill>
                            <a:prstClr val="black"/>
                          </a:solidFill>
                          <a:latin typeface="+mn-lt"/>
                        </a:rPr>
                        <a:t>Analyst</a:t>
                      </a:r>
                    </a:p>
                    <a:p>
                      <a:pPr marL="99695" indent="-99695" algn="l" defTabSz="684367" rtl="0" eaLnBrk="1" latinLnBrk="0" hangingPunct="1">
                        <a:buFont typeface="Arial" panose="020B0604020202020204" pitchFamily="34" charset="0"/>
                        <a:buChar char="•"/>
                        <a:defRPr/>
                      </a:pPr>
                      <a:endParaRPr lang="en-US" sz="800" kern="0">
                        <a:solidFill>
                          <a:prstClr val="black"/>
                        </a:solidFill>
                        <a:latin typeface="+mn-lt"/>
                      </a:endParaRPr>
                    </a:p>
                  </a:txBody>
                  <a:tcPr marL="39804" marR="39804" marT="7961" marB="7961">
                    <a:lnL w="9525" cap="flat" cmpd="sng" algn="ctr">
                      <a:noFill/>
                      <a:prstDash val="solid"/>
                      <a:round/>
                      <a:headEnd type="none" w="med" len="med"/>
                      <a:tailEnd type="none" w="med" len="med"/>
                    </a:lnL>
                    <a:lnR w="9525" cap="flat" cmpd="sng" algn="ctr">
                      <a:noFill/>
                      <a:prstDash val="solid"/>
                      <a:round/>
                      <a:headEnd type="none" w="med" len="med"/>
                      <a:tailEnd type="none" w="med" len="med"/>
                    </a:lnR>
                    <a:lnT w="25400" cap="flat" cmpd="sng" algn="ctr">
                      <a:noFill/>
                      <a:prstDash val="soli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kern="1200">
                          <a:solidFill>
                            <a:schemeClr val="dk1"/>
                          </a:solidFill>
                          <a:latin typeface="Open Sans"/>
                        </a:defRPr>
                      </a:lvl1pPr>
                      <a:lvl2pPr marL="457200" algn="l" defTabSz="914400" rtl="0" eaLnBrk="1" latinLnBrk="0" hangingPunct="1">
                        <a:defRPr sz="1800" kern="1200">
                          <a:solidFill>
                            <a:schemeClr val="dk1"/>
                          </a:solidFill>
                          <a:latin typeface="Open Sans"/>
                        </a:defRPr>
                      </a:lvl2pPr>
                      <a:lvl3pPr marL="914400" algn="l" defTabSz="914400" rtl="0" eaLnBrk="1" latinLnBrk="0" hangingPunct="1">
                        <a:defRPr sz="1800" kern="1200">
                          <a:solidFill>
                            <a:schemeClr val="dk1"/>
                          </a:solidFill>
                          <a:latin typeface="Open Sans"/>
                        </a:defRPr>
                      </a:lvl3pPr>
                      <a:lvl4pPr marL="1371600" algn="l" defTabSz="914400" rtl="0" eaLnBrk="1" latinLnBrk="0" hangingPunct="1">
                        <a:defRPr sz="1800" kern="1200">
                          <a:solidFill>
                            <a:schemeClr val="dk1"/>
                          </a:solidFill>
                          <a:latin typeface="Open Sans"/>
                        </a:defRPr>
                      </a:lvl4pPr>
                      <a:lvl5pPr marL="1828800" algn="l" defTabSz="914400" rtl="0" eaLnBrk="1" latinLnBrk="0" hangingPunct="1">
                        <a:defRPr sz="1800" kern="1200">
                          <a:solidFill>
                            <a:schemeClr val="dk1"/>
                          </a:solidFill>
                          <a:latin typeface="Open Sans"/>
                        </a:defRPr>
                      </a:lvl5pPr>
                      <a:lvl6pPr marL="2286000" algn="l" defTabSz="914400" rtl="0" eaLnBrk="1" latinLnBrk="0" hangingPunct="1">
                        <a:defRPr sz="1800" kern="1200">
                          <a:solidFill>
                            <a:schemeClr val="dk1"/>
                          </a:solidFill>
                          <a:latin typeface="Open Sans"/>
                        </a:defRPr>
                      </a:lvl6pPr>
                      <a:lvl7pPr marL="2743200" algn="l" defTabSz="914400" rtl="0" eaLnBrk="1" latinLnBrk="0" hangingPunct="1">
                        <a:defRPr sz="1800" kern="1200">
                          <a:solidFill>
                            <a:schemeClr val="dk1"/>
                          </a:solidFill>
                          <a:latin typeface="Open Sans"/>
                        </a:defRPr>
                      </a:lvl7pPr>
                      <a:lvl8pPr marL="3200400" algn="l" defTabSz="914400" rtl="0" eaLnBrk="1" latinLnBrk="0" hangingPunct="1">
                        <a:defRPr sz="1800" kern="1200">
                          <a:solidFill>
                            <a:schemeClr val="dk1"/>
                          </a:solidFill>
                          <a:latin typeface="Open Sans"/>
                        </a:defRPr>
                      </a:lvl8pPr>
                      <a:lvl9pPr marL="3657600" algn="l" defTabSz="914400" rtl="0" eaLnBrk="1" latinLnBrk="0" hangingPunct="1">
                        <a:defRPr sz="1800" kern="1200">
                          <a:solidFill>
                            <a:schemeClr val="dk1"/>
                          </a:solidFill>
                          <a:latin typeface="Open Sans"/>
                        </a:defRPr>
                      </a:lvl9pPr>
                    </a:lstStyle>
                    <a:p>
                      <a:pPr marL="0" lvl="0" indent="0" algn="l" defTabSz="684367">
                        <a:buNone/>
                        <a:defRPr/>
                      </a:pPr>
                      <a:r>
                        <a:rPr lang="en-US" sz="800" b="1" kern="0">
                          <a:solidFill>
                            <a:prstClr val="black"/>
                          </a:solidFill>
                          <a:latin typeface="+mn-lt"/>
                        </a:rPr>
                        <a:t>Deloitte</a:t>
                      </a:r>
                    </a:p>
                    <a:p>
                      <a:pPr marL="99695" indent="-99695" algn="l" defTabSz="684367" rtl="0" eaLnBrk="1" latinLnBrk="0" hangingPunct="1">
                        <a:buFont typeface="Arial" panose="020B0604020202020204" pitchFamily="34" charset="0"/>
                        <a:buChar char="•"/>
                        <a:defRPr/>
                      </a:pPr>
                      <a:r>
                        <a:rPr lang="en-US" sz="800" kern="0">
                          <a:solidFill>
                            <a:prstClr val="black"/>
                          </a:solidFill>
                          <a:latin typeface="+mn-lt"/>
                        </a:rPr>
                        <a:t>Data Engineer Lead</a:t>
                      </a:r>
                    </a:p>
                    <a:p>
                      <a:pPr marL="99695" indent="-99695" algn="l" defTabSz="684367" rtl="0" eaLnBrk="1" latinLnBrk="0" hangingPunct="1">
                        <a:buFont typeface="Arial" panose="020B0604020202020204" pitchFamily="34" charset="0"/>
                        <a:buChar char="•"/>
                        <a:defRPr/>
                      </a:pPr>
                      <a:r>
                        <a:rPr lang="en-US" sz="800" kern="0">
                          <a:solidFill>
                            <a:prstClr val="black"/>
                          </a:solidFill>
                          <a:latin typeface="+mn-lt"/>
                        </a:rPr>
                        <a:t>Data Engineer 1</a:t>
                      </a:r>
                    </a:p>
                    <a:p>
                      <a:pPr marL="99695" indent="-99695" algn="l" defTabSz="684367" rtl="0" eaLnBrk="1" latinLnBrk="0" hangingPunct="1">
                        <a:buFont typeface="Arial" panose="020B0604020202020204" pitchFamily="34" charset="0"/>
                        <a:buChar char="•"/>
                        <a:defRPr/>
                      </a:pPr>
                      <a:r>
                        <a:rPr lang="en-US" sz="800" kern="0">
                          <a:solidFill>
                            <a:prstClr val="black"/>
                          </a:solidFill>
                          <a:latin typeface="Open Sans"/>
                          <a:ea typeface="+mn-ea"/>
                          <a:cs typeface="+mn-cs"/>
                        </a:rPr>
                        <a:t>Dev Ops Engineer 1</a:t>
                      </a:r>
                    </a:p>
                  </a:txBody>
                  <a:tcPr marL="39804" marR="39804" marT="7961" marB="7961">
                    <a:lnL w="9525" cap="flat" cmpd="sng" algn="ctr">
                      <a:noFill/>
                      <a:prstDash val="solid"/>
                      <a:round/>
                      <a:headEnd type="none" w="med" len="med"/>
                      <a:tailEnd type="none" w="med" len="med"/>
                    </a:lnL>
                    <a:lnR w="9525" cap="flat" cmpd="sng" algn="ctr">
                      <a:noFill/>
                      <a:prstDash val="solid"/>
                      <a:round/>
                      <a:headEnd type="none" w="med" len="med"/>
                      <a:tailEnd type="none" w="med" len="med"/>
                    </a:lnR>
                    <a:lnT w="25400" cap="flat" cmpd="sng" algn="ctr">
                      <a:noFill/>
                      <a:prstDash val="soli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433887019"/>
                  </a:ext>
                </a:extLst>
              </a:tr>
            </a:tbl>
          </a:graphicData>
        </a:graphic>
      </p:graphicFrame>
      <p:graphicFrame>
        <p:nvGraphicFramePr>
          <p:cNvPr id="31" name="Table 30">
            <a:extLst>
              <a:ext uri="{FF2B5EF4-FFF2-40B4-BE49-F238E27FC236}">
                <a16:creationId xmlns:a16="http://schemas.microsoft.com/office/drawing/2014/main" id="{CD38858E-3181-EA55-A7F8-A5F03C5B064E}"/>
              </a:ext>
            </a:extLst>
          </p:cNvPr>
          <p:cNvGraphicFramePr>
            <a:graphicFrameLocks noGrp="1"/>
          </p:cNvGraphicFramePr>
          <p:nvPr/>
        </p:nvGraphicFramePr>
        <p:xfrm>
          <a:off x="6551762" y="3322670"/>
          <a:ext cx="3238896" cy="548160"/>
        </p:xfrm>
        <a:graphic>
          <a:graphicData uri="http://schemas.openxmlformats.org/drawingml/2006/table">
            <a:tbl>
              <a:tblPr firstRow="1" bandRow="1">
                <a:effectLst/>
                <a:tableStyleId>{3C2FFA5D-87B4-456A-9821-1D502468CF0F}</a:tableStyleId>
              </a:tblPr>
              <a:tblGrid>
                <a:gridCol w="1392080">
                  <a:extLst>
                    <a:ext uri="{9D8B030D-6E8A-4147-A177-3AD203B41FA5}">
                      <a16:colId xmlns:a16="http://schemas.microsoft.com/office/drawing/2014/main" val="2201714223"/>
                    </a:ext>
                  </a:extLst>
                </a:gridCol>
                <a:gridCol w="1846816">
                  <a:extLst>
                    <a:ext uri="{9D8B030D-6E8A-4147-A177-3AD203B41FA5}">
                      <a16:colId xmlns:a16="http://schemas.microsoft.com/office/drawing/2014/main" val="3940775670"/>
                    </a:ext>
                  </a:extLst>
                </a:gridCol>
              </a:tblGrid>
              <a:tr h="548160">
                <a:tc>
                  <a:txBody>
                    <a:bodyPr/>
                    <a:lstStyle>
                      <a:lvl1pPr marL="0" algn="l" defTabSz="914400" rtl="0" eaLnBrk="1" latinLnBrk="0" hangingPunct="1">
                        <a:defRPr sz="1800" kern="1200">
                          <a:solidFill>
                            <a:schemeClr val="dk1"/>
                          </a:solidFill>
                          <a:latin typeface="Verdana"/>
                        </a:defRPr>
                      </a:lvl1pPr>
                      <a:lvl2pPr marL="457200" algn="l" defTabSz="914400" rtl="0" eaLnBrk="1" latinLnBrk="0" hangingPunct="1">
                        <a:defRPr sz="1800" kern="1200">
                          <a:solidFill>
                            <a:schemeClr val="dk1"/>
                          </a:solidFill>
                          <a:latin typeface="Verdana"/>
                        </a:defRPr>
                      </a:lvl2pPr>
                      <a:lvl3pPr marL="914400" algn="l" defTabSz="914400" rtl="0" eaLnBrk="1" latinLnBrk="0" hangingPunct="1">
                        <a:defRPr sz="1800" kern="1200">
                          <a:solidFill>
                            <a:schemeClr val="dk1"/>
                          </a:solidFill>
                          <a:latin typeface="Verdana"/>
                        </a:defRPr>
                      </a:lvl3pPr>
                      <a:lvl4pPr marL="1371600" algn="l" defTabSz="914400" rtl="0" eaLnBrk="1" latinLnBrk="0" hangingPunct="1">
                        <a:defRPr sz="1800" kern="1200">
                          <a:solidFill>
                            <a:schemeClr val="dk1"/>
                          </a:solidFill>
                          <a:latin typeface="Verdana"/>
                        </a:defRPr>
                      </a:lvl4pPr>
                      <a:lvl5pPr marL="1828800" algn="l" defTabSz="914400" rtl="0" eaLnBrk="1" latinLnBrk="0" hangingPunct="1">
                        <a:defRPr sz="1800" kern="1200">
                          <a:solidFill>
                            <a:schemeClr val="dk1"/>
                          </a:solidFill>
                          <a:latin typeface="Verdana"/>
                        </a:defRPr>
                      </a:lvl5pPr>
                      <a:lvl6pPr marL="2286000" algn="l" defTabSz="914400" rtl="0" eaLnBrk="1" latinLnBrk="0" hangingPunct="1">
                        <a:defRPr sz="1800" kern="1200">
                          <a:solidFill>
                            <a:schemeClr val="dk1"/>
                          </a:solidFill>
                          <a:latin typeface="Verdana"/>
                        </a:defRPr>
                      </a:lvl6pPr>
                      <a:lvl7pPr marL="2743200" algn="l" defTabSz="914400" rtl="0" eaLnBrk="1" latinLnBrk="0" hangingPunct="1">
                        <a:defRPr sz="1800" kern="1200">
                          <a:solidFill>
                            <a:schemeClr val="dk1"/>
                          </a:solidFill>
                          <a:latin typeface="Verdana"/>
                        </a:defRPr>
                      </a:lvl7pPr>
                      <a:lvl8pPr marL="3200400" algn="l" defTabSz="914400" rtl="0" eaLnBrk="1" latinLnBrk="0" hangingPunct="1">
                        <a:defRPr sz="1800" kern="1200">
                          <a:solidFill>
                            <a:schemeClr val="dk1"/>
                          </a:solidFill>
                          <a:latin typeface="Verdana"/>
                        </a:defRPr>
                      </a:lvl8pPr>
                      <a:lvl9pPr marL="3657600" algn="l" defTabSz="914400" rtl="0" eaLnBrk="1" latinLnBrk="0" hangingPunct="1">
                        <a:defRPr sz="1800" kern="1200">
                          <a:solidFill>
                            <a:schemeClr val="dk1"/>
                          </a:solidFill>
                          <a:latin typeface="Verdana"/>
                        </a:defRPr>
                      </a:lvl9pPr>
                    </a:lstStyle>
                    <a:p>
                      <a:pPr algn="l" defTabSz="684367">
                        <a:defRPr/>
                      </a:pPr>
                      <a:r>
                        <a:rPr lang="en-US" sz="800" b="1" kern="0">
                          <a:solidFill>
                            <a:srgbClr val="00A3E0"/>
                          </a:solidFill>
                          <a:latin typeface="+mn-lt"/>
                        </a:rPr>
                        <a:t>Cisco</a:t>
                      </a:r>
                    </a:p>
                    <a:p>
                      <a:pPr marL="99695" indent="-99695" algn="l" defTabSz="684367" rtl="0" eaLnBrk="1" latinLnBrk="0" hangingPunct="1">
                        <a:buFont typeface="Arial" panose="020B0604020202020204" pitchFamily="34" charset="0"/>
                        <a:buChar char="•"/>
                        <a:defRPr/>
                      </a:pPr>
                      <a:r>
                        <a:rPr lang="en-US" sz="800" b="0" kern="0">
                          <a:solidFill>
                            <a:prstClr val="black"/>
                          </a:solidFill>
                          <a:latin typeface="+mn-lt"/>
                        </a:rPr>
                        <a:t>PMO</a:t>
                      </a:r>
                    </a:p>
                    <a:p>
                      <a:pPr marL="99695" indent="-99695" algn="l" defTabSz="684367" rtl="0" eaLnBrk="1" latinLnBrk="0" hangingPunct="1">
                        <a:buFont typeface="Arial" panose="020B0604020202020204" pitchFamily="34" charset="0"/>
                        <a:buChar char="•"/>
                        <a:defRPr/>
                      </a:pPr>
                      <a:r>
                        <a:rPr lang="en-US" sz="800" b="0" kern="0">
                          <a:solidFill>
                            <a:prstClr val="black"/>
                          </a:solidFill>
                          <a:latin typeface="+mn-lt"/>
                        </a:rPr>
                        <a:t>Change Coordinator</a:t>
                      </a:r>
                    </a:p>
                  </a:txBody>
                  <a:tcPr marL="39804" marR="39804" marT="7961" marB="7961">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kern="1200">
                          <a:solidFill>
                            <a:schemeClr val="dk1"/>
                          </a:solidFill>
                          <a:latin typeface="Verdana"/>
                        </a:defRPr>
                      </a:lvl1pPr>
                      <a:lvl2pPr marL="457200" algn="l" defTabSz="914400" rtl="0" eaLnBrk="1" latinLnBrk="0" hangingPunct="1">
                        <a:defRPr sz="1800" kern="1200">
                          <a:solidFill>
                            <a:schemeClr val="dk1"/>
                          </a:solidFill>
                          <a:latin typeface="Verdana"/>
                        </a:defRPr>
                      </a:lvl2pPr>
                      <a:lvl3pPr marL="914400" algn="l" defTabSz="914400" rtl="0" eaLnBrk="1" latinLnBrk="0" hangingPunct="1">
                        <a:defRPr sz="1800" kern="1200">
                          <a:solidFill>
                            <a:schemeClr val="dk1"/>
                          </a:solidFill>
                          <a:latin typeface="Verdana"/>
                        </a:defRPr>
                      </a:lvl3pPr>
                      <a:lvl4pPr marL="1371600" algn="l" defTabSz="914400" rtl="0" eaLnBrk="1" latinLnBrk="0" hangingPunct="1">
                        <a:defRPr sz="1800" kern="1200">
                          <a:solidFill>
                            <a:schemeClr val="dk1"/>
                          </a:solidFill>
                          <a:latin typeface="Verdana"/>
                        </a:defRPr>
                      </a:lvl4pPr>
                      <a:lvl5pPr marL="1828800" algn="l" defTabSz="914400" rtl="0" eaLnBrk="1" latinLnBrk="0" hangingPunct="1">
                        <a:defRPr sz="1800" kern="1200">
                          <a:solidFill>
                            <a:schemeClr val="dk1"/>
                          </a:solidFill>
                          <a:latin typeface="Verdana"/>
                        </a:defRPr>
                      </a:lvl5pPr>
                      <a:lvl6pPr marL="2286000" algn="l" defTabSz="914400" rtl="0" eaLnBrk="1" latinLnBrk="0" hangingPunct="1">
                        <a:defRPr sz="1800" kern="1200">
                          <a:solidFill>
                            <a:schemeClr val="dk1"/>
                          </a:solidFill>
                          <a:latin typeface="Verdana"/>
                        </a:defRPr>
                      </a:lvl6pPr>
                      <a:lvl7pPr marL="2743200" algn="l" defTabSz="914400" rtl="0" eaLnBrk="1" latinLnBrk="0" hangingPunct="1">
                        <a:defRPr sz="1800" kern="1200">
                          <a:solidFill>
                            <a:schemeClr val="dk1"/>
                          </a:solidFill>
                          <a:latin typeface="Verdana"/>
                        </a:defRPr>
                      </a:lvl7pPr>
                      <a:lvl8pPr marL="3200400" algn="l" defTabSz="914400" rtl="0" eaLnBrk="1" latinLnBrk="0" hangingPunct="1">
                        <a:defRPr sz="1800" kern="1200">
                          <a:solidFill>
                            <a:schemeClr val="dk1"/>
                          </a:solidFill>
                          <a:latin typeface="Verdana"/>
                        </a:defRPr>
                      </a:lvl8pPr>
                      <a:lvl9pPr marL="3657600" algn="l" defTabSz="914400" rtl="0" eaLnBrk="1" latinLnBrk="0" hangingPunct="1">
                        <a:defRPr sz="1800" kern="1200">
                          <a:solidFill>
                            <a:schemeClr val="dk1"/>
                          </a:solidFill>
                          <a:latin typeface="Verdana"/>
                        </a:defRPr>
                      </a:lvl9pPr>
                    </a:lstStyle>
                    <a:p>
                      <a:pPr algn="l" defTabSz="684367">
                        <a:defRPr/>
                      </a:pPr>
                      <a:r>
                        <a:rPr lang="en-US" sz="800" b="1" kern="0">
                          <a:solidFill>
                            <a:prstClr val="black"/>
                          </a:solidFill>
                          <a:latin typeface="+mn-lt"/>
                        </a:rPr>
                        <a:t>Deloitte</a:t>
                      </a:r>
                      <a:endParaRPr lang="en-US" sz="800" b="0" kern="0">
                        <a:solidFill>
                          <a:prstClr val="black"/>
                        </a:solidFill>
                        <a:latin typeface="+mn-lt"/>
                      </a:endParaRPr>
                    </a:p>
                    <a:p>
                      <a:pPr marL="99695" indent="-99695" algn="l" defTabSz="684367" rtl="0" eaLnBrk="1" latinLnBrk="0" hangingPunct="1">
                        <a:buFont typeface="Arial" panose="020B0604020202020204" pitchFamily="34" charset="0"/>
                        <a:buChar char="•"/>
                        <a:defRPr/>
                      </a:pPr>
                      <a:r>
                        <a:rPr lang="en-US" sz="800" b="0" kern="0">
                          <a:solidFill>
                            <a:prstClr val="black"/>
                          </a:solidFill>
                          <a:latin typeface="+mn-lt"/>
                          <a:ea typeface="+mn-ea"/>
                          <a:cs typeface="Calibri"/>
                        </a:rPr>
                        <a:t>PMO – Onshore</a:t>
                      </a:r>
                    </a:p>
                    <a:p>
                      <a:pPr marL="99695" indent="-99695" algn="l" defTabSz="684367" rtl="0" eaLnBrk="1" latinLnBrk="0" hangingPunct="1">
                        <a:buFont typeface="Arial" panose="020B0604020202020204" pitchFamily="34" charset="0"/>
                        <a:buChar char="•"/>
                        <a:defRPr/>
                      </a:pPr>
                      <a:r>
                        <a:rPr lang="en-US" sz="800" b="0" kern="0">
                          <a:solidFill>
                            <a:prstClr val="black"/>
                          </a:solidFill>
                          <a:latin typeface="+mn-lt"/>
                          <a:ea typeface="+mn-ea"/>
                          <a:cs typeface="Calibri"/>
                        </a:rPr>
                        <a:t>PMO – Offshore</a:t>
                      </a:r>
                    </a:p>
                  </a:txBody>
                  <a:tcPr marL="39804" marR="39804" marT="7961" marB="7961">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01427105"/>
                  </a:ext>
                </a:extLst>
              </a:tr>
            </a:tbl>
          </a:graphicData>
        </a:graphic>
      </p:graphicFrame>
      <p:graphicFrame>
        <p:nvGraphicFramePr>
          <p:cNvPr id="27" name="Table 26">
            <a:extLst>
              <a:ext uri="{FF2B5EF4-FFF2-40B4-BE49-F238E27FC236}">
                <a16:creationId xmlns:a16="http://schemas.microsoft.com/office/drawing/2014/main" id="{01765211-B508-3DE5-4F62-C47C77BC0014}"/>
              </a:ext>
            </a:extLst>
          </p:cNvPr>
          <p:cNvGraphicFramePr>
            <a:graphicFrameLocks noGrp="1"/>
          </p:cNvGraphicFramePr>
          <p:nvPr/>
        </p:nvGraphicFramePr>
        <p:xfrm>
          <a:off x="529967" y="5427168"/>
          <a:ext cx="2674801" cy="870954"/>
        </p:xfrm>
        <a:graphic>
          <a:graphicData uri="http://schemas.openxmlformats.org/drawingml/2006/table">
            <a:tbl>
              <a:tblPr firstRow="1" bandRow="1">
                <a:gradFill rotWithShape="1">
                  <a:gsLst>
                    <a:gs pos="0">
                      <a:srgbClr val="86BC25">
                        <a:tint val="50000"/>
                        <a:satMod val="300000"/>
                      </a:srgbClr>
                    </a:gs>
                    <a:gs pos="35000">
                      <a:srgbClr val="86BC25">
                        <a:tint val="37000"/>
                        <a:satMod val="300000"/>
                      </a:srgbClr>
                    </a:gs>
                    <a:gs pos="100000">
                      <a:srgbClr val="86BC25">
                        <a:tint val="15000"/>
                        <a:satMod val="350000"/>
                      </a:srgbClr>
                    </a:gs>
                  </a:gsLst>
                  <a:lin ang="16200000" scaled="1"/>
                </a:gradFill>
                <a:effectLst/>
              </a:tblPr>
              <a:tblGrid>
                <a:gridCol w="1116527">
                  <a:extLst>
                    <a:ext uri="{9D8B030D-6E8A-4147-A177-3AD203B41FA5}">
                      <a16:colId xmlns:a16="http://schemas.microsoft.com/office/drawing/2014/main" val="3594410964"/>
                    </a:ext>
                  </a:extLst>
                </a:gridCol>
                <a:gridCol w="1558274">
                  <a:extLst>
                    <a:ext uri="{9D8B030D-6E8A-4147-A177-3AD203B41FA5}">
                      <a16:colId xmlns:a16="http://schemas.microsoft.com/office/drawing/2014/main" val="1666896110"/>
                    </a:ext>
                  </a:extLst>
                </a:gridCol>
              </a:tblGrid>
              <a:tr h="733987">
                <a:tc>
                  <a:txBody>
                    <a:bodyPr/>
                    <a:lstStyle>
                      <a:lvl1pPr marL="0" algn="l" defTabSz="914400" rtl="0" eaLnBrk="1" latinLnBrk="0" hangingPunct="1">
                        <a:defRPr sz="1800" kern="1200">
                          <a:solidFill>
                            <a:schemeClr val="dk1"/>
                          </a:solidFill>
                          <a:latin typeface="Verdana"/>
                        </a:defRPr>
                      </a:lvl1pPr>
                      <a:lvl2pPr marL="457200" algn="l" defTabSz="914400" rtl="0" eaLnBrk="1" latinLnBrk="0" hangingPunct="1">
                        <a:defRPr sz="1800" kern="1200">
                          <a:solidFill>
                            <a:schemeClr val="dk1"/>
                          </a:solidFill>
                          <a:latin typeface="Verdana"/>
                        </a:defRPr>
                      </a:lvl2pPr>
                      <a:lvl3pPr marL="914400" algn="l" defTabSz="914400" rtl="0" eaLnBrk="1" latinLnBrk="0" hangingPunct="1">
                        <a:defRPr sz="1800" kern="1200">
                          <a:solidFill>
                            <a:schemeClr val="dk1"/>
                          </a:solidFill>
                          <a:latin typeface="Verdana"/>
                        </a:defRPr>
                      </a:lvl3pPr>
                      <a:lvl4pPr marL="1371600" algn="l" defTabSz="914400" rtl="0" eaLnBrk="1" latinLnBrk="0" hangingPunct="1">
                        <a:defRPr sz="1800" kern="1200">
                          <a:solidFill>
                            <a:schemeClr val="dk1"/>
                          </a:solidFill>
                          <a:latin typeface="Verdana"/>
                        </a:defRPr>
                      </a:lvl4pPr>
                      <a:lvl5pPr marL="1828800" algn="l" defTabSz="914400" rtl="0" eaLnBrk="1" latinLnBrk="0" hangingPunct="1">
                        <a:defRPr sz="1800" kern="1200">
                          <a:solidFill>
                            <a:schemeClr val="dk1"/>
                          </a:solidFill>
                          <a:latin typeface="Verdana"/>
                        </a:defRPr>
                      </a:lvl5pPr>
                      <a:lvl6pPr marL="2286000" algn="l" defTabSz="914400" rtl="0" eaLnBrk="1" latinLnBrk="0" hangingPunct="1">
                        <a:defRPr sz="1800" kern="1200">
                          <a:solidFill>
                            <a:schemeClr val="dk1"/>
                          </a:solidFill>
                          <a:latin typeface="Verdana"/>
                        </a:defRPr>
                      </a:lvl6pPr>
                      <a:lvl7pPr marL="2743200" algn="l" defTabSz="914400" rtl="0" eaLnBrk="1" latinLnBrk="0" hangingPunct="1">
                        <a:defRPr sz="1800" kern="1200">
                          <a:solidFill>
                            <a:schemeClr val="dk1"/>
                          </a:solidFill>
                          <a:latin typeface="Verdana"/>
                        </a:defRPr>
                      </a:lvl7pPr>
                      <a:lvl8pPr marL="3200400" algn="l" defTabSz="914400" rtl="0" eaLnBrk="1" latinLnBrk="0" hangingPunct="1">
                        <a:defRPr sz="1800" kern="1200">
                          <a:solidFill>
                            <a:schemeClr val="dk1"/>
                          </a:solidFill>
                          <a:latin typeface="Verdana"/>
                        </a:defRPr>
                      </a:lvl8pPr>
                      <a:lvl9pPr marL="3657600" algn="l" defTabSz="914400" rtl="0" eaLnBrk="1" latinLnBrk="0" hangingPunct="1">
                        <a:defRPr sz="1800" kern="1200">
                          <a:solidFill>
                            <a:schemeClr val="dk1"/>
                          </a:solidFill>
                          <a:latin typeface="Verdana"/>
                        </a:defRPr>
                      </a:lvl9pPr>
                    </a:lstStyle>
                    <a:p>
                      <a:pPr marL="0" algn="l" defTabSz="684367" rtl="0" eaLnBrk="1" latinLnBrk="0" hangingPunct="1">
                        <a:defRPr/>
                      </a:pPr>
                      <a:r>
                        <a:rPr lang="en-US" sz="800" b="1" kern="0">
                          <a:solidFill>
                            <a:srgbClr val="00A3E0"/>
                          </a:solidFill>
                          <a:latin typeface="Verdana"/>
                          <a:ea typeface="+mn-ea"/>
                          <a:cs typeface="+mn-cs"/>
                        </a:rPr>
                        <a:t>Cisco</a:t>
                      </a:r>
                      <a:endParaRPr lang="en-US" sz="800" b="1" kern="0">
                        <a:solidFill>
                          <a:srgbClr val="00A3E0"/>
                        </a:solidFill>
                        <a:latin typeface="+mn-lt"/>
                        <a:ea typeface="+mn-ea"/>
                        <a:cs typeface="+mn-cs"/>
                      </a:endParaRPr>
                    </a:p>
                    <a:p>
                      <a:pPr marL="99695" indent="-99695" defTabSz="684367">
                        <a:buFont typeface="Arial" panose="020B0604020202020204" pitchFamily="34" charset="0"/>
                        <a:buChar char="•"/>
                        <a:defRPr/>
                      </a:pPr>
                      <a:r>
                        <a:rPr lang="en-US" sz="800" kern="0">
                          <a:solidFill>
                            <a:prstClr val="black"/>
                          </a:solidFill>
                          <a:latin typeface="Verdana"/>
                          <a:ea typeface="+mn-ea"/>
                          <a:cs typeface="+mn-cs"/>
                        </a:rPr>
                        <a:t>Business Analyst</a:t>
                      </a:r>
                    </a:p>
                    <a:p>
                      <a:pPr marL="99695" indent="-99695" defTabSz="684367">
                        <a:buFont typeface="Arial" panose="020B0604020202020204" pitchFamily="34" charset="0"/>
                        <a:buChar char="•"/>
                        <a:defRPr/>
                      </a:pPr>
                      <a:r>
                        <a:rPr lang="en-US" sz="800" kern="0">
                          <a:solidFill>
                            <a:prstClr val="black"/>
                          </a:solidFill>
                          <a:latin typeface="Verdana"/>
                          <a:ea typeface="+mn-ea"/>
                          <a:cs typeface="+mn-cs"/>
                        </a:rPr>
                        <a:t>Product Owner</a:t>
                      </a:r>
                      <a:endParaRPr lang="en-US" sz="800" kern="0">
                        <a:solidFill>
                          <a:prstClr val="black"/>
                        </a:solidFill>
                        <a:latin typeface="+mn-lt"/>
                        <a:cs typeface="Calibri"/>
                      </a:endParaRPr>
                    </a:p>
                  </a:txBody>
                  <a:tcPr marL="39804" marR="39804" marT="8757" marB="8757">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kern="1200">
                          <a:solidFill>
                            <a:schemeClr val="dk1"/>
                          </a:solidFill>
                          <a:latin typeface="Verdana"/>
                        </a:defRPr>
                      </a:lvl1pPr>
                      <a:lvl2pPr marL="457200" algn="l" defTabSz="914400" rtl="0" eaLnBrk="1" latinLnBrk="0" hangingPunct="1">
                        <a:defRPr sz="1800" kern="1200">
                          <a:solidFill>
                            <a:schemeClr val="dk1"/>
                          </a:solidFill>
                          <a:latin typeface="Verdana"/>
                        </a:defRPr>
                      </a:lvl2pPr>
                      <a:lvl3pPr marL="914400" algn="l" defTabSz="914400" rtl="0" eaLnBrk="1" latinLnBrk="0" hangingPunct="1">
                        <a:defRPr sz="1800" kern="1200">
                          <a:solidFill>
                            <a:schemeClr val="dk1"/>
                          </a:solidFill>
                          <a:latin typeface="Verdana"/>
                        </a:defRPr>
                      </a:lvl3pPr>
                      <a:lvl4pPr marL="1371600" algn="l" defTabSz="914400" rtl="0" eaLnBrk="1" latinLnBrk="0" hangingPunct="1">
                        <a:defRPr sz="1800" kern="1200">
                          <a:solidFill>
                            <a:schemeClr val="dk1"/>
                          </a:solidFill>
                          <a:latin typeface="Verdana"/>
                        </a:defRPr>
                      </a:lvl4pPr>
                      <a:lvl5pPr marL="1828800" algn="l" defTabSz="914400" rtl="0" eaLnBrk="1" latinLnBrk="0" hangingPunct="1">
                        <a:defRPr sz="1800" kern="1200">
                          <a:solidFill>
                            <a:schemeClr val="dk1"/>
                          </a:solidFill>
                          <a:latin typeface="Verdana"/>
                        </a:defRPr>
                      </a:lvl5pPr>
                      <a:lvl6pPr marL="2286000" algn="l" defTabSz="914400" rtl="0" eaLnBrk="1" latinLnBrk="0" hangingPunct="1">
                        <a:defRPr sz="1800" kern="1200">
                          <a:solidFill>
                            <a:schemeClr val="dk1"/>
                          </a:solidFill>
                          <a:latin typeface="Verdana"/>
                        </a:defRPr>
                      </a:lvl6pPr>
                      <a:lvl7pPr marL="2743200" algn="l" defTabSz="914400" rtl="0" eaLnBrk="1" latinLnBrk="0" hangingPunct="1">
                        <a:defRPr sz="1800" kern="1200">
                          <a:solidFill>
                            <a:schemeClr val="dk1"/>
                          </a:solidFill>
                          <a:latin typeface="Verdana"/>
                        </a:defRPr>
                      </a:lvl7pPr>
                      <a:lvl8pPr marL="3200400" algn="l" defTabSz="914400" rtl="0" eaLnBrk="1" latinLnBrk="0" hangingPunct="1">
                        <a:defRPr sz="1800" kern="1200">
                          <a:solidFill>
                            <a:schemeClr val="dk1"/>
                          </a:solidFill>
                          <a:latin typeface="Verdana"/>
                        </a:defRPr>
                      </a:lvl8pPr>
                      <a:lvl9pPr marL="3657600" algn="l" defTabSz="914400" rtl="0" eaLnBrk="1" latinLnBrk="0" hangingPunct="1">
                        <a:defRPr sz="1800" kern="1200">
                          <a:solidFill>
                            <a:schemeClr val="dk1"/>
                          </a:solidFill>
                          <a:latin typeface="Verdana"/>
                        </a:defRPr>
                      </a:lvl9pPr>
                    </a:lstStyle>
                    <a:p>
                      <a:pPr defTabSz="684367">
                        <a:defRPr/>
                      </a:pPr>
                      <a:r>
                        <a:rPr lang="en-US" sz="800" b="1" kern="0">
                          <a:latin typeface="+mn-lt"/>
                        </a:rPr>
                        <a:t>Deloitte</a:t>
                      </a:r>
                    </a:p>
                    <a:p>
                      <a:pPr marL="171450" indent="-171450" algn="l" defTabSz="684367" rtl="0" eaLnBrk="1" latinLnBrk="0" hangingPunct="1">
                        <a:buFont typeface="Arial" panose="020B0604020202020204" pitchFamily="34" charset="0"/>
                        <a:buChar char="•"/>
                        <a:defRPr/>
                      </a:pPr>
                      <a:r>
                        <a:rPr lang="en-US" sz="800" b="0" kern="0">
                          <a:solidFill>
                            <a:schemeClr val="dk1"/>
                          </a:solidFill>
                          <a:latin typeface="+mn-lt"/>
                          <a:ea typeface="+mn-ea"/>
                          <a:cs typeface="+mn-cs"/>
                        </a:rPr>
                        <a:t>Data Lead - 1</a:t>
                      </a:r>
                    </a:p>
                    <a:p>
                      <a:pPr marL="171450" indent="-171450" algn="l" defTabSz="684367" rtl="0" eaLnBrk="1" latinLnBrk="0" hangingPunct="1">
                        <a:buFont typeface="Arial" panose="020B0604020202020204" pitchFamily="34" charset="0"/>
                        <a:buChar char="•"/>
                        <a:defRPr/>
                      </a:pPr>
                      <a:r>
                        <a:rPr lang="en-US" sz="800" b="0" kern="0">
                          <a:solidFill>
                            <a:schemeClr val="dk1"/>
                          </a:solidFill>
                          <a:latin typeface="+mn-lt"/>
                          <a:ea typeface="+mn-ea"/>
                          <a:cs typeface="+mn-cs"/>
                        </a:rPr>
                        <a:t>Data Lead - 2</a:t>
                      </a:r>
                    </a:p>
                    <a:p>
                      <a:pPr marL="171450" indent="-171450" algn="l" defTabSz="684367" rtl="0" eaLnBrk="1" latinLnBrk="0" hangingPunct="1">
                        <a:buFont typeface="Arial" panose="020B0604020202020204" pitchFamily="34" charset="0"/>
                        <a:buChar char="•"/>
                        <a:defRPr/>
                      </a:pPr>
                      <a:r>
                        <a:rPr lang="en-US" sz="800" b="0" kern="0">
                          <a:solidFill>
                            <a:schemeClr val="dk1"/>
                          </a:solidFill>
                          <a:latin typeface="+mn-lt"/>
                          <a:ea typeface="+mn-ea"/>
                          <a:cs typeface="+mn-cs"/>
                        </a:rPr>
                        <a:t>Data Lead - 3</a:t>
                      </a:r>
                    </a:p>
                    <a:p>
                      <a:pPr marL="171450" indent="-171450" algn="l" defTabSz="684367" rtl="0" eaLnBrk="1" latinLnBrk="0" hangingPunct="1">
                        <a:buFont typeface="Arial" panose="020B0604020202020204" pitchFamily="34" charset="0"/>
                        <a:buChar char="•"/>
                        <a:defRPr/>
                      </a:pPr>
                      <a:r>
                        <a:rPr lang="en-US" sz="800" b="0" kern="0">
                          <a:solidFill>
                            <a:schemeClr val="dk1"/>
                          </a:solidFill>
                          <a:latin typeface="+mn-lt"/>
                          <a:ea typeface="+mn-ea"/>
                          <a:cs typeface="+mn-cs"/>
                        </a:rPr>
                        <a:t>Reporting Tech Lead</a:t>
                      </a:r>
                    </a:p>
                    <a:p>
                      <a:pPr marL="171450" indent="-171450" algn="l" defTabSz="684367" rtl="0" eaLnBrk="1" latinLnBrk="0" hangingPunct="1">
                        <a:buFont typeface="Arial" panose="020B0604020202020204" pitchFamily="34" charset="0"/>
                        <a:buChar char="•"/>
                        <a:defRPr/>
                      </a:pPr>
                      <a:r>
                        <a:rPr lang="en-US" sz="800" b="0" kern="0">
                          <a:solidFill>
                            <a:schemeClr val="dk1"/>
                          </a:solidFill>
                          <a:latin typeface="+mn-lt"/>
                          <a:ea typeface="+mn-ea"/>
                          <a:cs typeface="+mn-cs"/>
                        </a:rPr>
                        <a:t>Data Engineer</a:t>
                      </a:r>
                    </a:p>
                    <a:p>
                      <a:pPr marL="171450" indent="-171450" algn="l" defTabSz="684367" rtl="0" eaLnBrk="1" latinLnBrk="0" hangingPunct="1">
                        <a:buFont typeface="Arial" panose="020B0604020202020204" pitchFamily="34" charset="0"/>
                        <a:buChar char="•"/>
                        <a:defRPr/>
                      </a:pPr>
                      <a:r>
                        <a:rPr lang="en-US" sz="800" b="0" kern="0">
                          <a:solidFill>
                            <a:schemeClr val="dk1"/>
                          </a:solidFill>
                          <a:latin typeface="+mn-lt"/>
                          <a:ea typeface="+mn-ea"/>
                          <a:cs typeface="+mn-cs"/>
                        </a:rPr>
                        <a:t>AI Architect</a:t>
                      </a:r>
                    </a:p>
                  </a:txBody>
                  <a:tcPr marL="39804" marR="39804" marT="8757" marB="8757">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155054980"/>
                  </a:ext>
                </a:extLst>
              </a:tr>
            </a:tbl>
          </a:graphicData>
        </a:graphic>
      </p:graphicFrame>
      <p:sp>
        <p:nvSpPr>
          <p:cNvPr id="30" name="TextBox 29">
            <a:extLst>
              <a:ext uri="{FF2B5EF4-FFF2-40B4-BE49-F238E27FC236}">
                <a16:creationId xmlns:a16="http://schemas.microsoft.com/office/drawing/2014/main" id="{A34FAF05-6C93-B39E-1874-A083E48905E7}"/>
              </a:ext>
            </a:extLst>
          </p:cNvPr>
          <p:cNvSpPr txBox="1"/>
          <p:nvPr/>
        </p:nvSpPr>
        <p:spPr>
          <a:xfrm>
            <a:off x="529968" y="5135492"/>
            <a:ext cx="2674802" cy="250734"/>
          </a:xfrm>
          <a:prstGeom prst="roundRect">
            <a:avLst/>
          </a:prstGeom>
          <a:solidFill>
            <a:srgbClr val="00A3E0"/>
          </a:solidFill>
          <a:ln w="19050" algn="ctr">
            <a:noFill/>
            <a:miter lim="800000"/>
            <a:headEnd/>
            <a:tailEnd/>
          </a:ln>
        </p:spPr>
        <p:txBody>
          <a:bodyPr wrap="square" lIns="88900" tIns="88900" rIns="88900" bIns="88900" rtlCol="0" anchor="ctr"/>
          <a:lstStyle>
            <a:defPPr>
              <a:defRPr lang="en-US"/>
            </a:defPPr>
            <a:lvl1pPr algn="ctr">
              <a:defRPr sz="800" b="1" kern="0">
                <a:solidFill>
                  <a:schemeClr val="bg1"/>
                </a:solidFill>
              </a:defRPr>
            </a:lvl1pPr>
          </a:lstStyle>
          <a:p>
            <a:r>
              <a:rPr lang="en-US" sz="900"/>
              <a:t>Discovery</a:t>
            </a:r>
          </a:p>
        </p:txBody>
      </p:sp>
      <p:pic>
        <p:nvPicPr>
          <p:cNvPr id="42" name="Picture 2" descr="India flag icon - Country flags">
            <a:extLst>
              <a:ext uri="{FF2B5EF4-FFF2-40B4-BE49-F238E27FC236}">
                <a16:creationId xmlns:a16="http://schemas.microsoft.com/office/drawing/2014/main" id="{DBCFFE50-C3A3-820F-3E7D-CF4BA40E17E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16128" y="5426089"/>
            <a:ext cx="177194" cy="118366"/>
          </a:xfrm>
          <a:prstGeom prst="rect">
            <a:avLst/>
          </a:prstGeom>
          <a:noFill/>
          <a:extLst>
            <a:ext uri="{909E8E84-426E-40DD-AFC4-6F175D3DCCD1}">
              <a14:hiddenFill xmlns:a14="http://schemas.microsoft.com/office/drawing/2010/main">
                <a:solidFill>
                  <a:srgbClr val="FFFFFF"/>
                </a:solidFill>
              </a14:hiddenFill>
            </a:ext>
          </a:extLst>
        </p:spPr>
      </p:pic>
      <p:pic>
        <p:nvPicPr>
          <p:cNvPr id="43" name="Picture 2" descr="India flag icon - Country flags">
            <a:extLst>
              <a:ext uri="{FF2B5EF4-FFF2-40B4-BE49-F238E27FC236}">
                <a16:creationId xmlns:a16="http://schemas.microsoft.com/office/drawing/2014/main" id="{18CA1488-20CC-F32E-AC93-8C520334C73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59127" y="5426092"/>
            <a:ext cx="177194" cy="118366"/>
          </a:xfrm>
          <a:prstGeom prst="rect">
            <a:avLst/>
          </a:prstGeom>
          <a:noFill/>
          <a:extLst>
            <a:ext uri="{909E8E84-426E-40DD-AFC4-6F175D3DCCD1}">
              <a14:hiddenFill xmlns:a14="http://schemas.microsoft.com/office/drawing/2010/main">
                <a:solidFill>
                  <a:srgbClr val="FFFFFF"/>
                </a:solidFill>
              </a14:hiddenFill>
            </a:ext>
          </a:extLst>
        </p:spPr>
      </p:pic>
      <p:pic>
        <p:nvPicPr>
          <p:cNvPr id="44" name="Picture 2" descr="India flag icon - Country flags">
            <a:extLst>
              <a:ext uri="{FF2B5EF4-FFF2-40B4-BE49-F238E27FC236}">
                <a16:creationId xmlns:a16="http://schemas.microsoft.com/office/drawing/2014/main" id="{8AB807FA-9281-0C4E-6118-5054C4F8A2A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32072" y="5420445"/>
            <a:ext cx="177194" cy="118366"/>
          </a:xfrm>
          <a:prstGeom prst="rect">
            <a:avLst/>
          </a:prstGeom>
          <a:noFill/>
          <a:extLst>
            <a:ext uri="{909E8E84-426E-40DD-AFC4-6F175D3DCCD1}">
              <a14:hiddenFill xmlns:a14="http://schemas.microsoft.com/office/drawing/2010/main">
                <a:solidFill>
                  <a:srgbClr val="FFFFFF"/>
                </a:solidFill>
              </a14:hiddenFill>
            </a:ext>
          </a:extLst>
        </p:spPr>
      </p:pic>
      <p:pic>
        <p:nvPicPr>
          <p:cNvPr id="45" name="Picture 2" descr="India flag icon - Country flags">
            <a:extLst>
              <a:ext uri="{FF2B5EF4-FFF2-40B4-BE49-F238E27FC236}">
                <a16:creationId xmlns:a16="http://schemas.microsoft.com/office/drawing/2014/main" id="{7B6841E5-980D-D007-F588-7631BB60441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77284" y="5420445"/>
            <a:ext cx="177194" cy="118366"/>
          </a:xfrm>
          <a:prstGeom prst="rect">
            <a:avLst/>
          </a:prstGeom>
          <a:noFill/>
          <a:extLst>
            <a:ext uri="{909E8E84-426E-40DD-AFC4-6F175D3DCCD1}">
              <a14:hiddenFill xmlns:a14="http://schemas.microsoft.com/office/drawing/2010/main">
                <a:solidFill>
                  <a:srgbClr val="FFFFFF"/>
                </a:solidFill>
              </a14:hiddenFill>
            </a:ext>
          </a:extLst>
        </p:spPr>
      </p:pic>
      <p:pic>
        <p:nvPicPr>
          <p:cNvPr id="46" name="Picture 2" descr="India flag icon - Country flags">
            <a:extLst>
              <a:ext uri="{FF2B5EF4-FFF2-40B4-BE49-F238E27FC236}">
                <a16:creationId xmlns:a16="http://schemas.microsoft.com/office/drawing/2014/main" id="{A11C396B-AB52-D6DA-B799-1C0B2ED1F0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78053" y="4397227"/>
            <a:ext cx="177194" cy="118366"/>
          </a:xfrm>
          <a:prstGeom prst="rect">
            <a:avLst/>
          </a:prstGeom>
          <a:noFill/>
          <a:extLst>
            <a:ext uri="{909E8E84-426E-40DD-AFC4-6F175D3DCCD1}">
              <a14:hiddenFill xmlns:a14="http://schemas.microsoft.com/office/drawing/2010/main">
                <a:solidFill>
                  <a:srgbClr val="FFFFFF"/>
                </a:solidFill>
              </a14:hiddenFill>
            </a:ext>
          </a:extLst>
        </p:spPr>
      </p:pic>
      <p:pic>
        <p:nvPicPr>
          <p:cNvPr id="47" name="Picture 2" descr="India flag icon - Country flags">
            <a:extLst>
              <a:ext uri="{FF2B5EF4-FFF2-40B4-BE49-F238E27FC236}">
                <a16:creationId xmlns:a16="http://schemas.microsoft.com/office/drawing/2014/main" id="{730866A9-EF59-8B49-B4E8-107A32673BF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18556" y="4397227"/>
            <a:ext cx="177194" cy="118366"/>
          </a:xfrm>
          <a:prstGeom prst="rect">
            <a:avLst/>
          </a:prstGeom>
          <a:noFill/>
          <a:extLst>
            <a:ext uri="{909E8E84-426E-40DD-AFC4-6F175D3DCCD1}">
              <a14:hiddenFill xmlns:a14="http://schemas.microsoft.com/office/drawing/2010/main">
                <a:solidFill>
                  <a:srgbClr val="FFFFFF"/>
                </a:solidFill>
              </a14:hiddenFill>
            </a:ext>
          </a:extLst>
        </p:spPr>
      </p:pic>
      <p:pic>
        <p:nvPicPr>
          <p:cNvPr id="48" name="Picture 2" descr="India flag icon - Country flags">
            <a:extLst>
              <a:ext uri="{FF2B5EF4-FFF2-40B4-BE49-F238E27FC236}">
                <a16:creationId xmlns:a16="http://schemas.microsoft.com/office/drawing/2014/main" id="{066D0245-19C0-9EBF-3BF2-FFBD7DF4F8A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23148" y="4391583"/>
            <a:ext cx="177194" cy="118366"/>
          </a:xfrm>
          <a:prstGeom prst="rect">
            <a:avLst/>
          </a:prstGeom>
          <a:noFill/>
          <a:extLst>
            <a:ext uri="{909E8E84-426E-40DD-AFC4-6F175D3DCCD1}">
              <a14:hiddenFill xmlns:a14="http://schemas.microsoft.com/office/drawing/2010/main">
                <a:solidFill>
                  <a:srgbClr val="FFFFFF"/>
                </a:solidFill>
              </a14:hiddenFill>
            </a:ext>
          </a:extLst>
        </p:spPr>
      </p:pic>
      <p:pic>
        <p:nvPicPr>
          <p:cNvPr id="49" name="Picture 2" descr="India flag icon - Country flags">
            <a:extLst>
              <a:ext uri="{FF2B5EF4-FFF2-40B4-BE49-F238E27FC236}">
                <a16:creationId xmlns:a16="http://schemas.microsoft.com/office/drawing/2014/main" id="{3D29FB49-A7B2-4C42-9282-EB1215053F3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68684" y="4399141"/>
            <a:ext cx="177194" cy="118366"/>
          </a:xfrm>
          <a:prstGeom prst="rect">
            <a:avLst/>
          </a:prstGeom>
          <a:noFill/>
          <a:extLst>
            <a:ext uri="{909E8E84-426E-40DD-AFC4-6F175D3DCCD1}">
              <a14:hiddenFill xmlns:a14="http://schemas.microsoft.com/office/drawing/2010/main">
                <a:solidFill>
                  <a:srgbClr val="FFFFFF"/>
                </a:solidFill>
              </a14:hiddenFill>
            </a:ext>
          </a:extLst>
        </p:spPr>
      </p:pic>
      <p:pic>
        <p:nvPicPr>
          <p:cNvPr id="50" name="Picture 2" descr="India flag icon - Country flags">
            <a:extLst>
              <a:ext uri="{FF2B5EF4-FFF2-40B4-BE49-F238E27FC236}">
                <a16:creationId xmlns:a16="http://schemas.microsoft.com/office/drawing/2014/main" id="{F1DE9CB3-A1CE-6C9C-0EE7-8F4322339EB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85549" y="3585028"/>
            <a:ext cx="177194" cy="118366"/>
          </a:xfrm>
          <a:prstGeom prst="rect">
            <a:avLst/>
          </a:prstGeom>
          <a:noFill/>
          <a:extLst>
            <a:ext uri="{909E8E84-426E-40DD-AFC4-6F175D3DCCD1}">
              <a14:hiddenFill xmlns:a14="http://schemas.microsoft.com/office/drawing/2010/main">
                <a:solidFill>
                  <a:srgbClr val="FFFFFF"/>
                </a:solidFill>
              </a14:hiddenFill>
            </a:ext>
          </a:extLst>
        </p:spPr>
      </p:pic>
      <p:pic>
        <p:nvPicPr>
          <p:cNvPr id="51" name="Picture 2" descr="India flag icon - Country flags">
            <a:extLst>
              <a:ext uri="{FF2B5EF4-FFF2-40B4-BE49-F238E27FC236}">
                <a16:creationId xmlns:a16="http://schemas.microsoft.com/office/drawing/2014/main" id="{1C5D3C6F-DDAE-C505-BF07-1DF17A4F1BE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09484" y="3537567"/>
            <a:ext cx="177194" cy="118366"/>
          </a:xfrm>
          <a:prstGeom prst="rect">
            <a:avLst/>
          </a:prstGeom>
          <a:noFill/>
          <a:extLst>
            <a:ext uri="{909E8E84-426E-40DD-AFC4-6F175D3DCCD1}">
              <a14:hiddenFill xmlns:a14="http://schemas.microsoft.com/office/drawing/2010/main">
                <a:solidFill>
                  <a:srgbClr val="FFFFFF"/>
                </a:solidFill>
              </a14:hiddenFill>
            </a:ext>
          </a:extLst>
        </p:spPr>
      </p:pic>
      <p:pic>
        <p:nvPicPr>
          <p:cNvPr id="52" name="Picture 2" descr="India flag icon - Country flags">
            <a:extLst>
              <a:ext uri="{FF2B5EF4-FFF2-40B4-BE49-F238E27FC236}">
                <a16:creationId xmlns:a16="http://schemas.microsoft.com/office/drawing/2014/main" id="{00FFA51C-B321-6FA7-5F55-D89228C5809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80746" y="2513906"/>
            <a:ext cx="177194" cy="118366"/>
          </a:xfrm>
          <a:prstGeom prst="rect">
            <a:avLst/>
          </a:prstGeom>
          <a:noFill/>
          <a:extLst>
            <a:ext uri="{909E8E84-426E-40DD-AFC4-6F175D3DCCD1}">
              <a14:hiddenFill xmlns:a14="http://schemas.microsoft.com/office/drawing/2010/main">
                <a:solidFill>
                  <a:srgbClr val="FFFFFF"/>
                </a:solidFill>
              </a14:hiddenFill>
            </a:ext>
          </a:extLst>
        </p:spPr>
      </p:pic>
      <p:pic>
        <p:nvPicPr>
          <p:cNvPr id="53" name="Picture 6" descr="Download Free American flag Icons in PNG &amp; SVG">
            <a:extLst>
              <a:ext uri="{FF2B5EF4-FFF2-40B4-BE49-F238E27FC236}">
                <a16:creationId xmlns:a16="http://schemas.microsoft.com/office/drawing/2014/main" id="{C96BF9CE-45B8-C334-F5BF-38532289841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69561" y="2346781"/>
            <a:ext cx="181272" cy="121084"/>
          </a:xfrm>
          <a:prstGeom prst="rect">
            <a:avLst/>
          </a:prstGeom>
          <a:noFill/>
          <a:extLst>
            <a:ext uri="{909E8E84-426E-40DD-AFC4-6F175D3DCCD1}">
              <a14:hiddenFill xmlns:a14="http://schemas.microsoft.com/office/drawing/2010/main">
                <a:solidFill>
                  <a:srgbClr val="FFFFFF"/>
                </a:solidFill>
              </a14:hiddenFill>
            </a:ext>
          </a:extLst>
        </p:spPr>
      </p:pic>
      <p:pic>
        <p:nvPicPr>
          <p:cNvPr id="54" name="Picture 6" descr="Download Free American flag Icons in PNG &amp; SVG">
            <a:extLst>
              <a:ext uri="{FF2B5EF4-FFF2-40B4-BE49-F238E27FC236}">
                <a16:creationId xmlns:a16="http://schemas.microsoft.com/office/drawing/2014/main" id="{6E3B2AED-7DA4-98B0-93EF-441634DF434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07445" y="3391990"/>
            <a:ext cx="181272" cy="121084"/>
          </a:xfrm>
          <a:prstGeom prst="rect">
            <a:avLst/>
          </a:prstGeom>
          <a:noFill/>
          <a:extLst>
            <a:ext uri="{909E8E84-426E-40DD-AFC4-6F175D3DCCD1}">
              <a14:hiddenFill xmlns:a14="http://schemas.microsoft.com/office/drawing/2010/main">
                <a:solidFill>
                  <a:srgbClr val="FFFFFF"/>
                </a:solidFill>
              </a14:hiddenFill>
            </a:ext>
          </a:extLst>
        </p:spPr>
      </p:pic>
      <p:pic>
        <p:nvPicPr>
          <p:cNvPr id="55" name="Picture 6" descr="Download Free American flag Icons in PNG &amp; SVG">
            <a:extLst>
              <a:ext uri="{FF2B5EF4-FFF2-40B4-BE49-F238E27FC236}">
                <a16:creationId xmlns:a16="http://schemas.microsoft.com/office/drawing/2014/main" id="{BBDD7E7A-8D86-493C-666C-4D2860EE881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885549" y="3427474"/>
            <a:ext cx="181272" cy="121084"/>
          </a:xfrm>
          <a:prstGeom prst="rect">
            <a:avLst/>
          </a:prstGeom>
          <a:noFill/>
          <a:extLst>
            <a:ext uri="{909E8E84-426E-40DD-AFC4-6F175D3DCCD1}">
              <a14:hiddenFill xmlns:a14="http://schemas.microsoft.com/office/drawing/2010/main">
                <a:solidFill>
                  <a:srgbClr val="FFFFFF"/>
                </a:solidFill>
              </a14:hiddenFill>
            </a:ext>
          </a:extLst>
        </p:spPr>
      </p:pic>
      <p:pic>
        <p:nvPicPr>
          <p:cNvPr id="56" name="Picture 6" descr="Download Free American flag Icons in PNG &amp; SVG">
            <a:extLst>
              <a:ext uri="{FF2B5EF4-FFF2-40B4-BE49-F238E27FC236}">
                <a16:creationId xmlns:a16="http://schemas.microsoft.com/office/drawing/2014/main" id="{A4BFC98A-99FB-6BBC-93E5-08A581F319F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00342" y="2097654"/>
            <a:ext cx="181272" cy="121084"/>
          </a:xfrm>
          <a:prstGeom prst="rect">
            <a:avLst/>
          </a:prstGeom>
          <a:noFill/>
          <a:extLst>
            <a:ext uri="{909E8E84-426E-40DD-AFC4-6F175D3DCCD1}">
              <a14:hiddenFill xmlns:a14="http://schemas.microsoft.com/office/drawing/2010/main">
                <a:solidFill>
                  <a:srgbClr val="FFFFFF"/>
                </a:solidFill>
              </a14:hiddenFill>
            </a:ext>
          </a:extLst>
        </p:spPr>
      </p:pic>
      <p:pic>
        <p:nvPicPr>
          <p:cNvPr id="57" name="Picture 6" descr="Download Free American flag Icons in PNG &amp; SVG">
            <a:extLst>
              <a:ext uri="{FF2B5EF4-FFF2-40B4-BE49-F238E27FC236}">
                <a16:creationId xmlns:a16="http://schemas.microsoft.com/office/drawing/2014/main" id="{CB517600-6AD4-4EA9-3D5B-FACA130F0FD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32201" y="1955976"/>
            <a:ext cx="181272" cy="121084"/>
          </a:xfrm>
          <a:prstGeom prst="rect">
            <a:avLst/>
          </a:prstGeom>
          <a:noFill/>
          <a:extLst>
            <a:ext uri="{909E8E84-426E-40DD-AFC4-6F175D3DCCD1}">
              <a14:hiddenFill xmlns:a14="http://schemas.microsoft.com/office/drawing/2010/main">
                <a:solidFill>
                  <a:srgbClr val="FFFFFF"/>
                </a:solidFill>
              </a14:hiddenFill>
            </a:ext>
          </a:extLst>
        </p:spPr>
      </p:pic>
      <p:pic>
        <p:nvPicPr>
          <p:cNvPr id="58" name="Picture 6" descr="Download Free American flag Icons in PNG &amp; SVG">
            <a:extLst>
              <a:ext uri="{FF2B5EF4-FFF2-40B4-BE49-F238E27FC236}">
                <a16:creationId xmlns:a16="http://schemas.microsoft.com/office/drawing/2014/main" id="{4D47CBCB-2B73-933C-A74C-9ED452E52DF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31569" y="2236167"/>
            <a:ext cx="181272" cy="121084"/>
          </a:xfrm>
          <a:prstGeom prst="rect">
            <a:avLst/>
          </a:prstGeom>
          <a:noFill/>
          <a:extLst>
            <a:ext uri="{909E8E84-426E-40DD-AFC4-6F175D3DCCD1}">
              <a14:hiddenFill xmlns:a14="http://schemas.microsoft.com/office/drawing/2010/main">
                <a:solidFill>
                  <a:srgbClr val="FFFFFF"/>
                </a:solidFill>
              </a14:hiddenFill>
            </a:ext>
          </a:extLst>
        </p:spPr>
      </p:pic>
      <p:pic>
        <p:nvPicPr>
          <p:cNvPr id="59" name="Picture 6" descr="Download Free American flag Icons in PNG &amp; SVG">
            <a:extLst>
              <a:ext uri="{FF2B5EF4-FFF2-40B4-BE49-F238E27FC236}">
                <a16:creationId xmlns:a16="http://schemas.microsoft.com/office/drawing/2014/main" id="{5B69F3B5-1540-7A94-47D7-FC95FB95425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31569" y="3294032"/>
            <a:ext cx="181272" cy="121084"/>
          </a:xfrm>
          <a:prstGeom prst="rect">
            <a:avLst/>
          </a:prstGeom>
          <a:noFill/>
          <a:extLst>
            <a:ext uri="{909E8E84-426E-40DD-AFC4-6F175D3DCCD1}">
              <a14:hiddenFill xmlns:a14="http://schemas.microsoft.com/office/drawing/2010/main">
                <a:solidFill>
                  <a:srgbClr val="FFFFFF"/>
                </a:solidFill>
              </a14:hiddenFill>
            </a:ext>
          </a:extLst>
        </p:spPr>
      </p:pic>
      <p:pic>
        <p:nvPicPr>
          <p:cNvPr id="60" name="Picture 6" descr="Download Free American flag Icons in PNG &amp; SVG">
            <a:extLst>
              <a:ext uri="{FF2B5EF4-FFF2-40B4-BE49-F238E27FC236}">
                <a16:creationId xmlns:a16="http://schemas.microsoft.com/office/drawing/2014/main" id="{7B9615DD-ECA6-A5B3-6116-682ED10927E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22567" y="3319631"/>
            <a:ext cx="181272" cy="121084"/>
          </a:xfrm>
          <a:prstGeom prst="rect">
            <a:avLst/>
          </a:prstGeom>
          <a:noFill/>
          <a:extLst>
            <a:ext uri="{909E8E84-426E-40DD-AFC4-6F175D3DCCD1}">
              <a14:hiddenFill xmlns:a14="http://schemas.microsoft.com/office/drawing/2010/main">
                <a:solidFill>
                  <a:srgbClr val="FFFFFF"/>
                </a:solidFill>
              </a14:hiddenFill>
            </a:ext>
          </a:extLst>
        </p:spPr>
      </p:pic>
      <p:pic>
        <p:nvPicPr>
          <p:cNvPr id="61" name="Picture 6" descr="Download Free American flag Icons in PNG &amp; SVG">
            <a:extLst>
              <a:ext uri="{FF2B5EF4-FFF2-40B4-BE49-F238E27FC236}">
                <a16:creationId xmlns:a16="http://schemas.microsoft.com/office/drawing/2014/main" id="{FD8098FF-696B-6CC4-3972-11E2A971C4F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32632" y="4386368"/>
            <a:ext cx="181272" cy="121084"/>
          </a:xfrm>
          <a:prstGeom prst="rect">
            <a:avLst/>
          </a:prstGeom>
          <a:noFill/>
          <a:extLst>
            <a:ext uri="{909E8E84-426E-40DD-AFC4-6F175D3DCCD1}">
              <a14:hiddenFill xmlns:a14="http://schemas.microsoft.com/office/drawing/2010/main">
                <a:solidFill>
                  <a:srgbClr val="FFFFFF"/>
                </a:solidFill>
              </a14:hiddenFill>
            </a:ext>
          </a:extLst>
        </p:spPr>
      </p:pic>
      <p:pic>
        <p:nvPicPr>
          <p:cNvPr id="62" name="Picture 6" descr="Download Free American flag Icons in PNG &amp; SVG">
            <a:extLst>
              <a:ext uri="{FF2B5EF4-FFF2-40B4-BE49-F238E27FC236}">
                <a16:creationId xmlns:a16="http://schemas.microsoft.com/office/drawing/2014/main" id="{114CCB39-A175-4BEE-2D63-D8B0DFEB1F7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69274" y="4397377"/>
            <a:ext cx="181272" cy="121084"/>
          </a:xfrm>
          <a:prstGeom prst="rect">
            <a:avLst/>
          </a:prstGeom>
          <a:noFill/>
          <a:extLst>
            <a:ext uri="{909E8E84-426E-40DD-AFC4-6F175D3DCCD1}">
              <a14:hiddenFill xmlns:a14="http://schemas.microsoft.com/office/drawing/2010/main">
                <a:solidFill>
                  <a:srgbClr val="FFFFFF"/>
                </a:solidFill>
              </a14:hiddenFill>
            </a:ext>
          </a:extLst>
        </p:spPr>
      </p:pic>
      <p:pic>
        <p:nvPicPr>
          <p:cNvPr id="63" name="Picture 6" descr="Download Free American flag Icons in PNG &amp; SVG">
            <a:extLst>
              <a:ext uri="{FF2B5EF4-FFF2-40B4-BE49-F238E27FC236}">
                <a16:creationId xmlns:a16="http://schemas.microsoft.com/office/drawing/2014/main" id="{FB1DED96-4C3E-367A-4F94-3675162B036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57833" y="4381408"/>
            <a:ext cx="181272" cy="121084"/>
          </a:xfrm>
          <a:prstGeom prst="rect">
            <a:avLst/>
          </a:prstGeom>
          <a:noFill/>
          <a:extLst>
            <a:ext uri="{909E8E84-426E-40DD-AFC4-6F175D3DCCD1}">
              <a14:hiddenFill xmlns:a14="http://schemas.microsoft.com/office/drawing/2010/main">
                <a:solidFill>
                  <a:srgbClr val="FFFFFF"/>
                </a:solidFill>
              </a14:hiddenFill>
            </a:ext>
          </a:extLst>
        </p:spPr>
      </p:pic>
      <p:pic>
        <p:nvPicPr>
          <p:cNvPr id="1024" name="Picture 6" descr="Download Free American flag Icons in PNG &amp; SVG">
            <a:extLst>
              <a:ext uri="{FF2B5EF4-FFF2-40B4-BE49-F238E27FC236}">
                <a16:creationId xmlns:a16="http://schemas.microsoft.com/office/drawing/2014/main" id="{A77AD1AA-4F4E-A4EE-78BB-AB0550A60A6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365131" y="4386368"/>
            <a:ext cx="181272" cy="121084"/>
          </a:xfrm>
          <a:prstGeom prst="rect">
            <a:avLst/>
          </a:prstGeom>
          <a:noFill/>
          <a:extLst>
            <a:ext uri="{909E8E84-426E-40DD-AFC4-6F175D3DCCD1}">
              <a14:hiddenFill xmlns:a14="http://schemas.microsoft.com/office/drawing/2010/main">
                <a:solidFill>
                  <a:srgbClr val="FFFFFF"/>
                </a:solidFill>
              </a14:hiddenFill>
            </a:ext>
          </a:extLst>
        </p:spPr>
      </p:pic>
      <p:pic>
        <p:nvPicPr>
          <p:cNvPr id="1025" name="Picture 6" descr="Download Free American flag Icons in PNG &amp; SVG">
            <a:extLst>
              <a:ext uri="{FF2B5EF4-FFF2-40B4-BE49-F238E27FC236}">
                <a16:creationId xmlns:a16="http://schemas.microsoft.com/office/drawing/2014/main" id="{20EE96F5-28EC-0434-D1C1-043B9CB91C4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32632" y="5432731"/>
            <a:ext cx="181272" cy="121084"/>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6" descr="Download Free American flag Icons in PNG &amp; SVG">
            <a:extLst>
              <a:ext uri="{FF2B5EF4-FFF2-40B4-BE49-F238E27FC236}">
                <a16:creationId xmlns:a16="http://schemas.microsoft.com/office/drawing/2014/main" id="{9C5F6988-B1E6-4632-C7BF-CED3DC8FB1C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69274" y="5443740"/>
            <a:ext cx="181272" cy="121084"/>
          </a:xfrm>
          <a:prstGeom prst="rect">
            <a:avLst/>
          </a:prstGeom>
          <a:noFill/>
          <a:extLst>
            <a:ext uri="{909E8E84-426E-40DD-AFC4-6F175D3DCCD1}">
              <a14:hiddenFill xmlns:a14="http://schemas.microsoft.com/office/drawing/2010/main">
                <a:solidFill>
                  <a:srgbClr val="FFFFFF"/>
                </a:solidFill>
              </a14:hiddenFill>
            </a:ext>
          </a:extLst>
        </p:spPr>
      </p:pic>
      <p:pic>
        <p:nvPicPr>
          <p:cNvPr id="1029" name="Picture 6" descr="Download Free American flag Icons in PNG &amp; SVG">
            <a:extLst>
              <a:ext uri="{FF2B5EF4-FFF2-40B4-BE49-F238E27FC236}">
                <a16:creationId xmlns:a16="http://schemas.microsoft.com/office/drawing/2014/main" id="{B52DD39A-0A99-6F22-8544-95E7A45AB6F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57833" y="5427771"/>
            <a:ext cx="181272" cy="1210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280988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E35D56-6109-2EEB-6D9A-184015E488ED}"/>
            </a:ext>
          </a:extLst>
        </p:cNvPr>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76602098-5051-B778-C01E-D86F12450137}"/>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accent1"/>
          </a:lnRef>
          <a:fillRef idx="0">
            <a:schemeClr val="accent1"/>
          </a:fillRef>
          <a:effectRef idx="0">
            <a:schemeClr val="accent1"/>
          </a:effectRef>
          <a:fontRef idx="minor">
            <a:schemeClr val="tx1"/>
          </a:fontRef>
        </p:style>
      </p:cxnSp>
      <p:sp>
        <p:nvSpPr>
          <p:cNvPr id="8" name="Text Placeholder 7">
            <a:extLst>
              <a:ext uri="{FF2B5EF4-FFF2-40B4-BE49-F238E27FC236}">
                <a16:creationId xmlns:a16="http://schemas.microsoft.com/office/drawing/2014/main" id="{4ADBD13C-944D-32CB-8800-6AB2334F75E6}"/>
              </a:ext>
            </a:extLst>
          </p:cNvPr>
          <p:cNvSpPr>
            <a:spLocks noGrp="1"/>
          </p:cNvSpPr>
          <p:nvPr>
            <p:ph type="body" sz="quarter" idx="13"/>
          </p:nvPr>
        </p:nvSpPr>
        <p:spPr>
          <a:xfrm>
            <a:off x="469900" y="736688"/>
            <a:ext cx="11252200" cy="215444"/>
          </a:xfrm>
        </p:spPr>
        <p:txBody>
          <a:bodyPr/>
          <a:lstStyle/>
          <a:p>
            <a:r>
              <a:rPr lang="en-US" dirty="0">
                <a:solidFill>
                  <a:schemeClr val="tx1"/>
                </a:solidFill>
              </a:rPr>
              <a:t>Here are the key Cisco stakeholders</a:t>
            </a:r>
          </a:p>
        </p:txBody>
      </p:sp>
      <p:sp>
        <p:nvSpPr>
          <p:cNvPr id="5" name="Title 4">
            <a:extLst>
              <a:ext uri="{FF2B5EF4-FFF2-40B4-BE49-F238E27FC236}">
                <a16:creationId xmlns:a16="http://schemas.microsoft.com/office/drawing/2014/main" id="{12AE660F-264C-A4DE-458F-AB1761F849BD}"/>
              </a:ext>
            </a:extLst>
          </p:cNvPr>
          <p:cNvSpPr>
            <a:spLocks noGrp="1"/>
          </p:cNvSpPr>
          <p:nvPr>
            <p:ph type="title"/>
          </p:nvPr>
        </p:nvSpPr>
        <p:spPr>
          <a:xfrm>
            <a:off x="469900" y="402587"/>
            <a:ext cx="11252200" cy="276999"/>
          </a:xfrm>
        </p:spPr>
        <p:txBody>
          <a:bodyPr/>
          <a:lstStyle/>
          <a:p>
            <a:r>
              <a:rPr lang="en-US" b="1" dirty="0"/>
              <a:t>Key Stakeholders</a:t>
            </a:r>
          </a:p>
        </p:txBody>
      </p:sp>
      <p:graphicFrame>
        <p:nvGraphicFramePr>
          <p:cNvPr id="3" name="Table 2">
            <a:extLst>
              <a:ext uri="{FF2B5EF4-FFF2-40B4-BE49-F238E27FC236}">
                <a16:creationId xmlns:a16="http://schemas.microsoft.com/office/drawing/2014/main" id="{43CFB720-BAD3-B4E5-8921-8C83AC407902}"/>
              </a:ext>
            </a:extLst>
          </p:cNvPr>
          <p:cNvGraphicFramePr>
            <a:graphicFrameLocks noGrp="1"/>
          </p:cNvGraphicFramePr>
          <p:nvPr>
            <p:extLst>
              <p:ext uri="{D42A27DB-BD31-4B8C-83A1-F6EECF244321}">
                <p14:modId xmlns:p14="http://schemas.microsoft.com/office/powerpoint/2010/main" val="1934785667"/>
              </p:ext>
            </p:extLst>
          </p:nvPr>
        </p:nvGraphicFramePr>
        <p:xfrm>
          <a:off x="457200" y="1124712"/>
          <a:ext cx="11121775" cy="2682240"/>
        </p:xfrm>
        <a:graphic>
          <a:graphicData uri="http://schemas.openxmlformats.org/drawingml/2006/table">
            <a:tbl>
              <a:tblPr firstRow="1" bandRow="1">
                <a:tableStyleId>{F5AB1C69-6EDB-4FF4-983F-18BD219EF322}</a:tableStyleId>
              </a:tblPr>
              <a:tblGrid>
                <a:gridCol w="2306548">
                  <a:extLst>
                    <a:ext uri="{9D8B030D-6E8A-4147-A177-3AD203B41FA5}">
                      <a16:colId xmlns:a16="http://schemas.microsoft.com/office/drawing/2014/main" val="2133925330"/>
                    </a:ext>
                  </a:extLst>
                </a:gridCol>
                <a:gridCol w="2589088">
                  <a:extLst>
                    <a:ext uri="{9D8B030D-6E8A-4147-A177-3AD203B41FA5}">
                      <a16:colId xmlns:a16="http://schemas.microsoft.com/office/drawing/2014/main" val="3778162347"/>
                    </a:ext>
                  </a:extLst>
                </a:gridCol>
                <a:gridCol w="6226139">
                  <a:extLst>
                    <a:ext uri="{9D8B030D-6E8A-4147-A177-3AD203B41FA5}">
                      <a16:colId xmlns:a16="http://schemas.microsoft.com/office/drawing/2014/main" val="281108281"/>
                    </a:ext>
                  </a:extLst>
                </a:gridCol>
              </a:tblGrid>
              <a:tr h="370840">
                <a:tc>
                  <a:txBody>
                    <a:bodyPr/>
                    <a:lstStyle/>
                    <a:p>
                      <a:r>
                        <a:rPr lang="en-US" sz="1200" dirty="0"/>
                        <a:t>Stakeholder</a:t>
                      </a:r>
                    </a:p>
                  </a:txBody>
                  <a:tcPr anchor="ctr"/>
                </a:tc>
                <a:tc>
                  <a:txBody>
                    <a:bodyPr/>
                    <a:lstStyle/>
                    <a:p>
                      <a:r>
                        <a:rPr lang="en-US" sz="1200" dirty="0"/>
                        <a:t>Title/Role</a:t>
                      </a:r>
                    </a:p>
                  </a:txBody>
                  <a:tcPr anchor="ctr"/>
                </a:tc>
                <a:tc>
                  <a:txBody>
                    <a:bodyPr/>
                    <a:lstStyle/>
                    <a:p>
                      <a:r>
                        <a:rPr lang="en-US" sz="1200" dirty="0"/>
                        <a:t>Description</a:t>
                      </a:r>
                    </a:p>
                  </a:txBody>
                  <a:tcPr anchor="ctr"/>
                </a:tc>
                <a:extLst>
                  <a:ext uri="{0D108BD9-81ED-4DB2-BD59-A6C34878D82A}">
                    <a16:rowId xmlns:a16="http://schemas.microsoft.com/office/drawing/2014/main" val="786811844"/>
                  </a:ext>
                </a:extLst>
              </a:tr>
              <a:tr h="370840">
                <a:tc>
                  <a:txBody>
                    <a:bodyPr/>
                    <a:lstStyle/>
                    <a:p>
                      <a:r>
                        <a:rPr lang="en-US" sz="1200" dirty="0"/>
                        <a:t>Nilesh Kulkarni</a:t>
                      </a:r>
                    </a:p>
                  </a:txBody>
                  <a:tcPr anchor="ctr"/>
                </a:tc>
                <a:tc>
                  <a:txBody>
                    <a:bodyPr/>
                    <a:lstStyle/>
                    <a:p>
                      <a:r>
                        <a:rPr lang="en-US" sz="1200" dirty="0"/>
                        <a:t>VP of Data Analytics</a:t>
                      </a:r>
                    </a:p>
                  </a:txBody>
                  <a:tcPr anchor="ctr"/>
                </a:tc>
                <a:tc>
                  <a:txBody>
                    <a:bodyPr/>
                    <a:lstStyle/>
                    <a:p>
                      <a:endParaRPr lang="en-US" sz="1200"/>
                    </a:p>
                  </a:txBody>
                  <a:tcPr anchor="ctr"/>
                </a:tc>
                <a:extLst>
                  <a:ext uri="{0D108BD9-81ED-4DB2-BD59-A6C34878D82A}">
                    <a16:rowId xmlns:a16="http://schemas.microsoft.com/office/drawing/2014/main" val="2677982574"/>
                  </a:ext>
                </a:extLst>
              </a:tr>
              <a:tr h="370840">
                <a:tc>
                  <a:txBody>
                    <a:bodyPr/>
                    <a:lstStyle/>
                    <a:p>
                      <a:r>
                        <a:rPr lang="en-US" sz="1200" dirty="0"/>
                        <a:t>Chiranjeevi Koyi (Chiru)</a:t>
                      </a:r>
                    </a:p>
                  </a:txBody>
                  <a:tcPr anchor="ctr"/>
                </a:tc>
                <a:tc>
                  <a:txBody>
                    <a:bodyPr/>
                    <a:lstStyle/>
                    <a:p>
                      <a:r>
                        <a:rPr lang="en-US" sz="1200" dirty="0"/>
                        <a:t>Director: Data Engineering</a:t>
                      </a:r>
                    </a:p>
                  </a:txBody>
                  <a:tcPr anchor="ctr"/>
                </a:tc>
                <a:tc>
                  <a:txBody>
                    <a:bodyPr/>
                    <a:lstStyle/>
                    <a:p>
                      <a:endParaRPr lang="en-US" sz="1200" dirty="0"/>
                    </a:p>
                  </a:txBody>
                  <a:tcPr anchor="ctr"/>
                </a:tc>
                <a:extLst>
                  <a:ext uri="{0D108BD9-81ED-4DB2-BD59-A6C34878D82A}">
                    <a16:rowId xmlns:a16="http://schemas.microsoft.com/office/drawing/2014/main" val="437037209"/>
                  </a:ext>
                </a:extLst>
              </a:tr>
              <a:tr h="370840">
                <a:tc>
                  <a:txBody>
                    <a:bodyPr/>
                    <a:lstStyle/>
                    <a:p>
                      <a:r>
                        <a:rPr lang="en-US" sz="1200" dirty="0"/>
                        <a:t>Virendra Singh</a:t>
                      </a:r>
                    </a:p>
                  </a:txBody>
                  <a:tcPr anchor="ctr"/>
                </a:tc>
                <a:tc>
                  <a:txBody>
                    <a:bodyPr/>
                    <a:lstStyle/>
                    <a:p>
                      <a:r>
                        <a:rPr lang="en-US" sz="1200" dirty="0"/>
                        <a:t>Director, Data Platforms</a:t>
                      </a:r>
                    </a:p>
                  </a:txBody>
                  <a:tcPr anchor="ctr"/>
                </a:tc>
                <a:tc>
                  <a:txBody>
                    <a:bodyPr/>
                    <a:lstStyle/>
                    <a:p>
                      <a:endParaRPr lang="en-US" sz="1200"/>
                    </a:p>
                  </a:txBody>
                  <a:tcPr anchor="ctr"/>
                </a:tc>
                <a:extLst>
                  <a:ext uri="{0D108BD9-81ED-4DB2-BD59-A6C34878D82A}">
                    <a16:rowId xmlns:a16="http://schemas.microsoft.com/office/drawing/2014/main" val="3926853927"/>
                  </a:ext>
                </a:extLst>
              </a:tr>
              <a:tr h="370840">
                <a:tc>
                  <a:txBody>
                    <a:bodyPr/>
                    <a:lstStyle/>
                    <a:p>
                      <a:r>
                        <a:rPr lang="en-US" sz="1200" dirty="0"/>
                        <a:t>Harish Sabhnani</a:t>
                      </a:r>
                    </a:p>
                  </a:txBody>
                  <a:tcPr anchor="ctr"/>
                </a:tc>
                <a:tc>
                  <a:txBody>
                    <a:bodyPr/>
                    <a:lstStyle/>
                    <a:p>
                      <a:r>
                        <a:rPr lang="en-US" sz="1200" dirty="0"/>
                        <a:t>Data Platforms Leader</a:t>
                      </a:r>
                    </a:p>
                  </a:txBody>
                  <a:tcPr anchor="ctr"/>
                </a:tc>
                <a:tc>
                  <a:txBody>
                    <a:bodyPr/>
                    <a:lstStyle/>
                    <a:p>
                      <a:r>
                        <a:rPr lang="en-US" sz="1200" dirty="0"/>
                        <a:t>On Virendra’s team. We will work very closely with Harish.</a:t>
                      </a:r>
                    </a:p>
                  </a:txBody>
                  <a:tcPr anchor="ctr"/>
                </a:tc>
                <a:extLst>
                  <a:ext uri="{0D108BD9-81ED-4DB2-BD59-A6C34878D82A}">
                    <a16:rowId xmlns:a16="http://schemas.microsoft.com/office/drawing/2014/main" val="4049369893"/>
                  </a:ext>
                </a:extLst>
              </a:tr>
              <a:tr h="370840">
                <a:tc>
                  <a:txBody>
                    <a:bodyPr/>
                    <a:lstStyle/>
                    <a:p>
                      <a:r>
                        <a:rPr lang="en-US" sz="1200" dirty="0"/>
                        <a:t>Terence O’Donovan</a:t>
                      </a:r>
                    </a:p>
                  </a:txBody>
                  <a:tcPr anchor="ctr"/>
                </a:tc>
                <a:tc>
                  <a:txBody>
                    <a:bodyPr/>
                    <a:lstStyle/>
                    <a:p>
                      <a:r>
                        <a:rPr lang="en-US" sz="1200" dirty="0"/>
                        <a:t>IT Architect</a:t>
                      </a:r>
                    </a:p>
                  </a:txBody>
                  <a:tcPr anchor="ctr"/>
                </a:tc>
                <a:tc>
                  <a:txBody>
                    <a:bodyPr/>
                    <a:lstStyle/>
                    <a:p>
                      <a:endParaRPr lang="en-US" sz="1200" dirty="0"/>
                    </a:p>
                  </a:txBody>
                  <a:tcPr anchor="ctr"/>
                </a:tc>
                <a:extLst>
                  <a:ext uri="{0D108BD9-81ED-4DB2-BD59-A6C34878D82A}">
                    <a16:rowId xmlns:a16="http://schemas.microsoft.com/office/drawing/2014/main" val="3566826153"/>
                  </a:ext>
                </a:extLst>
              </a:tr>
              <a:tr h="370840">
                <a:tc>
                  <a:txBody>
                    <a:bodyPr/>
                    <a:lstStyle/>
                    <a:p>
                      <a:r>
                        <a:rPr lang="en-US" sz="1200" dirty="0"/>
                        <a:t>Devi Kumarappan</a:t>
                      </a:r>
                    </a:p>
                  </a:txBody>
                  <a:tcPr anchor="ctr"/>
                </a:tc>
                <a:tc>
                  <a:txBody>
                    <a:bodyPr/>
                    <a:lstStyle/>
                    <a:p>
                      <a:r>
                        <a:rPr lang="en-US" sz="1200" dirty="0"/>
                        <a:t>Director, Engineering: CX Data Platform </a:t>
                      </a:r>
                      <a:r>
                        <a:rPr lang="en-US" sz="1200"/>
                        <a:t>and Operations</a:t>
                      </a:r>
                      <a:endParaRPr lang="en-US" sz="1200" dirty="0"/>
                    </a:p>
                  </a:txBody>
                  <a:tcPr anchor="ctr"/>
                </a:tc>
                <a:tc>
                  <a:txBody>
                    <a:bodyPr/>
                    <a:lstStyle/>
                    <a:p>
                      <a:endParaRPr lang="en-US" sz="1200" dirty="0"/>
                    </a:p>
                  </a:txBody>
                  <a:tcPr anchor="ctr"/>
                </a:tc>
                <a:extLst>
                  <a:ext uri="{0D108BD9-81ED-4DB2-BD59-A6C34878D82A}">
                    <a16:rowId xmlns:a16="http://schemas.microsoft.com/office/drawing/2014/main" val="543999389"/>
                  </a:ext>
                </a:extLst>
              </a:tr>
            </a:tbl>
          </a:graphicData>
        </a:graphic>
      </p:graphicFrame>
    </p:spTree>
    <p:extLst>
      <p:ext uri="{BB962C8B-B14F-4D97-AF65-F5344CB8AC3E}">
        <p14:creationId xmlns:p14="http://schemas.microsoft.com/office/powerpoint/2010/main" val="8362784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Deloitte Brand Theme">
  <a:themeElements>
    <a:clrScheme name="Custom 3">
      <a:dk1>
        <a:sysClr val="windowText" lastClr="000000"/>
      </a:dk1>
      <a:lt1>
        <a:sysClr val="window" lastClr="FFFFFF"/>
      </a:lt1>
      <a:dk2>
        <a:srgbClr val="53565A"/>
      </a:dk2>
      <a:lt2>
        <a:srgbClr val="D0D0CE"/>
      </a:lt2>
      <a:accent1>
        <a:srgbClr val="86BC25"/>
      </a:accent1>
      <a:accent2>
        <a:srgbClr val="43B02A"/>
      </a:accent2>
      <a:accent3>
        <a:srgbClr val="26890D"/>
      </a:accent3>
      <a:accent4>
        <a:srgbClr val="046A38"/>
      </a:accent4>
      <a:accent5>
        <a:srgbClr val="0D8390"/>
      </a:accent5>
      <a:accent6>
        <a:srgbClr val="007CB0"/>
      </a:accent6>
      <a:hlink>
        <a:srgbClr val="00A3E0"/>
      </a:hlink>
      <a:folHlink>
        <a:srgbClr val="7F7F7F"/>
      </a:folHlink>
    </a:clrScheme>
    <a:fontScheme name="Custom 1">
      <a:majorFont>
        <a:latin typeface="Open Sans"/>
        <a:ea typeface=""/>
        <a:cs typeface=""/>
      </a:majorFont>
      <a:minorFont>
        <a:latin typeface="Open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03200" indent="-203200">
          <a:spcBef>
            <a:spcPts val="600"/>
          </a:spcBef>
          <a:buSzPct val="100000"/>
          <a:buFont typeface="Arial"/>
          <a:buChar char="•"/>
          <a:defRPr dirty="0" smtClean="0">
            <a:solidFill>
              <a:srgbClr val="31313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Deloitte Brand Theme" id="{7F8E7B9C-D1E6-4EAB-A888-5889AFAC97F5}" vid="{EE3CB14B-24FA-49D6-9FDE-EB9FB3296A69}"/>
    </a:ext>
  </a:extLst>
</a:theme>
</file>

<file path=ppt/theme/theme2.xml><?xml version="1.0" encoding="utf-8"?>
<a:theme xmlns:a="http://schemas.openxmlformats.org/drawingml/2006/main" name="2_Deloitte Brand Theme">
  <a:themeElements>
    <a:clrScheme name="Custom 3">
      <a:dk1>
        <a:sysClr val="windowText" lastClr="000000"/>
      </a:dk1>
      <a:lt1>
        <a:sysClr val="window" lastClr="FFFFFF"/>
      </a:lt1>
      <a:dk2>
        <a:srgbClr val="53565A"/>
      </a:dk2>
      <a:lt2>
        <a:srgbClr val="D0D0CE"/>
      </a:lt2>
      <a:accent1>
        <a:srgbClr val="86BC25"/>
      </a:accent1>
      <a:accent2>
        <a:srgbClr val="43B02A"/>
      </a:accent2>
      <a:accent3>
        <a:srgbClr val="26890D"/>
      </a:accent3>
      <a:accent4>
        <a:srgbClr val="046A38"/>
      </a:accent4>
      <a:accent5>
        <a:srgbClr val="0D8390"/>
      </a:accent5>
      <a:accent6>
        <a:srgbClr val="007CB0"/>
      </a:accent6>
      <a:hlink>
        <a:srgbClr val="00A3E0"/>
      </a:hlink>
      <a:folHlink>
        <a:srgbClr val="7F7F7F"/>
      </a:folHlink>
    </a:clrScheme>
    <a:fontScheme name="Custom 2">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03200" indent="-203200">
          <a:spcBef>
            <a:spcPts val="600"/>
          </a:spcBef>
          <a:buSzPct val="100000"/>
          <a:buFont typeface="Arial"/>
          <a:buChar char="•"/>
          <a:defRPr dirty="0" smtClean="0">
            <a:solidFill>
              <a:srgbClr val="31313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808080"/>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Deloitte Brand Theme" id="{7F8E7B9C-D1E6-4EAB-A888-5889AFAC97F5}" vid="{EE3CB14B-24FA-49D6-9FDE-EB9FB3296A69}"/>
    </a:ext>
  </a:extLst>
</a:theme>
</file>

<file path=ppt/theme/theme3.xml><?xml version="1.0" encoding="utf-8"?>
<a:theme xmlns:a="http://schemas.openxmlformats.org/drawingml/2006/main" name="Deloitte Cloud Template June 2018">
  <a:themeElements>
    <a:clrScheme name="Deloitte colors">
      <a:dk1>
        <a:sysClr val="windowText" lastClr="000000"/>
      </a:dk1>
      <a:lt1>
        <a:sysClr val="window" lastClr="FFFFFF"/>
      </a:lt1>
      <a:dk2>
        <a:srgbClr val="53565A"/>
      </a:dk2>
      <a:lt2>
        <a:srgbClr val="D0D0CE"/>
      </a:lt2>
      <a:accent1>
        <a:srgbClr val="86BC25"/>
      </a:accent1>
      <a:accent2>
        <a:srgbClr val="046A38"/>
      </a:accent2>
      <a:accent3>
        <a:srgbClr val="62B5E5"/>
      </a:accent3>
      <a:accent4>
        <a:srgbClr val="012169"/>
      </a:accent4>
      <a:accent5>
        <a:srgbClr val="0097A9"/>
      </a:accent5>
      <a:accent6>
        <a:srgbClr val="75787B"/>
      </a:accent6>
      <a:hlink>
        <a:srgbClr val="00A3E0"/>
      </a:hlink>
      <a:folHlink>
        <a:srgbClr val="53565A"/>
      </a:folHlink>
    </a:clrScheme>
    <a:fontScheme name="Custom 7">
      <a:majorFont>
        <a:latin typeface="Open Sans Light"/>
        <a:ea typeface=""/>
        <a:cs typeface=""/>
      </a:majorFont>
      <a:minorFont>
        <a:latin typeface="Open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5"/>
        </a:solidFill>
        <a:ln w="19050" algn="ctr">
          <a:noFill/>
          <a:miter lim="800000"/>
          <a:headEnd/>
          <a:tailEnd/>
        </a:ln>
      </a:spPr>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defPPr algn="ct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03200" indent="-203200">
          <a:spcBef>
            <a:spcPts val="600"/>
          </a:spcBef>
          <a:buSzPct val="100000"/>
          <a:buFont typeface="Arial"/>
          <a:buChar char="•"/>
          <a:defRPr dirty="0" smtClean="0">
            <a:solidFill>
              <a:srgbClr val="31313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CloudTemplate_v2.potx" id="{6083B17A-9FDD-41E9-911D-07C2E550BE9A}" vid="{0762FD86-167B-440B-8315-42D83EB4DCC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2">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E1D81359-907E-4492-8774-0269913A0069}">
  <we:reference id="97ff72f7-3dc5-4f2f-8c24-51759c83085f" version="1.0.0.1" store="EXCatalog" storeType="EXCatalog"/>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BF54C77A1458144082AE147E7F09B8FA" ma:contentTypeVersion="11" ma:contentTypeDescription="Create a new document." ma:contentTypeScope="" ma:versionID="022c193b37c603b2004fdcc7dc7d58e9">
  <xsd:schema xmlns:xsd="http://www.w3.org/2001/XMLSchema" xmlns:xs="http://www.w3.org/2001/XMLSchema" xmlns:p="http://schemas.microsoft.com/office/2006/metadata/properties" xmlns:ns2="747df5d4-2ee9-4481-82f2-5f8ae4a7651b" xmlns:ns3="48eb6c90-d7c5-4f82-a4bd-74382039df2f" targetNamespace="http://schemas.microsoft.com/office/2006/metadata/properties" ma:root="true" ma:fieldsID="0ad38acd292e4f83dd610deb241ee8f8" ns2:_="" ns3:_="">
    <xsd:import namespace="747df5d4-2ee9-4481-82f2-5f8ae4a7651b"/>
    <xsd:import namespace="48eb6c90-d7c5-4f82-a4bd-74382039df2f"/>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ObjectDetectorVersions"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47df5d4-2ee9-4481-82f2-5f8ae4a7651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MediaServiceBillingMetadata" ma:index="18"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8eb6c90-d7c5-4f82-a4bd-74382039df2f"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259A1923-86D3-48DE-809D-BE993BF7626B}">
  <ds:schemaRefs>
    <ds:schemaRef ds:uri="http://schemas.microsoft.com/sharepoint/v3/contenttype/forms"/>
  </ds:schemaRefs>
</ds:datastoreItem>
</file>

<file path=customXml/itemProps2.xml><?xml version="1.0" encoding="utf-8"?>
<ds:datastoreItem xmlns:ds="http://schemas.openxmlformats.org/officeDocument/2006/customXml" ds:itemID="{3F93E1DE-3530-4F7D-9B78-D4FCF30BBFC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47df5d4-2ee9-4481-82f2-5f8ae4a7651b"/>
    <ds:schemaRef ds:uri="48eb6c90-d7c5-4f82-a4bd-74382039df2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90E81C0-2849-42EB-8A04-76CA81D92B81}">
  <ds:schemaRefs>
    <ds:schemaRef ds:uri="http://purl.org/dc/elements/1.1/"/>
    <ds:schemaRef ds:uri="http://purl.org/dc/terms/"/>
    <ds:schemaRef ds:uri="http://schemas.microsoft.com/office/infopath/2007/PartnerControls"/>
    <ds:schemaRef ds:uri="http://www.w3.org/XML/1998/namespace"/>
    <ds:schemaRef ds:uri="http://purl.org/dc/dcmitype/"/>
    <ds:schemaRef ds:uri="http://schemas.microsoft.com/office/2006/metadata/properties"/>
    <ds:schemaRef ds:uri="a8c8b129-e9f1-4e23-8a83-469b054fea13"/>
    <ds:schemaRef ds:uri="http://schemas.microsoft.com/office/2006/documentManagement/types"/>
    <ds:schemaRef ds:uri="http://schemas.openxmlformats.org/package/2006/metadata/core-properties"/>
  </ds:schemaRefs>
</ds:datastoreItem>
</file>

<file path=docMetadata/LabelInfo.xml><?xml version="1.0" encoding="utf-8"?>
<clbl:labelList xmlns:clbl="http://schemas.microsoft.com/office/2020/mipLabelMetadata">
  <clbl:label id="{ea60d57e-af5b-4752-ac57-3e4f28ca11dc}" enabled="1" method="Privileged" siteId="{36da45f1-dd2c-4d1f-af13-5abe46b99921}" removed="0"/>
</clbl:labelList>
</file>

<file path=docProps/app.xml><?xml version="1.0" encoding="utf-8"?>
<Properties xmlns="http://schemas.openxmlformats.org/officeDocument/2006/extended-properties" xmlns:vt="http://schemas.openxmlformats.org/officeDocument/2006/docPropsVTypes">
  <Template/>
  <TotalTime>352</TotalTime>
  <Words>2327</Words>
  <Application>Microsoft Office PowerPoint</Application>
  <PresentationFormat>Widescreen</PresentationFormat>
  <Paragraphs>537</Paragraphs>
  <Slides>12</Slides>
  <Notes>11</Notes>
  <HiddenSlides>0</HiddenSlides>
  <MMClips>0</MMClips>
  <ScaleCrop>false</ScaleCrop>
  <HeadingPairs>
    <vt:vector size="8" baseType="variant">
      <vt:variant>
        <vt:lpstr>Fonts Used</vt:lpstr>
      </vt:variant>
      <vt:variant>
        <vt:i4>12</vt:i4>
      </vt:variant>
      <vt:variant>
        <vt:lpstr>Theme</vt:lpstr>
      </vt:variant>
      <vt:variant>
        <vt:i4>3</vt:i4>
      </vt:variant>
      <vt:variant>
        <vt:lpstr>Embedded OLE Servers</vt:lpstr>
      </vt:variant>
      <vt:variant>
        <vt:i4>1</vt:i4>
      </vt:variant>
      <vt:variant>
        <vt:lpstr>Slide Titles</vt:lpstr>
      </vt:variant>
      <vt:variant>
        <vt:i4>12</vt:i4>
      </vt:variant>
    </vt:vector>
  </HeadingPairs>
  <TitlesOfParts>
    <vt:vector size="28" baseType="lpstr">
      <vt:lpstr>Aptos</vt:lpstr>
      <vt:lpstr>Arial</vt:lpstr>
      <vt:lpstr>Calibri</vt:lpstr>
      <vt:lpstr>Calibri Light</vt:lpstr>
      <vt:lpstr>Courier New</vt:lpstr>
      <vt:lpstr>Helvetica Neue Light</vt:lpstr>
      <vt:lpstr>Open Sans</vt:lpstr>
      <vt:lpstr>Open Sans Extrabold</vt:lpstr>
      <vt:lpstr>Open Sans Extrabold</vt:lpstr>
      <vt:lpstr>Open Sans Light</vt:lpstr>
      <vt:lpstr>Verdana</vt:lpstr>
      <vt:lpstr>Wingdings 2</vt:lpstr>
      <vt:lpstr>Deloitte Brand Theme</vt:lpstr>
      <vt:lpstr>2_Deloitte Brand Theme</vt:lpstr>
      <vt:lpstr>Deloitte Cloud Template June 2018</vt:lpstr>
      <vt:lpstr>think-cell Slide</vt:lpstr>
      <vt:lpstr>Teradata to Snowflake Migration </vt:lpstr>
      <vt:lpstr>Project Overview and Scope</vt:lpstr>
      <vt:lpstr>Project Timeline</vt:lpstr>
      <vt:lpstr>Migration Approach</vt:lpstr>
      <vt:lpstr>Summary of All Accelerators to be leveraged for Snowflake Migration</vt:lpstr>
      <vt:lpstr>Discovery and Migration Planning</vt:lpstr>
      <vt:lpstr>Implement Minimal Viable Product (“MVP”)</vt:lpstr>
      <vt:lpstr>Scale-out – Re-platform, Enhance and Optimize (Track 1A, 1B, 1C)</vt:lpstr>
      <vt:lpstr>Parallel Run, Data Ops, Optimize (Track 1A, 1B, 1C)</vt:lpstr>
      <vt:lpstr>Key Deliverables &amp; Milestones</vt:lpstr>
      <vt:lpstr>Team Organization </vt:lpstr>
      <vt:lpstr>Key Stakeholders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Agarwal, Pankaj K</dc:creator>
  <cp:lastModifiedBy>Dandekar, Rupesh</cp:lastModifiedBy>
  <cp:revision>3</cp:revision>
  <dcterms:created xsi:type="dcterms:W3CDTF">2024-04-24T12:57:08Z</dcterms:created>
  <dcterms:modified xsi:type="dcterms:W3CDTF">2026-01-07T17:33:04Z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a60d57e-af5b-4752-ac57-3e4f28ca11dc_Enabled">
    <vt:lpwstr>true</vt:lpwstr>
  </property>
  <property fmtid="{D5CDD505-2E9C-101B-9397-08002B2CF9AE}" pid="3" name="MSIP_Label_ea60d57e-af5b-4752-ac57-3e4f28ca11dc_SetDate">
    <vt:lpwstr>2024-04-24T12:58:13Z</vt:lpwstr>
  </property>
  <property fmtid="{D5CDD505-2E9C-101B-9397-08002B2CF9AE}" pid="4" name="MSIP_Label_ea60d57e-af5b-4752-ac57-3e4f28ca11dc_Method">
    <vt:lpwstr>Standard</vt:lpwstr>
  </property>
  <property fmtid="{D5CDD505-2E9C-101B-9397-08002B2CF9AE}" pid="5" name="MSIP_Label_ea60d57e-af5b-4752-ac57-3e4f28ca11dc_Name">
    <vt:lpwstr>ea60d57e-af5b-4752-ac57-3e4f28ca11dc</vt:lpwstr>
  </property>
  <property fmtid="{D5CDD505-2E9C-101B-9397-08002B2CF9AE}" pid="6" name="MSIP_Label_ea60d57e-af5b-4752-ac57-3e4f28ca11dc_SiteId">
    <vt:lpwstr>36da45f1-dd2c-4d1f-af13-5abe46b99921</vt:lpwstr>
  </property>
  <property fmtid="{D5CDD505-2E9C-101B-9397-08002B2CF9AE}" pid="7" name="MSIP_Label_ea60d57e-af5b-4752-ac57-3e4f28ca11dc_ActionId">
    <vt:lpwstr>8e69401e-9a70-4306-b069-88869614a6bb</vt:lpwstr>
  </property>
  <property fmtid="{D5CDD505-2E9C-101B-9397-08002B2CF9AE}" pid="8" name="MSIP_Label_ea60d57e-af5b-4752-ac57-3e4f28ca11dc_ContentBits">
    <vt:lpwstr>0</vt:lpwstr>
  </property>
  <property fmtid="{D5CDD505-2E9C-101B-9397-08002B2CF9AE}" pid="9" name="ContentTypeId">
    <vt:lpwstr>0x010100BF54C77A1458144082AE147E7F09B8FA</vt:lpwstr>
  </property>
</Properties>
</file>